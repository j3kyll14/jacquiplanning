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70" r:id="rId2"/>
    <p:sldId id="268" r:id="rId3"/>
    <p:sldId id="264" r:id="rId4"/>
    <p:sldId id="266" r:id="rId5"/>
    <p:sldId id="263" r:id="rId6"/>
    <p:sldId id="271" r:id="rId7"/>
    <p:sldId id="260" r:id="rId8"/>
    <p:sldId id="261" r:id="rId9"/>
    <p:sldId id="25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7181"/>
    <a:srgbClr val="3963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1E3533-CE58-4D68-B581-B58D8B8D75A3}" v="1" dt="2024-12-22T22:26:34.978"/>
    <p1510:client id="{8862D177-B48A-9142-829E-5AF763C9BC3F}" v="41" dt="2024-12-22T12:01:57.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830"/>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Kelly" userId="e0a6d923-e685-49b2-a2fc-ed85ff5a1f9e" providerId="ADAL" clId="{511E3533-CE58-4D68-B581-B58D8B8D75A3}"/>
    <pc:docChg chg="undo custSel modSld">
      <pc:chgData name="Paula Kelly" userId="e0a6d923-e685-49b2-a2fc-ed85ff5a1f9e" providerId="ADAL" clId="{511E3533-CE58-4D68-B581-B58D8B8D75A3}" dt="2024-12-22T22:30:04.345" v="51" actId="14100"/>
      <pc:docMkLst>
        <pc:docMk/>
      </pc:docMkLst>
      <pc:sldChg chg="modSp mod">
        <pc:chgData name="Paula Kelly" userId="e0a6d923-e685-49b2-a2fc-ed85ff5a1f9e" providerId="ADAL" clId="{511E3533-CE58-4D68-B581-B58D8B8D75A3}" dt="2024-12-22T22:30:04.345" v="51" actId="14100"/>
        <pc:sldMkLst>
          <pc:docMk/>
          <pc:sldMk cId="303062223" sldId="258"/>
        </pc:sldMkLst>
        <pc:spChg chg="mod">
          <ac:chgData name="Paula Kelly" userId="e0a6d923-e685-49b2-a2fc-ed85ff5a1f9e" providerId="ADAL" clId="{511E3533-CE58-4D68-B581-B58D8B8D75A3}" dt="2024-12-22T22:22:43.589" v="17" actId="14100"/>
          <ac:spMkLst>
            <pc:docMk/>
            <pc:sldMk cId="303062223" sldId="258"/>
            <ac:spMk id="2" creationId="{7F8B2A66-26A5-D0D9-AC80-832EB1D4F80B}"/>
          </ac:spMkLst>
        </pc:spChg>
        <pc:picChg chg="mod">
          <ac:chgData name="Paula Kelly" userId="e0a6d923-e685-49b2-a2fc-ed85ff5a1f9e" providerId="ADAL" clId="{511E3533-CE58-4D68-B581-B58D8B8D75A3}" dt="2024-12-22T22:30:04.345" v="51" actId="14100"/>
          <ac:picMkLst>
            <pc:docMk/>
            <pc:sldMk cId="303062223" sldId="258"/>
            <ac:picMk id="5" creationId="{E2D07BBE-40D9-D484-BE63-7CED24324FA8}"/>
          </ac:picMkLst>
        </pc:picChg>
      </pc:sldChg>
      <pc:sldChg chg="modSp mod">
        <pc:chgData name="Paula Kelly" userId="e0a6d923-e685-49b2-a2fc-ed85ff5a1f9e" providerId="ADAL" clId="{511E3533-CE58-4D68-B581-B58D8B8D75A3}" dt="2024-12-22T22:29:35.812" v="46" actId="1036"/>
        <pc:sldMkLst>
          <pc:docMk/>
          <pc:sldMk cId="2104987836" sldId="260"/>
        </pc:sldMkLst>
        <pc:spChg chg="mod">
          <ac:chgData name="Paula Kelly" userId="e0a6d923-e685-49b2-a2fc-ed85ff5a1f9e" providerId="ADAL" clId="{511E3533-CE58-4D68-B581-B58D8B8D75A3}" dt="2024-12-22T22:28:29.304" v="44" actId="14100"/>
          <ac:spMkLst>
            <pc:docMk/>
            <pc:sldMk cId="2104987836" sldId="260"/>
            <ac:spMk id="3" creationId="{F575BC55-BC5A-3355-82FA-E6307EC9CBCB}"/>
          </ac:spMkLst>
        </pc:spChg>
        <pc:picChg chg="mod">
          <ac:chgData name="Paula Kelly" userId="e0a6d923-e685-49b2-a2fc-ed85ff5a1f9e" providerId="ADAL" clId="{511E3533-CE58-4D68-B581-B58D8B8D75A3}" dt="2024-12-22T22:25:30.347" v="27" actId="14100"/>
          <ac:picMkLst>
            <pc:docMk/>
            <pc:sldMk cId="2104987836" sldId="260"/>
            <ac:picMk id="4" creationId="{C77ED9B4-CF5D-8B83-B06C-039F7572A050}"/>
          </ac:picMkLst>
        </pc:picChg>
        <pc:picChg chg="mod">
          <ac:chgData name="Paula Kelly" userId="e0a6d923-e685-49b2-a2fc-ed85ff5a1f9e" providerId="ADAL" clId="{511E3533-CE58-4D68-B581-B58D8B8D75A3}" dt="2024-12-22T22:29:35.812" v="46" actId="1036"/>
          <ac:picMkLst>
            <pc:docMk/>
            <pc:sldMk cId="2104987836" sldId="260"/>
            <ac:picMk id="5" creationId="{3DD8451D-206F-74BF-99E4-B3CCFFAC8C35}"/>
          </ac:picMkLst>
        </pc:picChg>
      </pc:sldChg>
      <pc:sldChg chg="modSp mod">
        <pc:chgData name="Paula Kelly" userId="e0a6d923-e685-49b2-a2fc-ed85ff5a1f9e" providerId="ADAL" clId="{511E3533-CE58-4D68-B581-B58D8B8D75A3}" dt="2024-12-22T22:29:49.515" v="47" actId="14100"/>
        <pc:sldMkLst>
          <pc:docMk/>
          <pc:sldMk cId="1362396014" sldId="261"/>
        </pc:sldMkLst>
        <pc:picChg chg="mod">
          <ac:chgData name="Paula Kelly" userId="e0a6d923-e685-49b2-a2fc-ed85ff5a1f9e" providerId="ADAL" clId="{511E3533-CE58-4D68-B581-B58D8B8D75A3}" dt="2024-12-22T22:29:49.515" v="47" actId="14100"/>
          <ac:picMkLst>
            <pc:docMk/>
            <pc:sldMk cId="1362396014" sldId="261"/>
            <ac:picMk id="4" creationId="{0C57AE59-40CC-1BA3-95AD-7E28A67A4250}"/>
          </ac:picMkLst>
        </pc:picChg>
      </pc:sldChg>
      <pc:sldChg chg="modSp mod">
        <pc:chgData name="Paula Kelly" userId="e0a6d923-e685-49b2-a2fc-ed85ff5a1f9e" providerId="ADAL" clId="{511E3533-CE58-4D68-B581-B58D8B8D75A3}" dt="2024-12-22T22:25:04.035" v="25" actId="14100"/>
        <pc:sldMkLst>
          <pc:docMk/>
          <pc:sldMk cId="405603479" sldId="263"/>
        </pc:sldMkLst>
        <pc:picChg chg="mod">
          <ac:chgData name="Paula Kelly" userId="e0a6d923-e685-49b2-a2fc-ed85ff5a1f9e" providerId="ADAL" clId="{511E3533-CE58-4D68-B581-B58D8B8D75A3}" dt="2024-12-22T22:25:04.035" v="25" actId="14100"/>
          <ac:picMkLst>
            <pc:docMk/>
            <pc:sldMk cId="405603479" sldId="263"/>
            <ac:picMk id="4" creationId="{C66BCBF6-591B-91A0-3908-CB6C84E181F8}"/>
          </ac:picMkLst>
        </pc:picChg>
      </pc:sldChg>
      <pc:sldChg chg="modSp mod">
        <pc:chgData name="Paula Kelly" userId="e0a6d923-e685-49b2-a2fc-ed85ff5a1f9e" providerId="ADAL" clId="{511E3533-CE58-4D68-B581-B58D8B8D75A3}" dt="2024-12-22T22:24:56.558" v="23" actId="14100"/>
        <pc:sldMkLst>
          <pc:docMk/>
          <pc:sldMk cId="514210116" sldId="264"/>
        </pc:sldMkLst>
        <pc:picChg chg="mod">
          <ac:chgData name="Paula Kelly" userId="e0a6d923-e685-49b2-a2fc-ed85ff5a1f9e" providerId="ADAL" clId="{511E3533-CE58-4D68-B581-B58D8B8D75A3}" dt="2024-12-22T22:24:56.558" v="23" actId="14100"/>
          <ac:picMkLst>
            <pc:docMk/>
            <pc:sldMk cId="514210116" sldId="264"/>
            <ac:picMk id="4" creationId="{B6F68C1C-489D-59AF-67E0-E2C48F9265D4}"/>
          </ac:picMkLst>
        </pc:picChg>
      </pc:sldChg>
      <pc:sldChg chg="modSp mod">
        <pc:chgData name="Paula Kelly" userId="e0a6d923-e685-49b2-a2fc-ed85ff5a1f9e" providerId="ADAL" clId="{511E3533-CE58-4D68-B581-B58D8B8D75A3}" dt="2024-12-22T22:25:00.374" v="24" actId="14100"/>
        <pc:sldMkLst>
          <pc:docMk/>
          <pc:sldMk cId="2264091181" sldId="266"/>
        </pc:sldMkLst>
        <pc:picChg chg="mod">
          <ac:chgData name="Paula Kelly" userId="e0a6d923-e685-49b2-a2fc-ed85ff5a1f9e" providerId="ADAL" clId="{511E3533-CE58-4D68-B581-B58D8B8D75A3}" dt="2024-12-22T22:25:00.374" v="24" actId="14100"/>
          <ac:picMkLst>
            <pc:docMk/>
            <pc:sldMk cId="2264091181" sldId="266"/>
            <ac:picMk id="4" creationId="{A68E7592-9BF3-89BF-7C49-FB3328B68ED1}"/>
          </ac:picMkLst>
        </pc:picChg>
      </pc:sldChg>
      <pc:sldChg chg="modSp mod">
        <pc:chgData name="Paula Kelly" userId="e0a6d923-e685-49b2-a2fc-ed85ff5a1f9e" providerId="ADAL" clId="{511E3533-CE58-4D68-B581-B58D8B8D75A3}" dt="2024-12-22T22:24:48.795" v="22" actId="14100"/>
        <pc:sldMkLst>
          <pc:docMk/>
          <pc:sldMk cId="312580387" sldId="268"/>
        </pc:sldMkLst>
        <pc:picChg chg="mod">
          <ac:chgData name="Paula Kelly" userId="e0a6d923-e685-49b2-a2fc-ed85ff5a1f9e" providerId="ADAL" clId="{511E3533-CE58-4D68-B581-B58D8B8D75A3}" dt="2024-12-22T22:24:48.795" v="22" actId="14100"/>
          <ac:picMkLst>
            <pc:docMk/>
            <pc:sldMk cId="312580387" sldId="268"/>
            <ac:picMk id="4" creationId="{E9383211-855C-17B1-9563-CD354689948F}"/>
          </ac:picMkLst>
        </pc:picChg>
      </pc:sldChg>
      <pc:sldChg chg="modSp mod">
        <pc:chgData name="Paula Kelly" userId="e0a6d923-e685-49b2-a2fc-ed85ff5a1f9e" providerId="ADAL" clId="{511E3533-CE58-4D68-B581-B58D8B8D75A3}" dt="2024-12-22T22:24:08.772" v="21" actId="14100"/>
        <pc:sldMkLst>
          <pc:docMk/>
          <pc:sldMk cId="418404033" sldId="270"/>
        </pc:sldMkLst>
        <pc:picChg chg="mod">
          <ac:chgData name="Paula Kelly" userId="e0a6d923-e685-49b2-a2fc-ed85ff5a1f9e" providerId="ADAL" clId="{511E3533-CE58-4D68-B581-B58D8B8D75A3}" dt="2024-12-22T22:24:08.772" v="21" actId="14100"/>
          <ac:picMkLst>
            <pc:docMk/>
            <pc:sldMk cId="418404033" sldId="270"/>
            <ac:picMk id="4" creationId="{DF253623-EFF5-8B99-ED44-6FA9F04FAF45}"/>
          </ac:picMkLst>
        </pc:picChg>
      </pc:sldChg>
      <pc:sldChg chg="modSp mod">
        <pc:chgData name="Paula Kelly" userId="e0a6d923-e685-49b2-a2fc-ed85ff5a1f9e" providerId="ADAL" clId="{511E3533-CE58-4D68-B581-B58D8B8D75A3}" dt="2024-12-22T22:25:07.213" v="26" actId="14100"/>
        <pc:sldMkLst>
          <pc:docMk/>
          <pc:sldMk cId="1646491238" sldId="271"/>
        </pc:sldMkLst>
        <pc:picChg chg="mod">
          <ac:chgData name="Paula Kelly" userId="e0a6d923-e685-49b2-a2fc-ed85ff5a1f9e" providerId="ADAL" clId="{511E3533-CE58-4D68-B581-B58D8B8D75A3}" dt="2024-12-22T22:25:07.213" v="26" actId="14100"/>
          <ac:picMkLst>
            <pc:docMk/>
            <pc:sldMk cId="1646491238" sldId="271"/>
            <ac:picMk id="4" creationId="{9E2ABA09-E2F7-D25A-798D-46FAB8FADC73}"/>
          </ac:picMkLst>
        </pc:picChg>
      </pc:sldChg>
    </pc:docChg>
  </pc:docChgLst>
  <pc:docChgLst>
    <pc:chgData name="Christine Larsen" userId="f18a5471-da8b-4dbf-a2ad-0e79af7c917d" providerId="ADAL" clId="{BECA13BA-A0D4-E541-8C41-E32864B49CEB}"/>
    <pc:docChg chg="custSel delSld modSld sldOrd">
      <pc:chgData name="Christine Larsen" userId="f18a5471-da8b-4dbf-a2ad-0e79af7c917d" providerId="ADAL" clId="{BECA13BA-A0D4-E541-8C41-E32864B49CEB}" dt="2024-11-05T08:17:38.063" v="99" actId="2696"/>
      <pc:docMkLst>
        <pc:docMk/>
      </pc:docMkLst>
      <pc:sldChg chg="del">
        <pc:chgData name="Christine Larsen" userId="f18a5471-da8b-4dbf-a2ad-0e79af7c917d" providerId="ADAL" clId="{BECA13BA-A0D4-E541-8C41-E32864B49CEB}" dt="2024-11-05T08:17:38.063" v="99" actId="2696"/>
        <pc:sldMkLst>
          <pc:docMk/>
          <pc:sldMk cId="1661022556" sldId="259"/>
        </pc:sldMkLst>
      </pc:sldChg>
      <pc:sldChg chg="modSp mod ord">
        <pc:chgData name="Christine Larsen" userId="f18a5471-da8b-4dbf-a2ad-0e79af7c917d" providerId="ADAL" clId="{BECA13BA-A0D4-E541-8C41-E32864B49CEB}" dt="2024-10-15T12:45:26.588" v="95" actId="20578"/>
        <pc:sldMkLst>
          <pc:docMk/>
          <pc:sldMk cId="1362396014" sldId="261"/>
        </pc:sldMkLst>
        <pc:spChg chg="mod">
          <ac:chgData name="Christine Larsen" userId="f18a5471-da8b-4dbf-a2ad-0e79af7c917d" providerId="ADAL" clId="{BECA13BA-A0D4-E541-8C41-E32864B49CEB}" dt="2024-10-15T12:45:22.927" v="94" actId="20577"/>
          <ac:spMkLst>
            <pc:docMk/>
            <pc:sldMk cId="1362396014" sldId="261"/>
            <ac:spMk id="3" creationId="{0340C50A-5BFB-5E87-8A56-F81A9479F851}"/>
          </ac:spMkLst>
        </pc:spChg>
      </pc:sldChg>
      <pc:sldChg chg="modSp mod">
        <pc:chgData name="Christine Larsen" userId="f18a5471-da8b-4dbf-a2ad-0e79af7c917d" providerId="ADAL" clId="{BECA13BA-A0D4-E541-8C41-E32864B49CEB}" dt="2024-10-15T12:45:43.774" v="98" actId="20577"/>
        <pc:sldMkLst>
          <pc:docMk/>
          <pc:sldMk cId="2264091181" sldId="266"/>
        </pc:sldMkLst>
        <pc:spChg chg="mod">
          <ac:chgData name="Christine Larsen" userId="f18a5471-da8b-4dbf-a2ad-0e79af7c917d" providerId="ADAL" clId="{BECA13BA-A0D4-E541-8C41-E32864B49CEB}" dt="2024-10-15T12:45:43.774" v="98" actId="20577"/>
          <ac:spMkLst>
            <pc:docMk/>
            <pc:sldMk cId="2264091181" sldId="266"/>
            <ac:spMk id="3" creationId="{1E8595F5-126A-C083-35E4-9C24C1A3AAB0}"/>
          </ac:spMkLst>
        </pc:spChg>
        <pc:picChg chg="mod">
          <ac:chgData name="Christine Larsen" userId="f18a5471-da8b-4dbf-a2ad-0e79af7c917d" providerId="ADAL" clId="{BECA13BA-A0D4-E541-8C41-E32864B49CEB}" dt="2024-10-15T12:45:36.495" v="96" actId="1076"/>
          <ac:picMkLst>
            <pc:docMk/>
            <pc:sldMk cId="2264091181" sldId="266"/>
            <ac:picMk id="6" creationId="{C2CE4741-555D-D639-9668-6ABADBD0AA2C}"/>
          </ac:picMkLst>
        </pc:picChg>
      </pc:sldChg>
    </pc:docChg>
  </pc:docChgLst>
  <pc:docChgLst>
    <pc:chgData name="Christine Larsen" userId="f18a5471-da8b-4dbf-a2ad-0e79af7c917d" providerId="ADAL" clId="{8862D177-B48A-9142-829E-5AF763C9BC3F}"/>
    <pc:docChg chg="undo custSel addSld delSld modSld sldOrd">
      <pc:chgData name="Christine Larsen" userId="f18a5471-da8b-4dbf-a2ad-0e79af7c917d" providerId="ADAL" clId="{8862D177-B48A-9142-829E-5AF763C9BC3F}" dt="2024-12-22T12:01:52.508" v="8276" actId="20577"/>
      <pc:docMkLst>
        <pc:docMk/>
      </pc:docMkLst>
      <pc:sldChg chg="addSp modSp mod">
        <pc:chgData name="Christine Larsen" userId="f18a5471-da8b-4dbf-a2ad-0e79af7c917d" providerId="ADAL" clId="{8862D177-B48A-9142-829E-5AF763C9BC3F}" dt="2024-12-22T11:43:05.284" v="8274" actId="20577"/>
        <pc:sldMkLst>
          <pc:docMk/>
          <pc:sldMk cId="303062223" sldId="258"/>
        </pc:sldMkLst>
        <pc:spChg chg="mod">
          <ac:chgData name="Christine Larsen" userId="f18a5471-da8b-4dbf-a2ad-0e79af7c917d" providerId="ADAL" clId="{8862D177-B48A-9142-829E-5AF763C9BC3F}" dt="2024-12-22T11:23:16.572" v="8195" actId="207"/>
          <ac:spMkLst>
            <pc:docMk/>
            <pc:sldMk cId="303062223" sldId="258"/>
            <ac:spMk id="2" creationId="{7F8B2A66-26A5-D0D9-AC80-832EB1D4F80B}"/>
          </ac:spMkLst>
        </pc:spChg>
        <pc:spChg chg="add mod">
          <ac:chgData name="Christine Larsen" userId="f18a5471-da8b-4dbf-a2ad-0e79af7c917d" providerId="ADAL" clId="{8862D177-B48A-9142-829E-5AF763C9BC3F}" dt="2024-12-22T11:43:05.284" v="8274" actId="20577"/>
          <ac:spMkLst>
            <pc:docMk/>
            <pc:sldMk cId="303062223" sldId="258"/>
            <ac:spMk id="3" creationId="{4C1307D4-C1B1-B35B-0CCD-A0ECF89720FC}"/>
          </ac:spMkLst>
        </pc:spChg>
        <pc:spChg chg="add mod">
          <ac:chgData name="Christine Larsen" userId="f18a5471-da8b-4dbf-a2ad-0e79af7c917d" providerId="ADAL" clId="{8862D177-B48A-9142-829E-5AF763C9BC3F}" dt="2024-12-22T11:22:02.771" v="8191" actId="14100"/>
          <ac:spMkLst>
            <pc:docMk/>
            <pc:sldMk cId="303062223" sldId="258"/>
            <ac:spMk id="4" creationId="{39EA019E-2E35-001A-08B8-979D8AB1923D}"/>
          </ac:spMkLst>
        </pc:spChg>
        <pc:picChg chg="mod">
          <ac:chgData name="Christine Larsen" userId="f18a5471-da8b-4dbf-a2ad-0e79af7c917d" providerId="ADAL" clId="{8862D177-B48A-9142-829E-5AF763C9BC3F}" dt="2024-12-12T14:19:52.227" v="500" actId="14100"/>
          <ac:picMkLst>
            <pc:docMk/>
            <pc:sldMk cId="303062223" sldId="258"/>
            <ac:picMk id="8" creationId="{41808E69-03E1-ED89-8844-0C7B8E7DA2F9}"/>
          </ac:picMkLst>
        </pc:picChg>
      </pc:sldChg>
      <pc:sldChg chg="addSp modSp mod ord">
        <pc:chgData name="Christine Larsen" userId="f18a5471-da8b-4dbf-a2ad-0e79af7c917d" providerId="ADAL" clId="{8862D177-B48A-9142-829E-5AF763C9BC3F}" dt="2024-12-22T12:01:52.508" v="8276" actId="20577"/>
        <pc:sldMkLst>
          <pc:docMk/>
          <pc:sldMk cId="2104987836" sldId="260"/>
        </pc:sldMkLst>
        <pc:spChg chg="mod">
          <ac:chgData name="Christine Larsen" userId="f18a5471-da8b-4dbf-a2ad-0e79af7c917d" providerId="ADAL" clId="{8862D177-B48A-9142-829E-5AF763C9BC3F}" dt="2024-12-22T12:01:52.508" v="8276" actId="20577"/>
          <ac:spMkLst>
            <pc:docMk/>
            <pc:sldMk cId="2104987836" sldId="260"/>
            <ac:spMk id="3" creationId="{F575BC55-BC5A-3355-82FA-E6307EC9CBCB}"/>
          </ac:spMkLst>
        </pc:spChg>
        <pc:spChg chg="add mod">
          <ac:chgData name="Christine Larsen" userId="f18a5471-da8b-4dbf-a2ad-0e79af7c917d" providerId="ADAL" clId="{8862D177-B48A-9142-829E-5AF763C9BC3F}" dt="2024-12-18T07:56:02.417" v="2619" actId="14100"/>
          <ac:spMkLst>
            <pc:docMk/>
            <pc:sldMk cId="2104987836" sldId="260"/>
            <ac:spMk id="8" creationId="{D2C746A2-8F96-7C0B-E35B-BC92A477A7FC}"/>
          </ac:spMkLst>
        </pc:spChg>
        <pc:spChg chg="add mod">
          <ac:chgData name="Christine Larsen" userId="f18a5471-da8b-4dbf-a2ad-0e79af7c917d" providerId="ADAL" clId="{8862D177-B48A-9142-829E-5AF763C9BC3F}" dt="2024-12-18T10:20:08.749" v="2771" actId="20577"/>
          <ac:spMkLst>
            <pc:docMk/>
            <pc:sldMk cId="2104987836" sldId="260"/>
            <ac:spMk id="9" creationId="{51AD4171-DF37-B3E8-D0B7-6B92356378F7}"/>
          </ac:spMkLst>
        </pc:spChg>
        <pc:picChg chg="add mod">
          <ac:chgData name="Christine Larsen" userId="f18a5471-da8b-4dbf-a2ad-0e79af7c917d" providerId="ADAL" clId="{8862D177-B48A-9142-829E-5AF763C9BC3F}" dt="2024-12-18T07:44:36.802" v="2521" actId="1076"/>
          <ac:picMkLst>
            <pc:docMk/>
            <pc:sldMk cId="2104987836" sldId="260"/>
            <ac:picMk id="5" creationId="{3DD8451D-206F-74BF-99E4-B3CCFFAC8C35}"/>
          </ac:picMkLst>
        </pc:picChg>
        <pc:picChg chg="add mod">
          <ac:chgData name="Christine Larsen" userId="f18a5471-da8b-4dbf-a2ad-0e79af7c917d" providerId="ADAL" clId="{8862D177-B48A-9142-829E-5AF763C9BC3F}" dt="2024-12-18T07:44:30.104" v="2519" actId="1076"/>
          <ac:picMkLst>
            <pc:docMk/>
            <pc:sldMk cId="2104987836" sldId="260"/>
            <ac:picMk id="7" creationId="{CA17D85B-BCBD-7EC6-3F3F-864D49FF9457}"/>
          </ac:picMkLst>
        </pc:picChg>
      </pc:sldChg>
      <pc:sldChg chg="addSp modSp mod">
        <pc:chgData name="Christine Larsen" userId="f18a5471-da8b-4dbf-a2ad-0e79af7c917d" providerId="ADAL" clId="{8862D177-B48A-9142-829E-5AF763C9BC3F}" dt="2024-12-18T07:52:06.421" v="2593" actId="20577"/>
        <pc:sldMkLst>
          <pc:docMk/>
          <pc:sldMk cId="1362396014" sldId="261"/>
        </pc:sldMkLst>
        <pc:spChg chg="add mod">
          <ac:chgData name="Christine Larsen" userId="f18a5471-da8b-4dbf-a2ad-0e79af7c917d" providerId="ADAL" clId="{8862D177-B48A-9142-829E-5AF763C9BC3F}" dt="2024-12-18T07:52:06.421" v="2593" actId="20577"/>
          <ac:spMkLst>
            <pc:docMk/>
            <pc:sldMk cId="1362396014" sldId="261"/>
            <ac:spMk id="2" creationId="{5456336F-0106-2575-4632-E273B0AA2A6D}"/>
          </ac:spMkLst>
        </pc:spChg>
        <pc:spChg chg="mod">
          <ac:chgData name="Christine Larsen" userId="f18a5471-da8b-4dbf-a2ad-0e79af7c917d" providerId="ADAL" clId="{8862D177-B48A-9142-829E-5AF763C9BC3F}" dt="2024-12-18T07:33:45.443" v="2438" actId="123"/>
          <ac:spMkLst>
            <pc:docMk/>
            <pc:sldMk cId="1362396014" sldId="261"/>
            <ac:spMk id="3" creationId="{0340C50A-5BFB-5E87-8A56-F81A9479F851}"/>
          </ac:spMkLst>
        </pc:spChg>
        <pc:picChg chg="mod">
          <ac:chgData name="Christine Larsen" userId="f18a5471-da8b-4dbf-a2ad-0e79af7c917d" providerId="ADAL" clId="{8862D177-B48A-9142-829E-5AF763C9BC3F}" dt="2024-12-16T04:06:58.777" v="1959" actId="1076"/>
          <ac:picMkLst>
            <pc:docMk/>
            <pc:sldMk cId="1362396014" sldId="261"/>
            <ac:picMk id="4" creationId="{0C57AE59-40CC-1BA3-95AD-7E28A67A4250}"/>
          </ac:picMkLst>
        </pc:picChg>
        <pc:picChg chg="add mod">
          <ac:chgData name="Christine Larsen" userId="f18a5471-da8b-4dbf-a2ad-0e79af7c917d" providerId="ADAL" clId="{8862D177-B48A-9142-829E-5AF763C9BC3F}" dt="2024-12-15T03:12:50.597" v="1548" actId="1076"/>
          <ac:picMkLst>
            <pc:docMk/>
            <pc:sldMk cId="1362396014" sldId="261"/>
            <ac:picMk id="5" creationId="{D3EA4F3B-30FE-5356-DED7-1E2005A736B1}"/>
          </ac:picMkLst>
        </pc:picChg>
      </pc:sldChg>
      <pc:sldChg chg="del">
        <pc:chgData name="Christine Larsen" userId="f18a5471-da8b-4dbf-a2ad-0e79af7c917d" providerId="ADAL" clId="{8862D177-B48A-9142-829E-5AF763C9BC3F}" dt="2024-12-12T03:24:51.998" v="160" actId="2696"/>
        <pc:sldMkLst>
          <pc:docMk/>
          <pc:sldMk cId="2106423879" sldId="262"/>
        </pc:sldMkLst>
      </pc:sldChg>
      <pc:sldChg chg="addSp modSp mod ord">
        <pc:chgData name="Christine Larsen" userId="f18a5471-da8b-4dbf-a2ad-0e79af7c917d" providerId="ADAL" clId="{8862D177-B48A-9142-829E-5AF763C9BC3F}" dt="2024-12-22T11:42:59.904" v="8272" actId="20577"/>
        <pc:sldMkLst>
          <pc:docMk/>
          <pc:sldMk cId="405603479" sldId="263"/>
        </pc:sldMkLst>
        <pc:spChg chg="mod">
          <ac:chgData name="Christine Larsen" userId="f18a5471-da8b-4dbf-a2ad-0e79af7c917d" providerId="ADAL" clId="{8862D177-B48A-9142-829E-5AF763C9BC3F}" dt="2024-12-22T11:33:34.223" v="8254" actId="20577"/>
          <ac:spMkLst>
            <pc:docMk/>
            <pc:sldMk cId="405603479" sldId="263"/>
            <ac:spMk id="3" creationId="{F7EB8A88-766A-2C64-27AF-482C5C46F42C}"/>
          </ac:spMkLst>
        </pc:spChg>
        <pc:spChg chg="add mod">
          <ac:chgData name="Christine Larsen" userId="f18a5471-da8b-4dbf-a2ad-0e79af7c917d" providerId="ADAL" clId="{8862D177-B48A-9142-829E-5AF763C9BC3F}" dt="2024-12-22T11:42:59.904" v="8272" actId="20577"/>
          <ac:spMkLst>
            <pc:docMk/>
            <pc:sldMk cId="405603479" sldId="263"/>
            <ac:spMk id="6" creationId="{3F4869F7-6FA9-9ED5-62E7-BF17D8CC010C}"/>
          </ac:spMkLst>
        </pc:spChg>
        <pc:picChg chg="add mod">
          <ac:chgData name="Christine Larsen" userId="f18a5471-da8b-4dbf-a2ad-0e79af7c917d" providerId="ADAL" clId="{8862D177-B48A-9142-829E-5AF763C9BC3F}" dt="2024-12-18T06:46:16.517" v="2138" actId="1076"/>
          <ac:picMkLst>
            <pc:docMk/>
            <pc:sldMk cId="405603479" sldId="263"/>
            <ac:picMk id="5" creationId="{8EA99E54-D21A-A4FD-5E2C-9504FB376188}"/>
          </ac:picMkLst>
        </pc:picChg>
      </pc:sldChg>
      <pc:sldChg chg="addSp modSp mod ord">
        <pc:chgData name="Christine Larsen" userId="f18a5471-da8b-4dbf-a2ad-0e79af7c917d" providerId="ADAL" clId="{8862D177-B48A-9142-829E-5AF763C9BC3F}" dt="2024-12-22T11:29:56.252" v="8248" actId="20577"/>
        <pc:sldMkLst>
          <pc:docMk/>
          <pc:sldMk cId="514210116" sldId="264"/>
        </pc:sldMkLst>
        <pc:spChg chg="mod">
          <ac:chgData name="Christine Larsen" userId="f18a5471-da8b-4dbf-a2ad-0e79af7c917d" providerId="ADAL" clId="{8862D177-B48A-9142-829E-5AF763C9BC3F}" dt="2024-12-22T11:29:56.252" v="8248" actId="20577"/>
          <ac:spMkLst>
            <pc:docMk/>
            <pc:sldMk cId="514210116" sldId="264"/>
            <ac:spMk id="3" creationId="{CF8FF704-565D-9A43-50AD-7DDE38C92622}"/>
          </ac:spMkLst>
        </pc:spChg>
        <pc:spChg chg="add mod">
          <ac:chgData name="Christine Larsen" userId="f18a5471-da8b-4dbf-a2ad-0e79af7c917d" providerId="ADAL" clId="{8862D177-B48A-9142-829E-5AF763C9BC3F}" dt="2024-12-18T07:47:36.029" v="2548" actId="20577"/>
          <ac:spMkLst>
            <pc:docMk/>
            <pc:sldMk cId="514210116" sldId="264"/>
            <ac:spMk id="6" creationId="{747B45C8-6ECF-AB54-5125-66B99EFD7260}"/>
          </ac:spMkLst>
        </pc:spChg>
        <pc:picChg chg="add mod">
          <ac:chgData name="Christine Larsen" userId="f18a5471-da8b-4dbf-a2ad-0e79af7c917d" providerId="ADAL" clId="{8862D177-B48A-9142-829E-5AF763C9BC3F}" dt="2024-12-18T06:59:43.707" v="2436" actId="1076"/>
          <ac:picMkLst>
            <pc:docMk/>
            <pc:sldMk cId="514210116" sldId="264"/>
            <ac:picMk id="5" creationId="{4D8DFB77-2111-28C4-87BE-786CF7C923C1}"/>
          </ac:picMkLst>
        </pc:picChg>
      </pc:sldChg>
      <pc:sldChg chg="addSp modSp mod">
        <pc:chgData name="Christine Larsen" userId="f18a5471-da8b-4dbf-a2ad-0e79af7c917d" providerId="ADAL" clId="{8862D177-B48A-9142-829E-5AF763C9BC3F}" dt="2024-12-22T11:33:08.212" v="8251" actId="20577"/>
        <pc:sldMkLst>
          <pc:docMk/>
          <pc:sldMk cId="2264091181" sldId="266"/>
        </pc:sldMkLst>
        <pc:spChg chg="add mod">
          <ac:chgData name="Christine Larsen" userId="f18a5471-da8b-4dbf-a2ad-0e79af7c917d" providerId="ADAL" clId="{8862D177-B48A-9142-829E-5AF763C9BC3F}" dt="2024-12-18T07:50:53.708" v="2567" actId="20577"/>
          <ac:spMkLst>
            <pc:docMk/>
            <pc:sldMk cId="2264091181" sldId="266"/>
            <ac:spMk id="2" creationId="{5E0D0129-15E3-EA5E-7D4B-E911B2BB185F}"/>
          </ac:spMkLst>
        </pc:spChg>
        <pc:spChg chg="mod">
          <ac:chgData name="Christine Larsen" userId="f18a5471-da8b-4dbf-a2ad-0e79af7c917d" providerId="ADAL" clId="{8862D177-B48A-9142-829E-5AF763C9BC3F}" dt="2024-12-22T11:33:08.212" v="8251" actId="20577"/>
          <ac:spMkLst>
            <pc:docMk/>
            <pc:sldMk cId="2264091181" sldId="266"/>
            <ac:spMk id="3" creationId="{1E8595F5-126A-C083-35E4-9C24C1A3AAB0}"/>
          </ac:spMkLst>
        </pc:spChg>
        <pc:picChg chg="mod">
          <ac:chgData name="Christine Larsen" userId="f18a5471-da8b-4dbf-a2ad-0e79af7c917d" providerId="ADAL" clId="{8862D177-B48A-9142-829E-5AF763C9BC3F}" dt="2024-11-30T13:30:25.788" v="0" actId="1076"/>
          <ac:picMkLst>
            <pc:docMk/>
            <pc:sldMk cId="2264091181" sldId="266"/>
            <ac:picMk id="6" creationId="{C2CE4741-555D-D639-9668-6ABADBD0AA2C}"/>
          </ac:picMkLst>
        </pc:picChg>
      </pc:sldChg>
      <pc:sldChg chg="modSp del mod">
        <pc:chgData name="Christine Larsen" userId="f18a5471-da8b-4dbf-a2ad-0e79af7c917d" providerId="ADAL" clId="{8862D177-B48A-9142-829E-5AF763C9BC3F}" dt="2024-12-18T14:30:40.814" v="2979" actId="2696"/>
        <pc:sldMkLst>
          <pc:docMk/>
          <pc:sldMk cId="1191749598" sldId="267"/>
        </pc:sldMkLst>
      </pc:sldChg>
      <pc:sldChg chg="addSp delSp modSp mod ord">
        <pc:chgData name="Christine Larsen" userId="f18a5471-da8b-4dbf-a2ad-0e79af7c917d" providerId="ADAL" clId="{8862D177-B48A-9142-829E-5AF763C9BC3F}" dt="2024-12-22T11:28:33.478" v="8244" actId="20577"/>
        <pc:sldMkLst>
          <pc:docMk/>
          <pc:sldMk cId="312580387" sldId="268"/>
        </pc:sldMkLst>
        <pc:spChg chg="mod">
          <ac:chgData name="Christine Larsen" userId="f18a5471-da8b-4dbf-a2ad-0e79af7c917d" providerId="ADAL" clId="{8862D177-B48A-9142-829E-5AF763C9BC3F}" dt="2024-12-22T11:28:33.478" v="8244" actId="20577"/>
          <ac:spMkLst>
            <pc:docMk/>
            <pc:sldMk cId="312580387" sldId="268"/>
            <ac:spMk id="3" creationId="{3FF3C917-F628-77AC-E1E9-95FDFC10070F}"/>
          </ac:spMkLst>
        </pc:spChg>
        <pc:picChg chg="add mod">
          <ac:chgData name="Christine Larsen" userId="f18a5471-da8b-4dbf-a2ad-0e79af7c917d" providerId="ADAL" clId="{8862D177-B48A-9142-829E-5AF763C9BC3F}" dt="2024-12-21T02:10:01.403" v="6332" actId="1076"/>
          <ac:picMkLst>
            <pc:docMk/>
            <pc:sldMk cId="312580387" sldId="268"/>
            <ac:picMk id="5" creationId="{840111C5-7289-136D-8A29-2A8D60C9491A}"/>
          </ac:picMkLst>
        </pc:picChg>
        <pc:picChg chg="add mod">
          <ac:chgData name="Christine Larsen" userId="f18a5471-da8b-4dbf-a2ad-0e79af7c917d" providerId="ADAL" clId="{8862D177-B48A-9142-829E-5AF763C9BC3F}" dt="2024-12-21T02:10:21.821" v="6338" actId="1076"/>
          <ac:picMkLst>
            <pc:docMk/>
            <pc:sldMk cId="312580387" sldId="268"/>
            <ac:picMk id="6" creationId="{ED7EF361-E113-6BAF-39D8-0ADE0C06C379}"/>
          </ac:picMkLst>
        </pc:picChg>
        <pc:picChg chg="add mod">
          <ac:chgData name="Christine Larsen" userId="f18a5471-da8b-4dbf-a2ad-0e79af7c917d" providerId="ADAL" clId="{8862D177-B48A-9142-829E-5AF763C9BC3F}" dt="2024-12-21T02:10:19.117" v="6337" actId="1076"/>
          <ac:picMkLst>
            <pc:docMk/>
            <pc:sldMk cId="312580387" sldId="268"/>
            <ac:picMk id="7" creationId="{A5F4CCE6-F7C0-71D7-F81F-69985B3C65E7}"/>
          </ac:picMkLst>
        </pc:picChg>
        <pc:picChg chg="add mod">
          <ac:chgData name="Christine Larsen" userId="f18a5471-da8b-4dbf-a2ad-0e79af7c917d" providerId="ADAL" clId="{8862D177-B48A-9142-829E-5AF763C9BC3F}" dt="2024-12-21T02:10:16.005" v="6336" actId="1076"/>
          <ac:picMkLst>
            <pc:docMk/>
            <pc:sldMk cId="312580387" sldId="268"/>
            <ac:picMk id="8" creationId="{1D9D23F7-DA0D-6715-C31F-67CDB78D66BB}"/>
          </ac:picMkLst>
        </pc:picChg>
        <pc:picChg chg="add mod">
          <ac:chgData name="Christine Larsen" userId="f18a5471-da8b-4dbf-a2ad-0e79af7c917d" providerId="ADAL" clId="{8862D177-B48A-9142-829E-5AF763C9BC3F}" dt="2024-12-22T09:43:17.999" v="6512" actId="1076"/>
          <ac:picMkLst>
            <pc:docMk/>
            <pc:sldMk cId="312580387" sldId="268"/>
            <ac:picMk id="9" creationId="{34DBDA31-EB83-CF73-A4BE-A1F167878D30}"/>
          </ac:picMkLst>
        </pc:picChg>
        <pc:picChg chg="add mod">
          <ac:chgData name="Christine Larsen" userId="f18a5471-da8b-4dbf-a2ad-0e79af7c917d" providerId="ADAL" clId="{8862D177-B48A-9142-829E-5AF763C9BC3F}" dt="2024-12-22T09:43:37.123" v="6517" actId="1076"/>
          <ac:picMkLst>
            <pc:docMk/>
            <pc:sldMk cId="312580387" sldId="268"/>
            <ac:picMk id="10" creationId="{5F9797AF-2F05-E2AB-0847-52F982A61420}"/>
          </ac:picMkLst>
        </pc:picChg>
        <pc:picChg chg="add mod">
          <ac:chgData name="Christine Larsen" userId="f18a5471-da8b-4dbf-a2ad-0e79af7c917d" providerId="ADAL" clId="{8862D177-B48A-9142-829E-5AF763C9BC3F}" dt="2024-12-22T09:43:30.741" v="6515" actId="1076"/>
          <ac:picMkLst>
            <pc:docMk/>
            <pc:sldMk cId="312580387" sldId="268"/>
            <ac:picMk id="11" creationId="{58AACCDF-ACDE-5A0C-5ADE-3DBCA2BC295B}"/>
          </ac:picMkLst>
        </pc:picChg>
        <pc:picChg chg="add mod">
          <ac:chgData name="Christine Larsen" userId="f18a5471-da8b-4dbf-a2ad-0e79af7c917d" providerId="ADAL" clId="{8862D177-B48A-9142-829E-5AF763C9BC3F}" dt="2024-12-22T09:43:33.428" v="6516" actId="1076"/>
          <ac:picMkLst>
            <pc:docMk/>
            <pc:sldMk cId="312580387" sldId="268"/>
            <ac:picMk id="12" creationId="{1EAF165A-804B-98CF-E7BB-42373EF77160}"/>
          </ac:picMkLst>
        </pc:picChg>
      </pc:sldChg>
      <pc:sldChg chg="modSp add del mod">
        <pc:chgData name="Christine Larsen" userId="f18a5471-da8b-4dbf-a2ad-0e79af7c917d" providerId="ADAL" clId="{8862D177-B48A-9142-829E-5AF763C9BC3F}" dt="2024-12-22T10:34:37.545" v="7701" actId="2696"/>
        <pc:sldMkLst>
          <pc:docMk/>
          <pc:sldMk cId="2545147790" sldId="269"/>
        </pc:sldMkLst>
      </pc:sldChg>
      <pc:sldChg chg="new del">
        <pc:chgData name="Christine Larsen" userId="f18a5471-da8b-4dbf-a2ad-0e79af7c917d" providerId="ADAL" clId="{8862D177-B48A-9142-829E-5AF763C9BC3F}" dt="2024-12-10T14:57:32.428" v="85" actId="680"/>
        <pc:sldMkLst>
          <pc:docMk/>
          <pc:sldMk cId="4203175436" sldId="269"/>
        </pc:sldMkLst>
      </pc:sldChg>
      <pc:sldChg chg="addSp delSp modSp new mod ord">
        <pc:chgData name="Christine Larsen" userId="f18a5471-da8b-4dbf-a2ad-0e79af7c917d" providerId="ADAL" clId="{8862D177-B48A-9142-829E-5AF763C9BC3F}" dt="2024-12-15T03:11:00.711" v="1527" actId="20577"/>
        <pc:sldMkLst>
          <pc:docMk/>
          <pc:sldMk cId="418404033" sldId="270"/>
        </pc:sldMkLst>
        <pc:spChg chg="mod">
          <ac:chgData name="Christine Larsen" userId="f18a5471-da8b-4dbf-a2ad-0e79af7c917d" providerId="ADAL" clId="{8862D177-B48A-9142-829E-5AF763C9BC3F}" dt="2024-12-15T03:11:00.711" v="1527" actId="20577"/>
          <ac:spMkLst>
            <pc:docMk/>
            <pc:sldMk cId="418404033" sldId="270"/>
            <ac:spMk id="3" creationId="{9DED20E1-064B-BA1E-6385-78CB3C194302}"/>
          </ac:spMkLst>
        </pc:spChg>
        <pc:picChg chg="add mod">
          <ac:chgData name="Christine Larsen" userId="f18a5471-da8b-4dbf-a2ad-0e79af7c917d" providerId="ADAL" clId="{8862D177-B48A-9142-829E-5AF763C9BC3F}" dt="2024-12-12T04:14:44.876" v="164"/>
          <ac:picMkLst>
            <pc:docMk/>
            <pc:sldMk cId="418404033" sldId="270"/>
            <ac:picMk id="4" creationId="{DF253623-EFF5-8B99-ED44-6FA9F04FAF45}"/>
          </ac:picMkLst>
        </pc:picChg>
      </pc:sldChg>
      <pc:sldChg chg="modSp add del mod">
        <pc:chgData name="Christine Larsen" userId="f18a5471-da8b-4dbf-a2ad-0e79af7c917d" providerId="ADAL" clId="{8862D177-B48A-9142-829E-5AF763C9BC3F}" dt="2024-12-12T03:24:57.355" v="161" actId="2696"/>
        <pc:sldMkLst>
          <pc:docMk/>
          <pc:sldMk cId="747840314" sldId="270"/>
        </pc:sldMkLst>
      </pc:sldChg>
      <pc:sldChg chg="addSp delSp modSp new mod">
        <pc:chgData name="Christine Larsen" userId="f18a5471-da8b-4dbf-a2ad-0e79af7c917d" providerId="ADAL" clId="{8862D177-B48A-9142-829E-5AF763C9BC3F}" dt="2024-12-20T10:59:38.601" v="6282" actId="1076"/>
        <pc:sldMkLst>
          <pc:docMk/>
          <pc:sldMk cId="1646491238" sldId="271"/>
        </pc:sldMkLst>
        <pc:spChg chg="mod">
          <ac:chgData name="Christine Larsen" userId="f18a5471-da8b-4dbf-a2ad-0e79af7c917d" providerId="ADAL" clId="{8862D177-B48A-9142-829E-5AF763C9BC3F}" dt="2024-12-20T10:59:11.563" v="6279" actId="20577"/>
          <ac:spMkLst>
            <pc:docMk/>
            <pc:sldMk cId="1646491238" sldId="271"/>
            <ac:spMk id="3" creationId="{C68FC72C-428B-3A9E-7C86-22D1D1E576C2}"/>
          </ac:spMkLst>
        </pc:spChg>
        <pc:spChg chg="add mod">
          <ac:chgData name="Christine Larsen" userId="f18a5471-da8b-4dbf-a2ad-0e79af7c917d" providerId="ADAL" clId="{8862D177-B48A-9142-829E-5AF763C9BC3F}" dt="2024-12-20T10:59:24.326" v="6280" actId="14100"/>
          <ac:spMkLst>
            <pc:docMk/>
            <pc:sldMk cId="1646491238" sldId="271"/>
            <ac:spMk id="7" creationId="{F1BC14E8-5A37-DC91-9C07-B28D7BF33D99}"/>
          </ac:spMkLst>
        </pc:spChg>
        <pc:picChg chg="add mod">
          <ac:chgData name="Christine Larsen" userId="f18a5471-da8b-4dbf-a2ad-0e79af7c917d" providerId="ADAL" clId="{8862D177-B48A-9142-829E-5AF763C9BC3F}" dt="2024-12-20T10:55:16.437" v="6234" actId="1076"/>
          <ac:picMkLst>
            <pc:docMk/>
            <pc:sldMk cId="1646491238" sldId="271"/>
            <ac:picMk id="4" creationId="{9E2ABA09-E2F7-D25A-798D-46FAB8FADC73}"/>
          </ac:picMkLst>
        </pc:picChg>
        <pc:picChg chg="add mod">
          <ac:chgData name="Christine Larsen" userId="f18a5471-da8b-4dbf-a2ad-0e79af7c917d" providerId="ADAL" clId="{8862D177-B48A-9142-829E-5AF763C9BC3F}" dt="2024-12-20T10:59:38.601" v="6282" actId="1076"/>
          <ac:picMkLst>
            <pc:docMk/>
            <pc:sldMk cId="1646491238" sldId="271"/>
            <ac:picMk id="6" creationId="{CDB9DD5A-F31C-8C45-21A1-032EE5D3936D}"/>
          </ac:picMkLst>
        </pc:picChg>
      </pc:sldChg>
      <pc:sldChg chg="modSp new del mod">
        <pc:chgData name="Christine Larsen" userId="f18a5471-da8b-4dbf-a2ad-0e79af7c917d" providerId="ADAL" clId="{8862D177-B48A-9142-829E-5AF763C9BC3F}" dt="2024-12-12T14:26:00.407" v="511" actId="2696"/>
        <pc:sldMkLst>
          <pc:docMk/>
          <pc:sldMk cId="2747720523"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77C618-56D5-C34C-85E4-6E130EC14398}" type="datetimeFigureOut">
              <a:rPr lang="en-US" smtClean="0"/>
              <a:t>12/23/24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85C7BD-DD91-2F48-979C-60CAC927C047}" type="slidenum">
              <a:rPr lang="en-US" smtClean="0"/>
              <a:t>‹#›</a:t>
            </a:fld>
            <a:endParaRPr lang="en-US"/>
          </a:p>
        </p:txBody>
      </p:sp>
    </p:spTree>
    <p:extLst>
      <p:ext uri="{BB962C8B-B14F-4D97-AF65-F5344CB8AC3E}">
        <p14:creationId xmlns:p14="http://schemas.microsoft.com/office/powerpoint/2010/main" val="8964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85C7BD-DD91-2F48-979C-60CAC927C047}" type="slidenum">
              <a:rPr lang="en-US" smtClean="0"/>
              <a:t>1</a:t>
            </a:fld>
            <a:endParaRPr lang="en-US"/>
          </a:p>
        </p:txBody>
      </p:sp>
    </p:spTree>
    <p:extLst>
      <p:ext uri="{BB962C8B-B14F-4D97-AF65-F5344CB8AC3E}">
        <p14:creationId xmlns:p14="http://schemas.microsoft.com/office/powerpoint/2010/main" val="624272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85C7BD-DD91-2F48-979C-60CAC927C047}" type="slidenum">
              <a:rPr lang="en-US" smtClean="0"/>
              <a:t>7</a:t>
            </a:fld>
            <a:endParaRPr lang="en-US"/>
          </a:p>
        </p:txBody>
      </p:sp>
    </p:spTree>
    <p:extLst>
      <p:ext uri="{BB962C8B-B14F-4D97-AF65-F5344CB8AC3E}">
        <p14:creationId xmlns:p14="http://schemas.microsoft.com/office/powerpoint/2010/main" val="637316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85C7BD-DD91-2F48-979C-60CAC927C047}" type="slidenum">
              <a:rPr lang="en-US" smtClean="0"/>
              <a:t>9</a:t>
            </a:fld>
            <a:endParaRPr lang="en-US"/>
          </a:p>
        </p:txBody>
      </p:sp>
    </p:spTree>
    <p:extLst>
      <p:ext uri="{BB962C8B-B14F-4D97-AF65-F5344CB8AC3E}">
        <p14:creationId xmlns:p14="http://schemas.microsoft.com/office/powerpoint/2010/main" val="3212742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3C8B-CFBE-6261-63C2-AB6D3F7937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F74911E-F9E8-5E42-D0DE-737095386B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F7E3210-8F09-6A13-CA1D-528D4EDA81DD}"/>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5" name="Footer Placeholder 4">
            <a:extLst>
              <a:ext uri="{FF2B5EF4-FFF2-40B4-BE49-F238E27FC236}">
                <a16:creationId xmlns:a16="http://schemas.microsoft.com/office/drawing/2014/main" id="{24B9BC21-4C1F-A67B-A779-D5D3FA6CC7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FB5E5F-53EF-CC72-197F-45DA1B9B58A3}"/>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2151801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D8424-196A-C7A0-BA70-B8DEAF87C49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7F460DF-11D8-BED1-62BD-827CA4BD05B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8DC6ECC-E0B8-BBD9-FAA4-B8FB85F175A4}"/>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5" name="Footer Placeholder 4">
            <a:extLst>
              <a:ext uri="{FF2B5EF4-FFF2-40B4-BE49-F238E27FC236}">
                <a16:creationId xmlns:a16="http://schemas.microsoft.com/office/drawing/2014/main" id="{AC9976CE-ED97-A033-6657-C57CBD78A7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6B544F-C3C4-BFA6-3847-2162C9AB1BD5}"/>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2352972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6ED2C-2061-8656-7877-77A843D2823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C2069FC-81B0-E344-E66A-B97D2376E3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41F0CC1-5498-E8BB-E52E-2CE9376FB3B5}"/>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5" name="Footer Placeholder 4">
            <a:extLst>
              <a:ext uri="{FF2B5EF4-FFF2-40B4-BE49-F238E27FC236}">
                <a16:creationId xmlns:a16="http://schemas.microsoft.com/office/drawing/2014/main" id="{795E7188-D6AA-1E95-31C9-5556B9BF2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CF4A80-62FB-C10E-2167-6735B1A9071D}"/>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1270957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ECCD7-1473-0C0C-616B-4C0D7DD462D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9CB4489-0BEE-E137-30CC-DF9657B7AE4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B2EEC33-68EA-33EA-7984-BD127E58ABE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3480F09-F6D6-182B-ECBB-9B87824913FE}"/>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6" name="Footer Placeholder 5">
            <a:extLst>
              <a:ext uri="{FF2B5EF4-FFF2-40B4-BE49-F238E27FC236}">
                <a16:creationId xmlns:a16="http://schemas.microsoft.com/office/drawing/2014/main" id="{633B21B9-CF83-AC77-AEB5-917F538557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F53340-12CE-55E2-955A-69A4A49A3E1C}"/>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697089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F71B3-374C-7DB3-70F0-CC3F74B5EEE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A647103-A114-6CFC-93B2-12BC03B800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EC6F1AF-CFEA-F7E7-A90C-DECC5DADDB5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F40EB4B-ECB0-F042-AEF6-03F88459F0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409A4FD-FF95-5EF8-BA92-CA4847FBA3B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30E30ED-6299-01FE-9A0C-1A0524F28AD0}"/>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8" name="Footer Placeholder 7">
            <a:extLst>
              <a:ext uri="{FF2B5EF4-FFF2-40B4-BE49-F238E27FC236}">
                <a16:creationId xmlns:a16="http://schemas.microsoft.com/office/drawing/2014/main" id="{B577FA7A-5A54-B40B-5FC3-E2AFFF6921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7BDBE5-ACBD-F171-795D-6B50B06B4025}"/>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1515303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ED1FB-B21A-32F6-B25F-6E3F3DCC280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CF71474-7993-9033-66DD-3821EADD137C}"/>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4" name="Footer Placeholder 3">
            <a:extLst>
              <a:ext uri="{FF2B5EF4-FFF2-40B4-BE49-F238E27FC236}">
                <a16:creationId xmlns:a16="http://schemas.microsoft.com/office/drawing/2014/main" id="{D4EFE3C3-9A68-EFC3-FFC9-E004C123B3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4D8D6C-A3F3-D44C-87B9-7433E2EAC1A9}"/>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2089782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83C720-8A31-3198-01C5-F2E2F2AB1F7F}"/>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3" name="Footer Placeholder 2">
            <a:extLst>
              <a:ext uri="{FF2B5EF4-FFF2-40B4-BE49-F238E27FC236}">
                <a16:creationId xmlns:a16="http://schemas.microsoft.com/office/drawing/2014/main" id="{12042E49-8256-A3FF-7273-CDE96B7D31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AA1F2D-A4F2-AD37-3F2A-53C747DDD4F4}"/>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3905167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6F3B-E8BD-C62C-1161-E91F133F7D6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2D7CD0A-2C20-CAA1-82A7-BACB48EF7B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3F9FA47-DB7D-8FAE-F7F1-7E96CB36A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1B3A991-F9E6-7DC3-BE08-941A8D659CA9}"/>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6" name="Footer Placeholder 5">
            <a:extLst>
              <a:ext uri="{FF2B5EF4-FFF2-40B4-BE49-F238E27FC236}">
                <a16:creationId xmlns:a16="http://schemas.microsoft.com/office/drawing/2014/main" id="{8494A5B0-6ADE-EF5E-9767-C1E4E709E0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4600EC-1F89-A7F6-9E5A-A615A97C5F5E}"/>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244058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077D-019A-513D-65CA-30E0052F1B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ADF162E-7CD0-1C40-57C6-611B69D9F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7D375E-C51B-94A1-8D2D-B854E369A7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FD1CACE-B234-4AD2-95E6-7D52E4C09DF0}"/>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6" name="Footer Placeholder 5">
            <a:extLst>
              <a:ext uri="{FF2B5EF4-FFF2-40B4-BE49-F238E27FC236}">
                <a16:creationId xmlns:a16="http://schemas.microsoft.com/office/drawing/2014/main" id="{FD5221D2-EFAC-17C6-4B99-74BBAB69CF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EAA3B3-0365-2088-523F-CE2ED31B34AF}"/>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3224457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6D4A6-54EE-54A1-AB87-A11B1B14FA4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2F2ACDB-AFC3-D07C-D25A-975B5E98B36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4BB566-1BD2-B98B-2295-A2F76AFD57B3}"/>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5" name="Footer Placeholder 4">
            <a:extLst>
              <a:ext uri="{FF2B5EF4-FFF2-40B4-BE49-F238E27FC236}">
                <a16:creationId xmlns:a16="http://schemas.microsoft.com/office/drawing/2014/main" id="{C7D436BC-390A-6280-70F9-2AE95504D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DD2115-CFD6-6792-61BD-76933A3B68B5}"/>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2133011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8DC71D-50AC-F389-372E-42D4048DB54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BC50B71-C92F-F150-3EA5-D830E2B0B92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7CC8940-9755-BB31-34CA-64D4FE0882BF}"/>
              </a:ext>
            </a:extLst>
          </p:cNvPr>
          <p:cNvSpPr>
            <a:spLocks noGrp="1"/>
          </p:cNvSpPr>
          <p:nvPr>
            <p:ph type="dt" sz="half" idx="10"/>
          </p:nvPr>
        </p:nvSpPr>
        <p:spPr/>
        <p:txBody>
          <a:bodyPr/>
          <a:lstStyle/>
          <a:p>
            <a:fld id="{6AC2109D-087D-754C-AFDF-4DB689D88D5B}" type="datetimeFigureOut">
              <a:rPr lang="en-US" smtClean="0"/>
              <a:t>12/23/24</a:t>
            </a:fld>
            <a:endParaRPr lang="en-US"/>
          </a:p>
        </p:txBody>
      </p:sp>
      <p:sp>
        <p:nvSpPr>
          <p:cNvPr id="5" name="Footer Placeholder 4">
            <a:extLst>
              <a:ext uri="{FF2B5EF4-FFF2-40B4-BE49-F238E27FC236}">
                <a16:creationId xmlns:a16="http://schemas.microsoft.com/office/drawing/2014/main" id="{6E46AB55-755A-A8D9-149E-B4E5C872D4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4A8F05-4C3E-EA20-45EB-A74DE2836780}"/>
              </a:ext>
            </a:extLst>
          </p:cNvPr>
          <p:cNvSpPr>
            <a:spLocks noGrp="1"/>
          </p:cNvSpPr>
          <p:nvPr>
            <p:ph type="sldNum" sz="quarter" idx="12"/>
          </p:nvPr>
        </p:nvSpPr>
        <p:spPr/>
        <p:txBody>
          <a:bodyPr/>
          <a:lstStyle/>
          <a:p>
            <a:fld id="{03FC4A4A-6707-5741-9DB8-0BFBA322AD09}" type="slidenum">
              <a:rPr lang="en-US" smtClean="0"/>
              <a:t>‹#›</a:t>
            </a:fld>
            <a:endParaRPr lang="en-US"/>
          </a:p>
        </p:txBody>
      </p:sp>
    </p:spTree>
    <p:extLst>
      <p:ext uri="{BB962C8B-B14F-4D97-AF65-F5344CB8AC3E}">
        <p14:creationId xmlns:p14="http://schemas.microsoft.com/office/powerpoint/2010/main" val="4175687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5ABD04-CE49-A624-E92F-FF195102CC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683945-E347-0531-BC6D-FE08ACFF06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667155-510B-D5DD-9785-98CF976E0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C2109D-087D-754C-AFDF-4DB689D88D5B}" type="datetimeFigureOut">
              <a:rPr lang="en-US" smtClean="0"/>
              <a:t>12/23/24</a:t>
            </a:fld>
            <a:endParaRPr lang="en-US"/>
          </a:p>
        </p:txBody>
      </p:sp>
      <p:sp>
        <p:nvSpPr>
          <p:cNvPr id="5" name="Footer Placeholder 4">
            <a:extLst>
              <a:ext uri="{FF2B5EF4-FFF2-40B4-BE49-F238E27FC236}">
                <a16:creationId xmlns:a16="http://schemas.microsoft.com/office/drawing/2014/main" id="{51E5C3D0-9492-A577-4490-C29EECA842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D42AE6F-59D1-D9C4-0A87-CDDFFA0E94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FC4A4A-6707-5741-9DB8-0BFBA322AD09}" type="slidenum">
              <a:rPr lang="en-US" smtClean="0"/>
              <a:t>‹#›</a:t>
            </a:fld>
            <a:endParaRPr lang="en-US"/>
          </a:p>
        </p:txBody>
      </p:sp>
    </p:spTree>
    <p:extLst>
      <p:ext uri="{BB962C8B-B14F-4D97-AF65-F5344CB8AC3E}">
        <p14:creationId xmlns:p14="http://schemas.microsoft.com/office/powerpoint/2010/main" val="3976891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aus01.safelinks.protection.outlook.com/?url=http%3A%2F%2Fhollyandersonart.com%2F&amp;data=05%7C02%7Clarsenc%40marash.qld.edu.au%7Cc97e046c9633438ea1df08dd1f19d381%7Cba69fbc9444e461d9c4839f5eda41e7a%7C0%7C0%7C638700918609400822%7CUnknown%7CTWFpbGZsb3d8eyJFbXB0eU1hcGkiOnRydWUsIlYiOiIwLjAuMDAwMCIsIlAiOiJXaW4zMiIsIkFOIjoiTWFpbCIsIldUIjoyfQ%3D%3D%7C0%7C%7C%7C&amp;sdata=KJSXgqqa7OWFg5hDhCMoRqUaJzJVzXT8QFyrPUhwV28%3D&amp;reserved=0" TargetMode="External"/><Relationship Id="rId2" Type="http://schemas.openxmlformats.org/officeDocument/2006/relationships/hyperlink" Target="mailto:Instagram@holly.e.anderson" TargetMode="Externa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hyperlink" Target="http://www.davidfenoglioart.com/" TargetMode="External"/><Relationship Id="rId2" Type="http://schemas.openxmlformats.org/officeDocument/2006/relationships/hyperlink" Target="mailto:Instagram@fenoglio.d_art" TargetMode="Externa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Instagram@callumjfrancisfenoglio.d_art" TargetMode="Externa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hyperlink" Target="https://www.instagram.com/afar._.studio/" TargetMode="External"/><Relationship Id="rId2" Type="http://schemas.openxmlformats.org/officeDocument/2006/relationships/hyperlink" Target="mailto:Instagram@fenoglio.d_art" TargetMode="Externa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hyperlink" Target="https://www.instagram.com/katieharrismacleod/?hl=en" TargetMode="External"/><Relationship Id="rId7"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jpeg"/><Relationship Id="rId4" Type="http://schemas.openxmlformats.org/officeDocument/2006/relationships/hyperlink" Target="http://www.katieharrismacleod.co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www.mirandahine.com.au/" TargetMode="Externa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hyperlink" Target="https://aus01.safelinks.protection.outlook.com/?url=http%3A%2F%2Fdylanjonesart.com%2F&amp;data=05%7C02%7Clarsenc%40marash.qld.edu.au%7Ca6e3b642e8d8455cafbe08dccfeb77d6%7Cba69fbc9444e461d9c4839f5eda41e7a%7C0%7C0%7C638613858525223443%7CUnknown%7CTWFpbGZsb3d8eyJWIjoiMC4wLjAwMDAiLCJQIjoiV2luMzIiLCJBTiI6Ik1haWwiLCJXVCI6Mn0%3D%7C0%7C%7C%7C&amp;sdata=eLnawxwESjDgL5%2B3l20hThLuUXFTM6QC%2FEvDDAEo%2FU8%3D&amp;reserved=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ED20E1-064B-BA1E-6385-78CB3C194302}"/>
              </a:ext>
            </a:extLst>
          </p:cNvPr>
          <p:cNvSpPr>
            <a:spLocks noGrp="1"/>
          </p:cNvSpPr>
          <p:nvPr>
            <p:ph idx="1"/>
          </p:nvPr>
        </p:nvSpPr>
        <p:spPr>
          <a:xfrm>
            <a:off x="1499190" y="2137144"/>
            <a:ext cx="9671317" cy="4039818"/>
          </a:xfrm>
        </p:spPr>
        <p:txBody>
          <a:bodyPr>
            <a:normAutofit/>
          </a:bodyPr>
          <a:lstStyle/>
          <a:p>
            <a:pPr marL="0" indent="0" algn="ctr">
              <a:buNone/>
            </a:pPr>
            <a:r>
              <a:rPr lang="en-US" sz="6500" b="1" i="0" u="none" strike="noStrike" dirty="0">
                <a:solidFill>
                  <a:srgbClr val="E833A6"/>
                </a:solidFill>
                <a:effectLst/>
                <a:latin typeface="Aptos Display" panose="020B0004020202020204" pitchFamily="34" charset="0"/>
              </a:rPr>
              <a:t>Spotlight on visua</a:t>
            </a:r>
            <a:r>
              <a:rPr lang="en-US" sz="6500" b="1" dirty="0">
                <a:solidFill>
                  <a:srgbClr val="E833A6"/>
                </a:solidFill>
                <a:latin typeface="Aptos Display" panose="020B0004020202020204" pitchFamily="34" charset="0"/>
              </a:rPr>
              <a:t>l art </a:t>
            </a:r>
            <a:br>
              <a:rPr lang="en-US" sz="6500" b="1" dirty="0">
                <a:solidFill>
                  <a:srgbClr val="E833A6"/>
                </a:solidFill>
                <a:latin typeface="Aptos Display" panose="020B0004020202020204" pitchFamily="34" charset="0"/>
              </a:rPr>
            </a:br>
            <a:r>
              <a:rPr lang="en-US" sz="6500" b="1" dirty="0">
                <a:solidFill>
                  <a:srgbClr val="E833A6"/>
                </a:solidFill>
                <a:latin typeface="Aptos Display" panose="020B0004020202020204" pitchFamily="34" charset="0"/>
              </a:rPr>
              <a:t>as a career</a:t>
            </a:r>
          </a:p>
          <a:p>
            <a:pPr marL="0" indent="0" algn="ctr">
              <a:buNone/>
            </a:pPr>
            <a:r>
              <a:rPr lang="en-US" sz="4900" dirty="0">
                <a:latin typeface="Aptos Display" panose="020B0004020202020204" pitchFamily="34" charset="0"/>
              </a:rPr>
              <a:t>Featuring artists reflecting on their pathways to visual art careers</a:t>
            </a:r>
            <a:endParaRPr lang="en-US" sz="4900" dirty="0"/>
          </a:p>
        </p:txBody>
      </p:sp>
      <p:pic>
        <p:nvPicPr>
          <p:cNvPr id="4" name="Content Placeholder 4">
            <a:extLst>
              <a:ext uri="{FF2B5EF4-FFF2-40B4-BE49-F238E27FC236}">
                <a16:creationId xmlns:a16="http://schemas.microsoft.com/office/drawing/2014/main" id="{DF253623-EFF5-8B99-ED44-6FA9F04FAF4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0"/>
            <a:ext cx="12192001" cy="1502053"/>
          </a:xfrm>
          <a:prstGeom prst="rect">
            <a:avLst/>
          </a:prstGeom>
        </p:spPr>
      </p:pic>
    </p:spTree>
    <p:extLst>
      <p:ext uri="{BB962C8B-B14F-4D97-AF65-F5344CB8AC3E}">
        <p14:creationId xmlns:p14="http://schemas.microsoft.com/office/powerpoint/2010/main" val="418404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F3C917-F628-77AC-E1E9-95FDFC10070F}"/>
              </a:ext>
            </a:extLst>
          </p:cNvPr>
          <p:cNvSpPr>
            <a:spLocks noGrp="1"/>
          </p:cNvSpPr>
          <p:nvPr>
            <p:ph idx="1"/>
          </p:nvPr>
        </p:nvSpPr>
        <p:spPr>
          <a:xfrm>
            <a:off x="2434281" y="2421924"/>
            <a:ext cx="7581588" cy="4015946"/>
          </a:xfrm>
        </p:spPr>
        <p:txBody>
          <a:bodyPr>
            <a:noAutofit/>
          </a:bodyPr>
          <a:lstStyle/>
          <a:p>
            <a:pPr marL="0" indent="0" algn="just">
              <a:buNone/>
            </a:pPr>
            <a:r>
              <a:rPr lang="en-AU" sz="1600" dirty="0"/>
              <a:t>The benefits of engaging in visual art extend far beyond the classroom and provide opportunities for students to develop invaluable skills, attributes and capabilities that will allow them to contribute successfully to society after school.</a:t>
            </a:r>
          </a:p>
          <a:p>
            <a:pPr marL="0" indent="0" algn="just">
              <a:buNone/>
            </a:pPr>
            <a:r>
              <a:rPr lang="en-AU" sz="1600" dirty="0"/>
              <a:t>Career exploration is a vital aspect of the secondary school experience. Visual Art educators play a key role not only in encouraging students to study art during their school years, but also in helping them prepare for a successful future. </a:t>
            </a:r>
          </a:p>
          <a:p>
            <a:pPr marL="0" indent="0" algn="just">
              <a:buNone/>
            </a:pPr>
            <a:r>
              <a:rPr lang="en-AU" sz="1600" dirty="0"/>
              <a:t>By inspiring students to follow their passions, educators can foster a lifelong pursuit of visual art as a career, leading to both personal fulfillment and ongoing professional success and satisfaction. To support this, schools and educators must continue to advocate for visual art education and integrate opportunities for students to explore potential careers in visual art.</a:t>
            </a:r>
            <a:endParaRPr lang="en-AU" sz="1600" dirty="0">
              <a:solidFill>
                <a:srgbClr val="555555"/>
              </a:solidFill>
            </a:endParaRPr>
          </a:p>
          <a:p>
            <a:pPr marL="0" indent="0" algn="just">
              <a:buNone/>
            </a:pPr>
            <a:r>
              <a:rPr lang="en-AU" sz="1600" dirty="0"/>
              <a:t>Through the provision of ‘real-life’ case studies, this resource features seven artists who reflect on their lived experience in making a career for themselves in visual art, which is not only financially viable but is also a personally enriching career choice.  </a:t>
            </a:r>
            <a:endParaRPr lang="en-AU" sz="1600" b="0" i="0" dirty="0">
              <a:solidFill>
                <a:srgbClr val="555555"/>
              </a:solidFill>
              <a:effectLst/>
            </a:endParaRPr>
          </a:p>
        </p:txBody>
      </p:sp>
      <p:pic>
        <p:nvPicPr>
          <p:cNvPr id="4" name="Content Placeholder 4">
            <a:extLst>
              <a:ext uri="{FF2B5EF4-FFF2-40B4-BE49-F238E27FC236}">
                <a16:creationId xmlns:a16="http://schemas.microsoft.com/office/drawing/2014/main" id="{E9383211-855C-17B1-9563-CD354689948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0"/>
            <a:ext cx="12192001" cy="1502053"/>
          </a:xfrm>
          <a:prstGeom prst="rect">
            <a:avLst/>
          </a:prstGeom>
        </p:spPr>
      </p:pic>
      <p:pic>
        <p:nvPicPr>
          <p:cNvPr id="5" name="Picture 4" descr="A blue tile pool with white tiles&#10;&#10;Description automatically generated with medium confidence">
            <a:extLst>
              <a:ext uri="{FF2B5EF4-FFF2-40B4-BE49-F238E27FC236}">
                <a16:creationId xmlns:a16="http://schemas.microsoft.com/office/drawing/2014/main" id="{840111C5-7289-136D-8A29-2A8D60C9491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922" y="1582625"/>
            <a:ext cx="1009011" cy="1124213"/>
          </a:xfrm>
          <a:prstGeom prst="rect">
            <a:avLst/>
          </a:prstGeom>
        </p:spPr>
      </p:pic>
      <p:pic>
        <p:nvPicPr>
          <p:cNvPr id="6" name="Picture 5" descr="A white ball on a black block&#10;&#10;Description automatically generated">
            <a:extLst>
              <a:ext uri="{FF2B5EF4-FFF2-40B4-BE49-F238E27FC236}">
                <a16:creationId xmlns:a16="http://schemas.microsoft.com/office/drawing/2014/main" id="{ED7EF361-E113-6BAF-39D8-0ADE0C06C37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4921" y="2819488"/>
            <a:ext cx="1009011" cy="1111100"/>
          </a:xfrm>
          <a:prstGeom prst="rect">
            <a:avLst/>
          </a:prstGeom>
        </p:spPr>
      </p:pic>
      <p:pic>
        <p:nvPicPr>
          <p:cNvPr id="7" name="Picture 6" descr="A blue and white painting&#10;&#10;Description automatically generated">
            <a:extLst>
              <a:ext uri="{FF2B5EF4-FFF2-40B4-BE49-F238E27FC236}">
                <a16:creationId xmlns:a16="http://schemas.microsoft.com/office/drawing/2014/main" id="{A5F4CCE6-F7C0-71D7-F81F-69985B3C65E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4921" y="4032334"/>
            <a:ext cx="1009011" cy="1243041"/>
          </a:xfrm>
          <a:prstGeom prst="rect">
            <a:avLst/>
          </a:prstGeom>
        </p:spPr>
      </p:pic>
      <p:pic>
        <p:nvPicPr>
          <p:cNvPr id="8" name="Picture 7" descr="A group of decorative objects on a wall&#10;&#10;Description automatically generated">
            <a:extLst>
              <a:ext uri="{FF2B5EF4-FFF2-40B4-BE49-F238E27FC236}">
                <a16:creationId xmlns:a16="http://schemas.microsoft.com/office/drawing/2014/main" id="{1D9D23F7-DA0D-6715-C31F-67CDB78D66B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rot="5400000">
            <a:off x="251115" y="5529394"/>
            <a:ext cx="1345347" cy="1009010"/>
          </a:xfrm>
          <a:prstGeom prst="rect">
            <a:avLst/>
          </a:prstGeom>
        </p:spPr>
      </p:pic>
      <p:pic>
        <p:nvPicPr>
          <p:cNvPr id="9" name="Picture 8">
            <a:extLst>
              <a:ext uri="{FF2B5EF4-FFF2-40B4-BE49-F238E27FC236}">
                <a16:creationId xmlns:a16="http://schemas.microsoft.com/office/drawing/2014/main" id="{34DBDA31-EB83-CF73-A4BE-A1F167878D3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893500" y="1582625"/>
            <a:ext cx="927633" cy="1401584"/>
          </a:xfrm>
          <a:prstGeom prst="rect">
            <a:avLst/>
          </a:prstGeom>
        </p:spPr>
      </p:pic>
      <p:pic>
        <p:nvPicPr>
          <p:cNvPr id="10" name="Picture 9" descr="A close-up of a heart&#10;&#10;Description automatically generated">
            <a:extLst>
              <a:ext uri="{FF2B5EF4-FFF2-40B4-BE49-F238E27FC236}">
                <a16:creationId xmlns:a16="http://schemas.microsoft.com/office/drawing/2014/main" id="{5F9797AF-2F05-E2AB-0847-52F982A6142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874863" y="3069900"/>
            <a:ext cx="964906" cy="1281515"/>
          </a:xfrm>
          <a:prstGeom prst="rect">
            <a:avLst/>
          </a:prstGeom>
        </p:spPr>
      </p:pic>
      <p:pic>
        <p:nvPicPr>
          <p:cNvPr id="11" name="Picture 10">
            <a:extLst>
              <a:ext uri="{FF2B5EF4-FFF2-40B4-BE49-F238E27FC236}">
                <a16:creationId xmlns:a16="http://schemas.microsoft.com/office/drawing/2014/main" id="{58AACCDF-ACDE-5A0C-5ADE-3DBCA2BC295B}"/>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0893500" y="5767331"/>
            <a:ext cx="964905" cy="988393"/>
          </a:xfrm>
          <a:prstGeom prst="rect">
            <a:avLst/>
          </a:prstGeom>
        </p:spPr>
      </p:pic>
      <p:pic>
        <p:nvPicPr>
          <p:cNvPr id="12" name="Picture 11" descr="A white cloth from a ceiling&#10;&#10;Description automatically generated">
            <a:extLst>
              <a:ext uri="{FF2B5EF4-FFF2-40B4-BE49-F238E27FC236}">
                <a16:creationId xmlns:a16="http://schemas.microsoft.com/office/drawing/2014/main" id="{1EAF165A-804B-98CF-E7BB-42373EF77160}"/>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0893499" y="4431919"/>
            <a:ext cx="964905" cy="1281515"/>
          </a:xfrm>
          <a:prstGeom prst="rect">
            <a:avLst/>
          </a:prstGeom>
        </p:spPr>
      </p:pic>
    </p:spTree>
    <p:extLst>
      <p:ext uri="{BB962C8B-B14F-4D97-AF65-F5344CB8AC3E}">
        <p14:creationId xmlns:p14="http://schemas.microsoft.com/office/powerpoint/2010/main" val="312580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8FF704-565D-9A43-50AD-7DDE38C92622}"/>
              </a:ext>
            </a:extLst>
          </p:cNvPr>
          <p:cNvSpPr>
            <a:spLocks noGrp="1"/>
          </p:cNvSpPr>
          <p:nvPr>
            <p:ph idx="1"/>
          </p:nvPr>
        </p:nvSpPr>
        <p:spPr>
          <a:xfrm>
            <a:off x="643811" y="1642188"/>
            <a:ext cx="6064899" cy="5215812"/>
          </a:xfrm>
        </p:spPr>
        <p:txBody>
          <a:bodyPr>
            <a:normAutofit fontScale="85000" lnSpcReduction="20000"/>
          </a:bodyPr>
          <a:lstStyle/>
          <a:p>
            <a:pPr marL="0" indent="0">
              <a:buNone/>
            </a:pPr>
            <a:r>
              <a:rPr lang="en-US" sz="4000" dirty="0">
                <a:solidFill>
                  <a:srgbClr val="FF00C5"/>
                </a:solidFill>
              </a:rPr>
              <a:t>Holly Anderson – artist</a:t>
            </a:r>
          </a:p>
          <a:p>
            <a:pPr marL="0" indent="0" algn="l">
              <a:buNone/>
            </a:pPr>
            <a:r>
              <a:rPr lang="en-AU" sz="2100" u="sng" dirty="0">
                <a:solidFill>
                  <a:srgbClr val="467886"/>
                </a:solidFill>
                <a:latin typeface="Calibri" panose="020F0502020204030204" pitchFamily="34" charset="0"/>
                <a:hlinkClick r:id="rId2" tooltip="mailto:instagram@holly.e.anderson"/>
              </a:rPr>
              <a:t>I</a:t>
            </a:r>
            <a:r>
              <a:rPr lang="en-AU" sz="2100" b="0" i="0" u="sng" strike="noStrike" dirty="0">
                <a:solidFill>
                  <a:srgbClr val="467886"/>
                </a:solidFill>
                <a:effectLst/>
                <a:latin typeface="Calibri" panose="020F0502020204030204" pitchFamily="34" charset="0"/>
                <a:hlinkClick r:id="rId2" tooltip="mailto:instagram@holly.e.anderson"/>
              </a:rPr>
              <a:t>nstagram@holly.e.anderson</a:t>
            </a:r>
            <a:endParaRPr lang="en-AU" sz="2100" b="0" i="0" u="none" strike="noStrike" dirty="0">
              <a:solidFill>
                <a:srgbClr val="467886"/>
              </a:solidFill>
              <a:effectLst/>
              <a:latin typeface="Calibri" panose="020F0502020204030204" pitchFamily="34" charset="0"/>
            </a:endParaRPr>
          </a:p>
          <a:p>
            <a:pPr marL="0" indent="0" algn="l">
              <a:buNone/>
            </a:pPr>
            <a:r>
              <a:rPr lang="en-AU" sz="2100" b="0" i="0" u="sng" strike="noStrike" dirty="0">
                <a:solidFill>
                  <a:srgbClr val="467886"/>
                </a:solidFill>
                <a:effectLst/>
                <a:latin typeface="Calibri" panose="020F0502020204030204" pitchFamily="34" charset="0"/>
                <a:hlinkClick r:id="rId3" tooltip="https://aus01.safelinks.protection.outlook.com/?url=http%3A%2F%2Fhollyandersonart.com%2F&amp;data=05%7C02%7Clarsenc%40marash.qld.edu.au%7Cc97e046c9633438ea1df08dd1f19d381%7Cba69fbc9444e461d9c4839f5eda41e7a%7C0%7C0%7C638700918609400822%7CUnknown%7CTWFpbGZsb3d8eyJFbXB0eU1hcGkiOnRydWUsIlYiOiIwLjAuMDAwMCIsIlAiOiJXaW4zMiIsIkFOIjoiTWFpbCIsIldUIjoyfQ%3D%3D%7C0%7C%7C%7C&amp;sdata=KJSXgqqa7OWFg5hDhCMoRqUaJzJVzXT8QFyrPUhwV28%3D&amp;reserved=0"/>
              </a:rPr>
              <a:t>hollyandersonart.com</a:t>
            </a:r>
            <a:r>
              <a:rPr lang="en-AU" sz="2100" b="0" i="0" u="none" strike="noStrike" dirty="0">
                <a:solidFill>
                  <a:srgbClr val="000000"/>
                </a:solidFill>
                <a:effectLst/>
                <a:latin typeface="Calibri" panose="020F0502020204030204" pitchFamily="34" charset="0"/>
              </a:rPr>
              <a:t> </a:t>
            </a:r>
          </a:p>
          <a:p>
            <a:pPr marL="0" indent="0">
              <a:buNone/>
            </a:pPr>
            <a:endParaRPr lang="en-US" sz="1600" dirty="0">
              <a:solidFill>
                <a:srgbClr val="FF00C5"/>
              </a:solidFill>
            </a:endParaRPr>
          </a:p>
          <a:p>
            <a:pPr marL="0" indent="0" algn="just">
              <a:buNone/>
            </a:pPr>
            <a:r>
              <a:rPr lang="en-AU" sz="1600" b="0" i="0" u="none" strike="noStrike" dirty="0">
                <a:solidFill>
                  <a:srgbClr val="000000"/>
                </a:solidFill>
                <a:effectLst/>
                <a:latin typeface="Calibri" panose="020F0502020204030204" pitchFamily="34" charset="0"/>
              </a:rPr>
              <a:t>I started a Bachelor of Fine Art (QCAD) directly after high school, which felt at the time like the obvious choice. I had recently worked on an art project for a Year 12 class that had completely absorbed me; it was the first taste of an intense feeling of purpose and focus that making art still gives me. I was also in the strange position of having a lot of people in my family already operating in the field which led to an illusion that painting was an occupation levelled in risk with any other job. It was quite surprising once I entered art school and discovered the many other kinds of ‘art world’ there were, the many ways of making art and how artists made the relative instability of painting for a living, work financially and logistically. I majored in Painting which is still the principal focus of my practice. I was astonished how pleasing it was to examine one medium so specifically, how much was there to support you historically, and how much there was yet to discover.  Once I graduated, I juggled many jobs so I could work flexibly on making paintings for exhibitions at artist-run spaces around my city. I met people doing similar things and began to feel very free, having found a place in the world that had not existed for me before. The more I made my work, the more myself I felt. After a few years I started some teaching work at my previous university. It was incredible to watch students go through similar struggles and breakthroughs I had been so grateful for a few years before. I am still teaching and working as a painter supported by a commercial gallery. It is a great life.</a:t>
            </a:r>
          </a:p>
          <a:p>
            <a:pPr marL="0" indent="0">
              <a:buNone/>
            </a:pPr>
            <a:r>
              <a:rPr lang="en-AU" sz="1600" b="0" i="0" u="none" strike="noStrike" dirty="0">
                <a:solidFill>
                  <a:srgbClr val="000000"/>
                </a:solidFill>
                <a:effectLst/>
                <a:latin typeface="Calibri" panose="020F0502020204030204" pitchFamily="34" charset="0"/>
              </a:rPr>
              <a:t> 					</a:t>
            </a:r>
            <a:r>
              <a:rPr lang="en-AU" sz="1600" dirty="0">
                <a:solidFill>
                  <a:srgbClr val="000000"/>
                </a:solidFill>
                <a:latin typeface="Calibri" panose="020F0502020204030204" pitchFamily="34" charset="0"/>
              </a:rPr>
              <a:t> </a:t>
            </a:r>
          </a:p>
          <a:p>
            <a:pPr marL="0" indent="0">
              <a:buNone/>
            </a:pPr>
            <a:r>
              <a:rPr lang="en-AU" sz="1600" dirty="0">
                <a:solidFill>
                  <a:srgbClr val="000000"/>
                </a:solidFill>
                <a:latin typeface="Calibri" panose="020F0502020204030204" pitchFamily="34" charset="0"/>
              </a:rPr>
              <a:t>					     Holly Anderson</a:t>
            </a:r>
            <a:endParaRPr lang="en-US" sz="1600" dirty="0">
              <a:solidFill>
                <a:srgbClr val="FF00C5"/>
              </a:solidFill>
            </a:endParaRPr>
          </a:p>
        </p:txBody>
      </p:sp>
      <p:pic>
        <p:nvPicPr>
          <p:cNvPr id="4" name="Content Placeholder 4">
            <a:extLst>
              <a:ext uri="{FF2B5EF4-FFF2-40B4-BE49-F238E27FC236}">
                <a16:creationId xmlns:a16="http://schemas.microsoft.com/office/drawing/2014/main" id="{B6F68C1C-489D-59AF-67E0-E2C48F9265D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 y="0"/>
            <a:ext cx="12192001" cy="1502053"/>
          </a:xfrm>
          <a:prstGeom prst="rect">
            <a:avLst/>
          </a:prstGeom>
        </p:spPr>
      </p:pic>
      <p:pic>
        <p:nvPicPr>
          <p:cNvPr id="5" name="Picture 4" descr="A blue tile pool with white tiles&#10;&#10;Description automatically generated with medium confidence">
            <a:extLst>
              <a:ext uri="{FF2B5EF4-FFF2-40B4-BE49-F238E27FC236}">
                <a16:creationId xmlns:a16="http://schemas.microsoft.com/office/drawing/2014/main" id="{4D8DFB77-2111-28C4-87BE-786CF7C923C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431945" y="1755117"/>
            <a:ext cx="3901640" cy="4347103"/>
          </a:xfrm>
          <a:prstGeom prst="rect">
            <a:avLst/>
          </a:prstGeom>
        </p:spPr>
      </p:pic>
      <p:sp>
        <p:nvSpPr>
          <p:cNvPr id="6" name="TextBox 5">
            <a:extLst>
              <a:ext uri="{FF2B5EF4-FFF2-40B4-BE49-F238E27FC236}">
                <a16:creationId xmlns:a16="http://schemas.microsoft.com/office/drawing/2014/main" id="{747B45C8-6ECF-AB54-5125-66B99EFD7260}"/>
              </a:ext>
            </a:extLst>
          </p:cNvPr>
          <p:cNvSpPr txBox="1"/>
          <p:nvPr/>
        </p:nvSpPr>
        <p:spPr>
          <a:xfrm>
            <a:off x="7347968" y="6195527"/>
            <a:ext cx="4268643" cy="523220"/>
          </a:xfrm>
          <a:prstGeom prst="rect">
            <a:avLst/>
          </a:prstGeom>
          <a:noFill/>
        </p:spPr>
        <p:txBody>
          <a:bodyPr wrap="square" rtlCol="0">
            <a:spAutoFit/>
          </a:bodyPr>
          <a:lstStyle/>
          <a:p>
            <a:r>
              <a:rPr lang="en-AU" sz="1400" b="0" i="1" u="none" strike="noStrike" dirty="0">
                <a:solidFill>
                  <a:srgbClr val="000000"/>
                </a:solidFill>
                <a:effectLst/>
                <a:latin typeface="Calibri" panose="020F0502020204030204" pitchFamily="34" charset="0"/>
              </a:rPr>
              <a:t>Pool (the broken window), </a:t>
            </a:r>
            <a:r>
              <a:rPr lang="en-AU" sz="1400" b="0" i="0" u="none" strike="noStrike" dirty="0">
                <a:solidFill>
                  <a:srgbClr val="000000"/>
                </a:solidFill>
                <a:effectLst/>
                <a:latin typeface="Calibri" panose="020F0502020204030204" pitchFamily="34" charset="0"/>
              </a:rPr>
              <a:t>2022, oil on panel, 120 x 110 cm. Image courtesy the artist. </a:t>
            </a:r>
            <a:endParaRPr lang="en-US" sz="1400" dirty="0"/>
          </a:p>
        </p:txBody>
      </p:sp>
    </p:spTree>
    <p:extLst>
      <p:ext uri="{BB962C8B-B14F-4D97-AF65-F5344CB8AC3E}">
        <p14:creationId xmlns:p14="http://schemas.microsoft.com/office/powerpoint/2010/main" val="514210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8595F5-126A-C083-35E4-9C24C1A3AAB0}"/>
              </a:ext>
            </a:extLst>
          </p:cNvPr>
          <p:cNvSpPr>
            <a:spLocks noGrp="1"/>
          </p:cNvSpPr>
          <p:nvPr>
            <p:ph idx="1"/>
          </p:nvPr>
        </p:nvSpPr>
        <p:spPr>
          <a:xfrm>
            <a:off x="598606" y="1795346"/>
            <a:ext cx="6275159" cy="4884233"/>
          </a:xfrm>
        </p:spPr>
        <p:txBody>
          <a:bodyPr>
            <a:normAutofit fontScale="77500" lnSpcReduction="20000"/>
          </a:bodyPr>
          <a:lstStyle/>
          <a:p>
            <a:pPr marL="0" indent="0">
              <a:buNone/>
            </a:pPr>
            <a:r>
              <a:rPr lang="en-US" sz="4400" dirty="0">
                <a:solidFill>
                  <a:srgbClr val="FF00C5"/>
                </a:solidFill>
              </a:rPr>
              <a:t>David </a:t>
            </a:r>
            <a:r>
              <a:rPr lang="en-US" sz="4400" dirty="0" err="1">
                <a:solidFill>
                  <a:srgbClr val="FF00C5"/>
                </a:solidFill>
              </a:rPr>
              <a:t>Fenoglio</a:t>
            </a:r>
            <a:r>
              <a:rPr lang="en-US" sz="4400" dirty="0">
                <a:solidFill>
                  <a:srgbClr val="FF00C5"/>
                </a:solidFill>
              </a:rPr>
              <a:t> – artist, educator</a:t>
            </a:r>
          </a:p>
          <a:p>
            <a:pPr marL="0" indent="0" algn="l">
              <a:buNone/>
            </a:pPr>
            <a:r>
              <a:rPr lang="en-AU" sz="2300" b="0" i="0" u="sng" strike="noStrike" dirty="0">
                <a:solidFill>
                  <a:srgbClr val="0000FF"/>
                </a:solidFill>
                <a:effectLst/>
                <a:ea typeface="Helvetica Neue" panose="02000503000000020004" pitchFamily="2" charset="0"/>
                <a:cs typeface="Helvetica Neue" panose="02000503000000020004" pitchFamily="2" charset="0"/>
                <a:hlinkClick r:id="rId2" tooltip="mailto:Instagram@fenoglio.d_art"/>
              </a:rPr>
              <a:t>Instagram@fenoglio.d_art</a:t>
            </a:r>
            <a:endParaRPr lang="en-AU" sz="2300" b="0" i="0" u="none" strike="noStrike" dirty="0">
              <a:solidFill>
                <a:srgbClr val="000000"/>
              </a:solidFill>
              <a:effectLst/>
              <a:ea typeface="Helvetica Neue" panose="02000503000000020004" pitchFamily="2" charset="0"/>
              <a:cs typeface="Helvetica Neue" panose="02000503000000020004" pitchFamily="2" charset="0"/>
            </a:endParaRPr>
          </a:p>
          <a:p>
            <a:pPr marL="0" indent="0" algn="l">
              <a:buNone/>
            </a:pPr>
            <a:r>
              <a:rPr lang="en-AU" sz="2300" b="0" i="0" u="sng" strike="noStrike" dirty="0">
                <a:solidFill>
                  <a:srgbClr val="0000FF"/>
                </a:solidFill>
                <a:effectLst/>
                <a:ea typeface="Helvetica Neue" panose="02000503000000020004" pitchFamily="2" charset="0"/>
                <a:cs typeface="Helvetica Neue" panose="02000503000000020004" pitchFamily="2" charset="0"/>
                <a:hlinkClick r:id="rId3" tooltip="https://aus01.safelinks.protection.outlook.com/?url=https%3A%2F%2Flinkprotect.cudasvc.com%2Furl%3Fa%3Dhttps%253a%252f%252fwww.davidfenoglioart.com%26c%3DE%2C1%2CDNn9tQgVeae5ZXcKY_LhfXUipxISN0msp5YiXcOGlHaLAx3jadj6E0UplbF9YSZuBGTSS-xaR6Px9utjcHYuPyyy-SK2vFoweuRpVVxIhDrqKwKpjA%2C%2C%26typo%3D1%26ancr_add%3D1&amp;data=05%7C02%7Clarsenc%40marash.qld.edu.au%7C33077187371a4a9a514708dcd556986c%7Cba69fbc9444e461d9c4839f5eda41e7a%7C0%7C0%7C638619815498677886%7CUnknown%7CTWFpbGZsb3d8eyJWIjoiMC4wLjAwMDAiLCJQIjoiV2luMzIiLCJBTiI6Ik1haWwiLCJXVCI6Mn0%3D%7C0%7C%7C%7C&amp;sdata=HC5ZsnqSztcOGwgmCSnRmTRfS6OLrIOQEcoiaqzJZ1o%3D&amp;reserved=0"/>
              </a:rPr>
              <a:t>www.davidfenoglioart.com</a:t>
            </a:r>
            <a:endParaRPr lang="en-AU" sz="2300" b="0" i="0" u="sng" strike="noStrike" dirty="0">
              <a:solidFill>
                <a:srgbClr val="0000FF"/>
              </a:solidFill>
              <a:effectLst/>
              <a:ea typeface="Helvetica Neue" panose="02000503000000020004" pitchFamily="2" charset="0"/>
              <a:cs typeface="Helvetica Neue" panose="02000503000000020004" pitchFamily="2" charset="0"/>
            </a:endParaRPr>
          </a:p>
          <a:p>
            <a:pPr marL="0" indent="0" algn="l">
              <a:buNone/>
            </a:pPr>
            <a:endParaRPr lang="en-AU" sz="23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L="0" indent="0" algn="just">
              <a:buNone/>
            </a:pPr>
            <a:r>
              <a:rPr lang="en-US" sz="1800" dirty="0">
                <a:ln>
                  <a:noFill/>
                </a:ln>
                <a:solidFill>
                  <a:srgbClr val="000000"/>
                </a:solidFill>
                <a:effectLst/>
                <a:ea typeface="Arial Unicode MS" panose="020B0604020202020204" pitchFamily="34" charset="-128"/>
                <a:cs typeface="Arial Unicode MS" panose="020B0604020202020204" pitchFamily="34" charset="-128"/>
              </a:rPr>
              <a:t>I studied art in high school and spent many lunchtimes in the art rooms. After finishing high school, I worked as a chef for some years and went on to study a Bachelor of Fine Art at university. During this study I continued working as a chef where creativity was also a driving force. After graduating I continued working as a chef, saving money and travelling. After some years of this and being exposed to the great art of the world, I decided to commit myself to painting. This required employment other than hospitality, so, I studied education. I am now happily working as a secondary art teacher and painting. Trying to explain why art is important is a strange thing. It is deeply engrained in my life and very important to me. Visual art, in particular of all the arts, is often a quiet space. In a busy and noisy world the quiet of visual art, the contemplation available to any artist in the studio is so important for the soul. Art allows an individual to engage with the world in an authentic way. The fundamental nature of people is creative; if it weren’t for our creativity we would not still be here as a species. Employers are heard speaking about the need for creative and adaptive thinkers. Even a few years doing visual art during high school will give you an edge in the professional world. Do art!</a:t>
            </a:r>
          </a:p>
          <a:p>
            <a:pPr marL="0" indent="0" algn="just">
              <a:buNone/>
            </a:pPr>
            <a:endParaRPr lang="en-US" sz="1800" dirty="0">
              <a:ln>
                <a:noFill/>
              </a:ln>
              <a:solidFill>
                <a:srgbClr val="000000"/>
              </a:solidFill>
              <a:effectLst/>
              <a:ea typeface="Arial Unicode MS" panose="020B0604020202020204" pitchFamily="34" charset="-128"/>
              <a:cs typeface="Arial Unicode MS" panose="020B0604020202020204" pitchFamily="34" charset="-128"/>
            </a:endParaRPr>
          </a:p>
          <a:p>
            <a:pPr marL="0" indent="0">
              <a:buNone/>
            </a:pPr>
            <a:r>
              <a:rPr lang="en-US" sz="1800" dirty="0">
                <a:ln>
                  <a:noFill/>
                </a:ln>
                <a:solidFill>
                  <a:srgbClr val="000000"/>
                </a:solidFill>
                <a:effectLst/>
                <a:ea typeface="Arial Unicode MS" panose="020B0604020202020204" pitchFamily="34" charset="-128"/>
                <a:cs typeface="Arial Unicode MS" panose="020B0604020202020204" pitchFamily="34" charset="-128"/>
              </a:rPr>
              <a:t>				                                David Fenoglio </a:t>
            </a:r>
            <a:endParaRPr lang="en-AU" sz="1800" dirty="0">
              <a:ln>
                <a:noFill/>
              </a:ln>
              <a:solidFill>
                <a:srgbClr val="000000"/>
              </a:solidFill>
              <a:effectLst/>
              <a:ea typeface="Arial Unicode MS" panose="020B0604020202020204" pitchFamily="34" charset="-128"/>
              <a:cs typeface="Arial Unicode MS" panose="020B0604020202020204" pitchFamily="34" charset="-128"/>
            </a:endParaRPr>
          </a:p>
          <a:p>
            <a:pPr marL="0" indent="0">
              <a:buNone/>
            </a:pPr>
            <a:endParaRPr lang="en-US" sz="4400" dirty="0">
              <a:solidFill>
                <a:srgbClr val="FF00C5"/>
              </a:solidFill>
            </a:endParaRPr>
          </a:p>
        </p:txBody>
      </p:sp>
      <p:pic>
        <p:nvPicPr>
          <p:cNvPr id="4" name="Content Placeholder 4">
            <a:extLst>
              <a:ext uri="{FF2B5EF4-FFF2-40B4-BE49-F238E27FC236}">
                <a16:creationId xmlns:a16="http://schemas.microsoft.com/office/drawing/2014/main" id="{A68E7592-9BF3-89BF-7C49-FB3328B68ED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 y="0"/>
            <a:ext cx="12192001" cy="1502053"/>
          </a:xfrm>
          <a:prstGeom prst="rect">
            <a:avLst/>
          </a:prstGeom>
        </p:spPr>
      </p:pic>
      <p:pic>
        <p:nvPicPr>
          <p:cNvPr id="6" name="Picture 5" descr="A white ball on a black block&#10;&#10;Description automatically generated">
            <a:extLst>
              <a:ext uri="{FF2B5EF4-FFF2-40B4-BE49-F238E27FC236}">
                <a16:creationId xmlns:a16="http://schemas.microsoft.com/office/drawing/2014/main" id="{C2CE4741-555D-D639-9668-6ABADBD0AA2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721000" y="1795346"/>
            <a:ext cx="3872393" cy="4264188"/>
          </a:xfrm>
          <a:prstGeom prst="rect">
            <a:avLst/>
          </a:prstGeom>
        </p:spPr>
      </p:pic>
      <p:sp>
        <p:nvSpPr>
          <p:cNvPr id="2" name="TextBox 1">
            <a:extLst>
              <a:ext uri="{FF2B5EF4-FFF2-40B4-BE49-F238E27FC236}">
                <a16:creationId xmlns:a16="http://schemas.microsoft.com/office/drawing/2014/main" id="{5E0D0129-15E3-EA5E-7D4B-E911B2BB185F}"/>
              </a:ext>
            </a:extLst>
          </p:cNvPr>
          <p:cNvSpPr txBox="1"/>
          <p:nvPr/>
        </p:nvSpPr>
        <p:spPr>
          <a:xfrm>
            <a:off x="7721000" y="6177516"/>
            <a:ext cx="4038609" cy="800219"/>
          </a:xfrm>
          <a:prstGeom prst="rect">
            <a:avLst/>
          </a:prstGeom>
          <a:noFill/>
        </p:spPr>
        <p:txBody>
          <a:bodyPr wrap="square" rtlCol="0">
            <a:spAutoFit/>
          </a:bodyPr>
          <a:lstStyle/>
          <a:p>
            <a:pPr algn="l"/>
            <a:r>
              <a:rPr lang="en-AU" sz="1400" b="0" i="1" u="none" strike="noStrike" dirty="0">
                <a:solidFill>
                  <a:srgbClr val="000000"/>
                </a:solidFill>
                <a:effectLst/>
              </a:rPr>
              <a:t>Scorched</a:t>
            </a:r>
            <a:r>
              <a:rPr lang="en-AU" sz="1400" b="0" i="0" u="none" strike="noStrike" dirty="0">
                <a:solidFill>
                  <a:srgbClr val="000000"/>
                </a:solidFill>
                <a:effectLst/>
              </a:rPr>
              <a:t>, 2023</a:t>
            </a:r>
            <a:r>
              <a:rPr lang="en-AU" sz="1400" dirty="0">
                <a:solidFill>
                  <a:srgbClr val="000000"/>
                </a:solidFill>
              </a:rPr>
              <a:t>, Oil on linen, </a:t>
            </a:r>
            <a:r>
              <a:rPr lang="en-AU" sz="1400" b="0" i="0" u="none" strike="noStrike" dirty="0">
                <a:solidFill>
                  <a:srgbClr val="000000"/>
                </a:solidFill>
                <a:effectLst/>
              </a:rPr>
              <a:t>46 x 41cm.</a:t>
            </a:r>
          </a:p>
          <a:p>
            <a:pPr algn="l"/>
            <a:r>
              <a:rPr lang="en-AU" sz="1400" dirty="0">
                <a:solidFill>
                  <a:srgbClr val="000000"/>
                </a:solidFill>
              </a:rPr>
              <a:t>Image c</a:t>
            </a:r>
            <a:r>
              <a:rPr lang="en-AU" sz="1400" b="0" i="0" u="none" strike="noStrike" dirty="0">
                <a:solidFill>
                  <a:srgbClr val="000000"/>
                </a:solidFill>
                <a:effectLst/>
              </a:rPr>
              <a:t>ourtesy the artist and Jan Manton Gallery</a:t>
            </a:r>
          </a:p>
          <a:p>
            <a:endParaRPr lang="en-US" dirty="0"/>
          </a:p>
        </p:txBody>
      </p:sp>
    </p:spTree>
    <p:extLst>
      <p:ext uri="{BB962C8B-B14F-4D97-AF65-F5344CB8AC3E}">
        <p14:creationId xmlns:p14="http://schemas.microsoft.com/office/powerpoint/2010/main" val="2264091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B8A88-766A-2C64-27AF-482C5C46F42C}"/>
              </a:ext>
            </a:extLst>
          </p:cNvPr>
          <p:cNvSpPr>
            <a:spLocks noGrp="1"/>
          </p:cNvSpPr>
          <p:nvPr>
            <p:ph idx="1"/>
          </p:nvPr>
        </p:nvSpPr>
        <p:spPr>
          <a:xfrm>
            <a:off x="616688" y="1825624"/>
            <a:ext cx="5901070" cy="4957948"/>
          </a:xfrm>
        </p:spPr>
        <p:txBody>
          <a:bodyPr>
            <a:normAutofit fontScale="70000" lnSpcReduction="20000"/>
          </a:bodyPr>
          <a:lstStyle/>
          <a:p>
            <a:pPr marL="0" indent="0">
              <a:buNone/>
            </a:pPr>
            <a:r>
              <a:rPr lang="en-US" sz="4900" dirty="0">
                <a:solidFill>
                  <a:srgbClr val="FF00C5"/>
                </a:solidFill>
              </a:rPr>
              <a:t>Callum Francis – artist</a:t>
            </a:r>
          </a:p>
          <a:p>
            <a:pPr marL="0" indent="0" algn="l">
              <a:buNone/>
            </a:pPr>
            <a:r>
              <a:rPr lang="en-AU" sz="2600" b="0" i="0" u="sng" strike="noStrike" dirty="0">
                <a:solidFill>
                  <a:srgbClr val="0000FF"/>
                </a:solidFill>
                <a:effectLst/>
                <a:ea typeface="Helvetica Neue" panose="02000503000000020004" pitchFamily="2" charset="0"/>
                <a:cs typeface="Helvetica Neue" panose="02000503000000020004" pitchFamily="2" charset="0"/>
                <a:hlinkClick r:id="rId2" tooltip="mailto:Instagram@fenoglio.d_art"/>
              </a:rPr>
              <a:t>Instagram@callumjfrancis</a:t>
            </a:r>
            <a:endParaRPr lang="en-AU" sz="2600" b="0" i="0" u="none" strike="noStrike" dirty="0">
              <a:solidFill>
                <a:srgbClr val="000000"/>
              </a:solidFill>
              <a:effectLst/>
              <a:ea typeface="Helvetica Neue" panose="02000503000000020004" pitchFamily="2" charset="0"/>
              <a:cs typeface="Helvetica Neue" panose="02000503000000020004" pitchFamily="2" charset="0"/>
            </a:endParaRPr>
          </a:p>
          <a:p>
            <a:pPr marL="0" indent="0">
              <a:buNone/>
            </a:pPr>
            <a:endParaRPr lang="en-US" sz="3400" dirty="0">
              <a:solidFill>
                <a:srgbClr val="FF00C5"/>
              </a:solidFill>
            </a:endParaRPr>
          </a:p>
          <a:p>
            <a:pPr marL="0" indent="0">
              <a:buNone/>
            </a:pPr>
            <a:endParaRPr lang="en-AU" sz="2300" b="0" i="0" u="none" strike="noStrike" dirty="0">
              <a:solidFill>
                <a:srgbClr val="000000"/>
              </a:solidFill>
              <a:effectLst/>
              <a:latin typeface="Aptos" panose="020B0004020202020204" pitchFamily="34" charset="0"/>
            </a:endParaRPr>
          </a:p>
          <a:p>
            <a:pPr marL="0" indent="0" algn="just">
              <a:buNone/>
            </a:pPr>
            <a:r>
              <a:rPr lang="en-AU" sz="2300" b="0" i="0" u="none" strike="noStrike" dirty="0">
                <a:solidFill>
                  <a:srgbClr val="000000"/>
                </a:solidFill>
                <a:effectLst/>
                <a:latin typeface="Aptos" panose="020B0004020202020204" pitchFamily="34" charset="0"/>
              </a:rPr>
              <a:t>Art for me was a calling, one which became louder as I grew older. Irrespective of the little encouragement during high school art, I persisted with my vision of becoming an artist one day. I went on to study Literature and Art at University, helping to formulate my ideas and being able to express them through language. I then travelled around Australia working odd jobs until I was ready to make the work that meant the most to me. Painting is an incredibly rich language to express one’s interests and life. It’s valuable to be honest with who you are and allow that to be celebrated through your work. I’ve been very fortunate to show my work both nationally and internationally with many years to come. Dedicate yourself to the process and enjoy making work. A life in art is a long journey to be </a:t>
            </a:r>
            <a:r>
              <a:rPr lang="en-AU" sz="2300" b="0" i="0" u="none" strike="noStrike" dirty="0">
                <a:effectLst/>
                <a:latin typeface="Aptos" panose="020B0004020202020204" pitchFamily="34" charset="0"/>
              </a:rPr>
              <a:t>cherished.</a:t>
            </a:r>
          </a:p>
          <a:p>
            <a:pPr marL="0" indent="0">
              <a:buNone/>
            </a:pPr>
            <a:r>
              <a:rPr lang="en-US" sz="2300" dirty="0"/>
              <a:t>			</a:t>
            </a:r>
          </a:p>
          <a:p>
            <a:pPr marL="0" indent="0">
              <a:buNone/>
            </a:pPr>
            <a:r>
              <a:rPr lang="en-US" sz="2300" dirty="0"/>
              <a:t>				                 Callum Francis</a:t>
            </a:r>
          </a:p>
        </p:txBody>
      </p:sp>
      <p:pic>
        <p:nvPicPr>
          <p:cNvPr id="4" name="Content Placeholder 4">
            <a:extLst>
              <a:ext uri="{FF2B5EF4-FFF2-40B4-BE49-F238E27FC236}">
                <a16:creationId xmlns:a16="http://schemas.microsoft.com/office/drawing/2014/main" id="{C66BCBF6-591B-91A0-3908-CB6C84E181F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0"/>
            <a:ext cx="12192001" cy="1502053"/>
          </a:xfrm>
          <a:prstGeom prst="rect">
            <a:avLst/>
          </a:prstGeom>
        </p:spPr>
      </p:pic>
      <p:pic>
        <p:nvPicPr>
          <p:cNvPr id="5" name="Picture 4" descr="A blue and white painting&#10;&#10;Description automatically generated">
            <a:extLst>
              <a:ext uri="{FF2B5EF4-FFF2-40B4-BE49-F238E27FC236}">
                <a16:creationId xmlns:a16="http://schemas.microsoft.com/office/drawing/2014/main" id="{8EA99E54-D21A-A4FD-5E2C-9504FB37618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22058" y="1754273"/>
            <a:ext cx="3479675" cy="4286749"/>
          </a:xfrm>
          <a:prstGeom prst="rect">
            <a:avLst/>
          </a:prstGeom>
        </p:spPr>
      </p:pic>
      <p:sp>
        <p:nvSpPr>
          <p:cNvPr id="6" name="TextBox 5">
            <a:extLst>
              <a:ext uri="{FF2B5EF4-FFF2-40B4-BE49-F238E27FC236}">
                <a16:creationId xmlns:a16="http://schemas.microsoft.com/office/drawing/2014/main" id="{3F4869F7-6FA9-9ED5-62E7-BF17D8CC010C}"/>
              </a:ext>
            </a:extLst>
          </p:cNvPr>
          <p:cNvSpPr txBox="1"/>
          <p:nvPr/>
        </p:nvSpPr>
        <p:spPr>
          <a:xfrm>
            <a:off x="7304566" y="6124353"/>
            <a:ext cx="4774019" cy="523220"/>
          </a:xfrm>
          <a:prstGeom prst="rect">
            <a:avLst/>
          </a:prstGeom>
          <a:noFill/>
        </p:spPr>
        <p:txBody>
          <a:bodyPr wrap="square" rtlCol="0">
            <a:spAutoFit/>
          </a:bodyPr>
          <a:lstStyle/>
          <a:p>
            <a:r>
              <a:rPr lang="en-AU" sz="1400" b="0" i="1" dirty="0">
                <a:solidFill>
                  <a:srgbClr val="000000"/>
                </a:solidFill>
                <a:effectLst/>
              </a:rPr>
              <a:t>Gently Sail, </a:t>
            </a:r>
            <a:r>
              <a:rPr lang="en-AU" sz="1400" b="0" i="0" dirty="0">
                <a:solidFill>
                  <a:srgbClr val="000000"/>
                </a:solidFill>
                <a:effectLst/>
              </a:rPr>
              <a:t>2024, Oil on polycotton, 167 x 137 cm.</a:t>
            </a:r>
          </a:p>
          <a:p>
            <a:r>
              <a:rPr lang="en-AU" sz="1400" dirty="0">
                <a:solidFill>
                  <a:srgbClr val="000000"/>
                </a:solidFill>
              </a:rPr>
              <a:t>Image courtesy the artist and Christine Hall Photographer</a:t>
            </a:r>
            <a:endParaRPr lang="en-US" sz="1400" dirty="0"/>
          </a:p>
        </p:txBody>
      </p:sp>
    </p:spTree>
    <p:extLst>
      <p:ext uri="{BB962C8B-B14F-4D97-AF65-F5344CB8AC3E}">
        <p14:creationId xmlns:p14="http://schemas.microsoft.com/office/powerpoint/2010/main" val="405603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8FC72C-428B-3A9E-7C86-22D1D1E576C2}"/>
              </a:ext>
            </a:extLst>
          </p:cNvPr>
          <p:cNvSpPr>
            <a:spLocks noGrp="1"/>
          </p:cNvSpPr>
          <p:nvPr>
            <p:ph idx="1"/>
          </p:nvPr>
        </p:nvSpPr>
        <p:spPr>
          <a:xfrm>
            <a:off x="347330" y="1613522"/>
            <a:ext cx="7180521" cy="5127519"/>
          </a:xfrm>
        </p:spPr>
        <p:txBody>
          <a:bodyPr>
            <a:normAutofit fontScale="25000" lnSpcReduction="20000"/>
          </a:bodyPr>
          <a:lstStyle/>
          <a:p>
            <a:pPr marL="0" indent="0">
              <a:buNone/>
            </a:pPr>
            <a:r>
              <a:rPr lang="en-US" sz="13600" dirty="0">
                <a:solidFill>
                  <a:srgbClr val="FF00C5"/>
                </a:solidFill>
              </a:rPr>
              <a:t>Alina Franks – educator, artist</a:t>
            </a:r>
          </a:p>
          <a:p>
            <a:pPr marL="0" indent="0">
              <a:buNone/>
            </a:pPr>
            <a:r>
              <a:rPr lang="en-AU" sz="7200" b="0" i="0" strike="noStrike" dirty="0" err="1">
                <a:solidFill>
                  <a:srgbClr val="0000FF"/>
                </a:solidFill>
                <a:effectLst/>
                <a:ea typeface="Helvetica Neue" panose="02000503000000020004" pitchFamily="2" charset="0"/>
                <a:cs typeface="Helvetica Neue" panose="02000503000000020004" pitchFamily="2" charset="0"/>
                <a:hlinkClick r:id="rId2" tooltip="mailto:Instagram@fenoglio.d_art"/>
              </a:rPr>
              <a:t>Instagram@</a:t>
            </a:r>
            <a:r>
              <a:rPr lang="en-AU" sz="7200" b="0" i="0" strike="noStrike" dirty="0" err="1">
                <a:effectLst/>
                <a:hlinkClick r:id="rId3"/>
              </a:rPr>
              <a:t>afar</a:t>
            </a:r>
            <a:r>
              <a:rPr lang="en-AU" sz="7200" b="0" i="0" strike="noStrike" dirty="0">
                <a:effectLst/>
                <a:hlinkClick r:id="rId3"/>
              </a:rPr>
              <a:t>._.studio</a:t>
            </a:r>
          </a:p>
          <a:p>
            <a:pPr marL="0" indent="0" algn="just">
              <a:buNone/>
            </a:pPr>
            <a:r>
              <a:rPr lang="en-AU" sz="5200" dirty="0">
                <a:effectLst/>
                <a:ea typeface="Times New Roman" panose="02020603050405020304" pitchFamily="18" charset="0"/>
              </a:rPr>
              <a:t>I have two photographs taken 16 years apart that are almost identical. The first was taken when I was 4, sitting on the floor of my grandparents' kitchen, totally engrossed in drawing. The second was at art college in my studio space, in the same pose, drawing something surprisingly similar. After all these years, creating continues to make me feel whole. The process of problem-solving, working with my hands, and having the confidence to put an idea into action has been part of my everyday life—from working as a high school visual art teacher, to running a business creating artisan products for homewares stores, and renovating properties. </a:t>
            </a:r>
          </a:p>
          <a:p>
            <a:pPr marL="0" indent="0" algn="just">
              <a:buNone/>
            </a:pPr>
            <a:r>
              <a:rPr lang="en-AU" sz="5200" dirty="0">
                <a:effectLst/>
                <a:ea typeface="Times New Roman" panose="02020603050405020304" pitchFamily="18" charset="0"/>
              </a:rPr>
              <a:t>Initially, I didn’t choose Art as a subject in Year 9; it didn’t seem like a ‘real’ subject. However, everything changed when I saw what my friends were learning and met people who ran a local gallery. They made me question what a ‘real’ subject or job truly was. By Year 10, I was studying Art and had transformed a corner of the garage into my painting studio. The art room became my second home, and it still is today. In Year 12, I initially planned to study into Business and Law, influenced by a misguided notion of what was ‘important’. However, after attending a university open day, I became captivated by the art studios and changed my preferences to a Bachelor of Visual Art with Honours, followed by a course in Secondary Education.</a:t>
            </a:r>
          </a:p>
          <a:p>
            <a:pPr marL="0" indent="0" algn="just">
              <a:buNone/>
            </a:pPr>
            <a:r>
              <a:rPr lang="en-AU" sz="5200" dirty="0">
                <a:effectLst/>
                <a:ea typeface="Times New Roman" panose="02020603050405020304" pitchFamily="18" charset="0"/>
              </a:rPr>
              <a:t>Working with students and guiding them through their own creative processes is inspiring and I have kept my artistic practice alive through exhibitions, markets, and commissioned pieces. Yet, over the last couple of years, I felt a growing desire to turn my passion for creating into a business. I reached out to a homewares store in Byron Bay, sending them a collection of my images, and before I knew it, I was filling orders of 50 or more pieces at a time and expanding to other stores. What caught me off guard were the deep connections I forged with my customers. They approached me to create pieces for weddings, to honour loved ones who had passed away, and to commemorate significant milestones in their lives. What could be more important? As a creative individual, you can never predict where each artwork or opportunity will lead you. Life is not a clear map. The skills and confidence that you learn by being creative stay with you for a lifetime. Be brave and stick to your passion. </a:t>
            </a:r>
          </a:p>
          <a:p>
            <a:pPr marL="0" indent="0" algn="just">
              <a:buNone/>
            </a:pPr>
            <a:r>
              <a:rPr lang="en-AU" sz="5200" dirty="0">
                <a:solidFill>
                  <a:srgbClr val="0D1216"/>
                </a:solidFill>
                <a:effectLst/>
                <a:ea typeface="DengXian" panose="02010600030101010101" pitchFamily="2" charset="-122"/>
                <a:cs typeface="Calibri" panose="020F0502020204030204" pitchFamily="34" charset="0"/>
              </a:rPr>
              <a:t>						                   Alina Franks</a:t>
            </a:r>
            <a:endParaRPr lang="en-US" sz="5200" dirty="0"/>
          </a:p>
        </p:txBody>
      </p:sp>
      <p:pic>
        <p:nvPicPr>
          <p:cNvPr id="4" name="Content Placeholder 4">
            <a:extLst>
              <a:ext uri="{FF2B5EF4-FFF2-40B4-BE49-F238E27FC236}">
                <a16:creationId xmlns:a16="http://schemas.microsoft.com/office/drawing/2014/main" id="{9E2ABA09-E2F7-D25A-798D-46FAB8FADC7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 y="0"/>
            <a:ext cx="12192000" cy="1502053"/>
          </a:xfrm>
          <a:prstGeom prst="rect">
            <a:avLst/>
          </a:prstGeom>
        </p:spPr>
      </p:pic>
      <p:pic>
        <p:nvPicPr>
          <p:cNvPr id="6" name="Picture 5" descr="A group of decorative objects on a wall&#10;&#10;Description automatically generated">
            <a:extLst>
              <a:ext uri="{FF2B5EF4-FFF2-40B4-BE49-F238E27FC236}">
                <a16:creationId xmlns:a16="http://schemas.microsoft.com/office/drawing/2014/main" id="{CDB9DD5A-F31C-8C45-21A1-032EE5D3936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rot="5400000">
            <a:off x="7818474" y="2354918"/>
            <a:ext cx="4479851" cy="3359889"/>
          </a:xfrm>
          <a:prstGeom prst="rect">
            <a:avLst/>
          </a:prstGeom>
        </p:spPr>
      </p:pic>
      <p:sp>
        <p:nvSpPr>
          <p:cNvPr id="7" name="TextBox 6">
            <a:extLst>
              <a:ext uri="{FF2B5EF4-FFF2-40B4-BE49-F238E27FC236}">
                <a16:creationId xmlns:a16="http://schemas.microsoft.com/office/drawing/2014/main" id="{F1BC14E8-5A37-DC91-9C07-B28D7BF33D99}"/>
              </a:ext>
            </a:extLst>
          </p:cNvPr>
          <p:cNvSpPr txBox="1"/>
          <p:nvPr/>
        </p:nvSpPr>
        <p:spPr>
          <a:xfrm>
            <a:off x="8272131" y="6274788"/>
            <a:ext cx="3919870" cy="789128"/>
          </a:xfrm>
          <a:prstGeom prst="rect">
            <a:avLst/>
          </a:prstGeom>
          <a:noFill/>
        </p:spPr>
        <p:txBody>
          <a:bodyPr wrap="square" rtlCol="0">
            <a:spAutoFit/>
          </a:bodyPr>
          <a:lstStyle/>
          <a:p>
            <a:r>
              <a:rPr lang="en-AU" sz="1300" i="1" dirty="0">
                <a:effectLst/>
              </a:rPr>
              <a:t>Poetry for the city</a:t>
            </a:r>
            <a:r>
              <a:rPr lang="en-AU" sz="1300" dirty="0">
                <a:effectLst/>
              </a:rPr>
              <a:t>, 2024, mixed media installation, 115cm x 90cm x 30cm. Image courtesy the artist</a:t>
            </a:r>
          </a:p>
          <a:p>
            <a:endParaRPr lang="en-US" dirty="0"/>
          </a:p>
        </p:txBody>
      </p:sp>
    </p:spTree>
    <p:extLst>
      <p:ext uri="{BB962C8B-B14F-4D97-AF65-F5344CB8AC3E}">
        <p14:creationId xmlns:p14="http://schemas.microsoft.com/office/powerpoint/2010/main" val="1646491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75BC55-BC5A-3355-82FA-E6307EC9CBCB}"/>
              </a:ext>
            </a:extLst>
          </p:cNvPr>
          <p:cNvSpPr>
            <a:spLocks noGrp="1"/>
          </p:cNvSpPr>
          <p:nvPr>
            <p:ph idx="1"/>
          </p:nvPr>
        </p:nvSpPr>
        <p:spPr>
          <a:xfrm>
            <a:off x="212650" y="1575486"/>
            <a:ext cx="8006317" cy="5183659"/>
          </a:xfrm>
        </p:spPr>
        <p:txBody>
          <a:bodyPr>
            <a:noAutofit/>
          </a:bodyPr>
          <a:lstStyle/>
          <a:p>
            <a:pPr marL="0" indent="0">
              <a:lnSpc>
                <a:spcPct val="80000"/>
              </a:lnSpc>
              <a:spcBef>
                <a:spcPts val="0"/>
              </a:spcBef>
              <a:spcAft>
                <a:spcPts val="600"/>
              </a:spcAft>
              <a:buNone/>
            </a:pPr>
            <a:r>
              <a:rPr lang="en-US" sz="2400" dirty="0">
                <a:solidFill>
                  <a:srgbClr val="FF00C5"/>
                </a:solidFill>
              </a:rPr>
              <a:t>Katie Harris-MacLeod – artist</a:t>
            </a:r>
          </a:p>
          <a:p>
            <a:pPr marL="0" indent="0">
              <a:lnSpc>
                <a:spcPct val="80000"/>
              </a:lnSpc>
              <a:spcBef>
                <a:spcPts val="0"/>
              </a:spcBef>
              <a:spcAft>
                <a:spcPts val="600"/>
              </a:spcAft>
              <a:buNone/>
            </a:pPr>
            <a:r>
              <a:rPr lang="en-AU" sz="1200" b="0" i="0" u="sng" dirty="0">
                <a:effectLst/>
                <a:hlinkClick r:id="rId3"/>
              </a:rPr>
              <a:t>Instagram@katieharrismacleod</a:t>
            </a:r>
          </a:p>
          <a:p>
            <a:pPr marL="0" indent="0">
              <a:lnSpc>
                <a:spcPct val="80000"/>
              </a:lnSpc>
              <a:spcBef>
                <a:spcPts val="0"/>
              </a:spcBef>
              <a:spcAft>
                <a:spcPts val="600"/>
              </a:spcAft>
              <a:buNone/>
            </a:pPr>
            <a:r>
              <a:rPr lang="en-US" sz="1200" dirty="0">
                <a:solidFill>
                  <a:srgbClr val="FF00C5"/>
                </a:solidFill>
                <a:hlinkClick r:id="rId4"/>
              </a:rPr>
              <a:t>www.katieharrismacleod.com</a:t>
            </a:r>
            <a:endParaRPr lang="en-US" sz="1200" dirty="0">
              <a:solidFill>
                <a:srgbClr val="FF00C5"/>
              </a:solidFill>
            </a:endParaRPr>
          </a:p>
          <a:p>
            <a:pPr marL="0" indent="0" algn="just">
              <a:lnSpc>
                <a:spcPct val="80000"/>
              </a:lnSpc>
              <a:spcBef>
                <a:spcPts val="0"/>
              </a:spcBef>
              <a:spcAft>
                <a:spcPts val="600"/>
              </a:spcAft>
              <a:buNone/>
            </a:pPr>
            <a:r>
              <a:rPr lang="en-GB" sz="1100" dirty="0">
                <a:effectLst/>
                <a:latin typeface="Aptos" panose="020B0004020202020204" pitchFamily="34" charset="0"/>
                <a:ea typeface="Times New Roman" panose="02020603050405020304" pitchFamily="18" charset="0"/>
                <a:cs typeface="Segoe UI" panose="020B0502040204020203" pitchFamily="34" charset="0"/>
              </a:rPr>
              <a:t>I have loved all things art for as long as I can remember; for me art has always been a meditative and therapeutic practice, that I have been fortunate enough to turn to, to tap out of the chaos of the world and tap back into my own inner world. </a:t>
            </a:r>
            <a:endParaRPr lang="en-AU" sz="1100" dirty="0">
              <a:effectLst/>
              <a:latin typeface="Times New Roman" panose="02020603050405020304" pitchFamily="18" charset="0"/>
              <a:ea typeface="Times New Roman" panose="02020603050405020304" pitchFamily="18" charset="0"/>
            </a:endParaRPr>
          </a:p>
          <a:p>
            <a:pPr marL="0" indent="0" algn="just">
              <a:lnSpc>
                <a:spcPct val="80000"/>
              </a:lnSpc>
              <a:spcBef>
                <a:spcPts val="0"/>
              </a:spcBef>
              <a:spcAft>
                <a:spcPts val="600"/>
              </a:spcAft>
              <a:buNone/>
            </a:pPr>
            <a:r>
              <a:rPr lang="en-GB" sz="1100" dirty="0">
                <a:effectLst/>
                <a:latin typeface="Aptos" panose="020B0004020202020204" pitchFamily="34" charset="0"/>
                <a:ea typeface="Times New Roman" panose="02020603050405020304" pitchFamily="18" charset="0"/>
                <a:cs typeface="Segoe UI" panose="020B0502040204020203" pitchFamily="34" charset="0"/>
              </a:rPr>
              <a:t>Growing up predominantly in Scotland, where undergraduate university education is free, it was a no brainer to go to art school and initiate the beginnings of discovering the depth of meaning of what art is and the potential art holds for all of us. I would say that my time studying Contemporary Art Practice at Duncan of Jordanstone College of Art and Design in Dundee, Scotland, were some of the most enriching and exciting years of my life so far. It truly opened my mind and gave me the opportunity to explore my creative practice. </a:t>
            </a:r>
            <a:endParaRPr lang="en-AU" sz="1100" dirty="0">
              <a:effectLst/>
              <a:latin typeface="Times New Roman" panose="02020603050405020304" pitchFamily="18" charset="0"/>
              <a:ea typeface="Times New Roman" panose="02020603050405020304" pitchFamily="18" charset="0"/>
            </a:endParaRPr>
          </a:p>
          <a:p>
            <a:pPr marL="0" indent="0" algn="just">
              <a:lnSpc>
                <a:spcPct val="80000"/>
              </a:lnSpc>
              <a:spcBef>
                <a:spcPts val="0"/>
              </a:spcBef>
              <a:spcAft>
                <a:spcPts val="600"/>
              </a:spcAft>
              <a:buNone/>
            </a:pPr>
            <a:r>
              <a:rPr lang="en-GB" sz="1100" dirty="0">
                <a:effectLst/>
                <a:latin typeface="Aptos" panose="020B0004020202020204" pitchFamily="34" charset="0"/>
                <a:ea typeface="Times New Roman" panose="02020603050405020304" pitchFamily="18" charset="0"/>
                <a:cs typeface="Segoe UI" panose="020B0502040204020203" pitchFamily="34" charset="0"/>
              </a:rPr>
              <a:t>Art is my life, I have been living this life in a professional sense for seven years now, amongst living and working across Scotland, Europe and Australia doing all manner of jobs along the way to support my practice. It’s certainly not an easy path, as a working- class person but it is integral to my being and a part of what makes this journey through life so enriching. </a:t>
            </a:r>
            <a:endParaRPr lang="en-AU" sz="1100" dirty="0">
              <a:effectLst/>
              <a:latin typeface="Times New Roman" panose="02020603050405020304" pitchFamily="18" charset="0"/>
              <a:ea typeface="Times New Roman" panose="02020603050405020304" pitchFamily="18" charset="0"/>
            </a:endParaRPr>
          </a:p>
          <a:p>
            <a:pPr marL="0" indent="0" algn="just">
              <a:lnSpc>
                <a:spcPct val="80000"/>
              </a:lnSpc>
              <a:spcBef>
                <a:spcPts val="0"/>
              </a:spcBef>
              <a:spcAft>
                <a:spcPts val="600"/>
              </a:spcAft>
              <a:buNone/>
            </a:pPr>
            <a:r>
              <a:rPr lang="en-GB" sz="1100" dirty="0">
                <a:effectLst/>
                <a:latin typeface="Aptos" panose="020B0004020202020204" pitchFamily="34" charset="0"/>
                <a:ea typeface="Times New Roman" panose="02020603050405020304" pitchFamily="18" charset="0"/>
                <a:cs typeface="Segoe UI" panose="020B0502040204020203" pitchFamily="34" charset="0"/>
              </a:rPr>
              <a:t>It takes a lot of hard work and commitment to yourself and your practice, to show up as much as you can, to grow thick skin and to decipher the hieroglyphics of grant/application writing, but in time things begin to unfold and make sense; you find your community and your audience. You most likely will have to take on many different forms of work along the way; this can be challenging but if you can flip your perspective and see these experiences as points of intrigue to inform your work, </a:t>
            </a:r>
            <a:r>
              <a:rPr lang="en-GB" sz="1100" dirty="0">
                <a:latin typeface="Aptos" panose="020B0004020202020204" pitchFamily="34" charset="0"/>
                <a:ea typeface="Times New Roman" panose="02020603050405020304" pitchFamily="18" charset="0"/>
                <a:cs typeface="Segoe UI" panose="020B0502040204020203" pitchFamily="34" charset="0"/>
              </a:rPr>
              <a:t>y</a:t>
            </a:r>
            <a:r>
              <a:rPr lang="en-GB" sz="1100" dirty="0">
                <a:effectLst/>
                <a:latin typeface="Aptos" panose="020B0004020202020204" pitchFamily="34" charset="0"/>
                <a:ea typeface="Times New Roman" panose="02020603050405020304" pitchFamily="18" charset="0"/>
                <a:cs typeface="Segoe UI" panose="020B0502040204020203" pitchFamily="34" charset="0"/>
              </a:rPr>
              <a:t>ou can </a:t>
            </a:r>
            <a:r>
              <a:rPr lang="en-GB" sz="1100" dirty="0">
                <a:effectLst/>
                <a:latin typeface="Aptos" panose="020B0004020202020204" pitchFamily="34" charset="0"/>
                <a:ea typeface="Times New Roman" panose="02020603050405020304" pitchFamily="18" charset="0"/>
              </a:rPr>
              <a:t>transform those challenges into fuel for your artistic journey. Each job, each new environment, and each person you meet contributes to the ever-evolving story that shapes your creative practice. In my case, working across Scotland, Europe, and Australia has broadened my horizons, allowing me to draw from diverse cultures, landscapes, and personal experiences. These influences all find their way into my art, enriching both my technical ability and the depth of meaning behind my work.</a:t>
            </a:r>
            <a:endParaRPr lang="en-AU" sz="1100" dirty="0">
              <a:effectLst/>
              <a:latin typeface="Times New Roman" panose="02020603050405020304" pitchFamily="18" charset="0"/>
              <a:ea typeface="Times New Roman" panose="02020603050405020304" pitchFamily="18" charset="0"/>
            </a:endParaRPr>
          </a:p>
          <a:p>
            <a:pPr marL="0" indent="0" algn="just">
              <a:lnSpc>
                <a:spcPct val="80000"/>
              </a:lnSpc>
              <a:spcBef>
                <a:spcPts val="0"/>
              </a:spcBef>
              <a:spcAft>
                <a:spcPts val="600"/>
              </a:spcAft>
              <a:buNone/>
            </a:pPr>
            <a:r>
              <a:rPr lang="en-GB" sz="1100" dirty="0">
                <a:effectLst/>
                <a:latin typeface="Aptos" panose="020B0004020202020204" pitchFamily="34" charset="0"/>
                <a:ea typeface="Times New Roman" panose="02020603050405020304" pitchFamily="18" charset="0"/>
              </a:rPr>
              <a:t>I think one of the most valuable lessons I've learned is that art is not just about the finished product, it’s about the process, the struggle, and the constant evolution. It’s about taking risks, challenging yourself, and finding new ways to express what’s inside of you. Even on the days when the path feels uncertain, or when the obstacles seem insurmountable, it’s that unwavering commitment to your practice, and to yourself, that ultimately makes it worthwhile. Art is a form of resilience and resistance. It is a constant reflection, a way to make sense of the world, and in doing so, I feel I am better able to make sense of myself.</a:t>
            </a:r>
            <a:endParaRPr lang="en-AU" sz="1100" dirty="0">
              <a:effectLst/>
              <a:latin typeface="Times New Roman" panose="02020603050405020304" pitchFamily="18" charset="0"/>
              <a:ea typeface="Times New Roman" panose="02020603050405020304" pitchFamily="18" charset="0"/>
            </a:endParaRPr>
          </a:p>
          <a:p>
            <a:pPr marL="0" indent="0" algn="just">
              <a:lnSpc>
                <a:spcPct val="80000"/>
              </a:lnSpc>
              <a:spcBef>
                <a:spcPts val="0"/>
              </a:spcBef>
              <a:spcAft>
                <a:spcPts val="600"/>
              </a:spcAft>
              <a:buNone/>
            </a:pPr>
            <a:r>
              <a:rPr lang="en-GB" sz="1100" dirty="0">
                <a:effectLst/>
                <a:latin typeface="Aptos" panose="020B0004020202020204" pitchFamily="34" charset="0"/>
                <a:ea typeface="Times New Roman" panose="02020603050405020304" pitchFamily="18" charset="0"/>
              </a:rPr>
              <a:t>Looking back on my years at Duncan of Jordanstone College of Art and Design, I realise how much it shaped the way I approach both my art and life. It gave me the tools to push beyond limitations, the confidence to trust in my own voice, and the courage to take chances in ways I never thought possible. Now, as I continue to navigate the professional art world, I know that this journey is a lifelong one—one filled with highs and lows, uncertainty and clarity, frustration and satisfaction. But at the end of the day, I wouldn’t trade it for anything. Art is my language, my connection to the world, and it will always be at the core of everything I do.</a:t>
            </a:r>
            <a:endParaRPr lang="en-AU" sz="1100" dirty="0">
              <a:effectLst/>
              <a:latin typeface="Times New Roman" panose="02020603050405020304" pitchFamily="18" charset="0"/>
              <a:ea typeface="Times New Roman" panose="02020603050405020304" pitchFamily="18" charset="0"/>
            </a:endParaRPr>
          </a:p>
          <a:p>
            <a:pPr marL="0" indent="0">
              <a:lnSpc>
                <a:spcPct val="80000"/>
              </a:lnSpc>
              <a:spcBef>
                <a:spcPts val="0"/>
              </a:spcBef>
              <a:spcAft>
                <a:spcPts val="600"/>
              </a:spcAft>
              <a:buNone/>
            </a:pPr>
            <a:r>
              <a:rPr lang="en-US" sz="1100" dirty="0">
                <a:solidFill>
                  <a:srgbClr val="FF00C5"/>
                </a:solidFill>
              </a:rPr>
              <a:t>						                             </a:t>
            </a:r>
            <a:r>
              <a:rPr lang="en-US" sz="1100" dirty="0"/>
              <a:t>Katie Harris-MacLeod</a:t>
            </a:r>
          </a:p>
        </p:txBody>
      </p:sp>
      <p:pic>
        <p:nvPicPr>
          <p:cNvPr id="4" name="Content Placeholder 4">
            <a:extLst>
              <a:ext uri="{FF2B5EF4-FFF2-40B4-BE49-F238E27FC236}">
                <a16:creationId xmlns:a16="http://schemas.microsoft.com/office/drawing/2014/main" id="{C77ED9B4-CF5D-8B83-B06C-039F7572A05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 y="0"/>
            <a:ext cx="12192001" cy="1502053"/>
          </a:xfrm>
          <a:prstGeom prst="rect">
            <a:avLst/>
          </a:prstGeom>
        </p:spPr>
      </p:pic>
      <p:pic>
        <p:nvPicPr>
          <p:cNvPr id="5" name="Picture 4" descr="A close-up of a heart&#10;&#10;Description automatically generated">
            <a:extLst>
              <a:ext uri="{FF2B5EF4-FFF2-40B4-BE49-F238E27FC236}">
                <a16:creationId xmlns:a16="http://schemas.microsoft.com/office/drawing/2014/main" id="{3DD8451D-206F-74BF-99E4-B3CCFFAC8C3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279801" y="1594536"/>
            <a:ext cx="1888694" cy="2508421"/>
          </a:xfrm>
          <a:prstGeom prst="rect">
            <a:avLst/>
          </a:prstGeom>
        </p:spPr>
      </p:pic>
      <p:pic>
        <p:nvPicPr>
          <p:cNvPr id="7" name="Picture 6" descr="A white cloth from a ceiling&#10;&#10;Description automatically generated">
            <a:extLst>
              <a:ext uri="{FF2B5EF4-FFF2-40B4-BE49-F238E27FC236}">
                <a16:creationId xmlns:a16="http://schemas.microsoft.com/office/drawing/2014/main" id="{CA17D85B-BCBD-7EC6-3F3F-864D49FF9457}"/>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279802" y="4250724"/>
            <a:ext cx="1888693" cy="2508421"/>
          </a:xfrm>
          <a:prstGeom prst="rect">
            <a:avLst/>
          </a:prstGeom>
        </p:spPr>
      </p:pic>
      <p:sp>
        <p:nvSpPr>
          <p:cNvPr id="8" name="TextBox 7">
            <a:extLst>
              <a:ext uri="{FF2B5EF4-FFF2-40B4-BE49-F238E27FC236}">
                <a16:creationId xmlns:a16="http://schemas.microsoft.com/office/drawing/2014/main" id="{D2C746A2-8F96-7C0B-E35B-BC92A477A7FC}"/>
              </a:ext>
            </a:extLst>
          </p:cNvPr>
          <p:cNvSpPr txBox="1"/>
          <p:nvPr/>
        </p:nvSpPr>
        <p:spPr>
          <a:xfrm>
            <a:off x="10208572" y="5146159"/>
            <a:ext cx="1888693" cy="1615827"/>
          </a:xfrm>
          <a:prstGeom prst="rect">
            <a:avLst/>
          </a:prstGeom>
          <a:noFill/>
        </p:spPr>
        <p:txBody>
          <a:bodyPr wrap="square" rtlCol="0">
            <a:spAutoFit/>
          </a:bodyPr>
          <a:lstStyle/>
          <a:p>
            <a:r>
              <a:rPr lang="en-AU" sz="1100" b="0" i="1" u="none" strike="noStrike" dirty="0">
                <a:solidFill>
                  <a:srgbClr val="000000"/>
                </a:solidFill>
                <a:effectLst/>
              </a:rPr>
              <a:t>Machlag (Womb) – Death, 2017,</a:t>
            </a:r>
            <a:r>
              <a:rPr lang="en-AU" sz="1100" b="0" i="0" u="none" strike="noStrike" dirty="0">
                <a:solidFill>
                  <a:srgbClr val="000000"/>
                </a:solidFill>
                <a:effectLst/>
              </a:rPr>
              <a:t> One of three large womb-like soft sculptures made of sheep’s wool, lichen, horses' hair, bird nests, hand felted and woven, Dimensions variable. Image courtesy the artist. </a:t>
            </a:r>
            <a:endParaRPr lang="en-US" sz="1100" dirty="0"/>
          </a:p>
        </p:txBody>
      </p:sp>
      <p:sp>
        <p:nvSpPr>
          <p:cNvPr id="9" name="TextBox 8">
            <a:extLst>
              <a:ext uri="{FF2B5EF4-FFF2-40B4-BE49-F238E27FC236}">
                <a16:creationId xmlns:a16="http://schemas.microsoft.com/office/drawing/2014/main" id="{51AD4171-DF37-B3E8-D0B7-6B92356378F7}"/>
              </a:ext>
            </a:extLst>
          </p:cNvPr>
          <p:cNvSpPr txBox="1"/>
          <p:nvPr/>
        </p:nvSpPr>
        <p:spPr>
          <a:xfrm>
            <a:off x="10208572" y="2733411"/>
            <a:ext cx="1909451" cy="1277273"/>
          </a:xfrm>
          <a:prstGeom prst="rect">
            <a:avLst/>
          </a:prstGeom>
          <a:noFill/>
        </p:spPr>
        <p:txBody>
          <a:bodyPr wrap="square" rtlCol="0">
            <a:spAutoFit/>
          </a:bodyPr>
          <a:lstStyle/>
          <a:p>
            <a:r>
              <a:rPr lang="en-AU" sz="1100" b="0" i="1" u="none" strike="noStrike" dirty="0">
                <a:solidFill>
                  <a:srgbClr val="000000"/>
                </a:solidFill>
                <a:effectLst/>
              </a:rPr>
              <a:t>Falling through space (the three of us), </a:t>
            </a:r>
            <a:r>
              <a:rPr lang="en-AU" sz="1100" b="0" i="0" u="none" strike="noStrike" dirty="0">
                <a:solidFill>
                  <a:srgbClr val="000000"/>
                </a:solidFill>
                <a:effectLst/>
              </a:rPr>
              <a:t>2024, Cyanotype, Salt, Bloodwood Tree Sap and Graphite on 300gsm Watercolour Paper, 76 x 56 cm. Image courtesy the artist. </a:t>
            </a:r>
            <a:endParaRPr lang="en-US" sz="1100" dirty="0"/>
          </a:p>
        </p:txBody>
      </p:sp>
    </p:spTree>
    <p:extLst>
      <p:ext uri="{BB962C8B-B14F-4D97-AF65-F5344CB8AC3E}">
        <p14:creationId xmlns:p14="http://schemas.microsoft.com/office/powerpoint/2010/main" val="2104987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0C50A-5BFB-5E87-8A56-F81A9479F851}"/>
              </a:ext>
            </a:extLst>
          </p:cNvPr>
          <p:cNvSpPr>
            <a:spLocks noGrp="1"/>
          </p:cNvSpPr>
          <p:nvPr>
            <p:ph idx="1"/>
          </p:nvPr>
        </p:nvSpPr>
        <p:spPr>
          <a:xfrm>
            <a:off x="764012" y="1743740"/>
            <a:ext cx="6838268" cy="5114260"/>
          </a:xfrm>
        </p:spPr>
        <p:txBody>
          <a:bodyPr>
            <a:normAutofit fontScale="70000" lnSpcReduction="20000"/>
          </a:bodyPr>
          <a:lstStyle/>
          <a:p>
            <a:pPr marL="0" indent="0">
              <a:buNone/>
            </a:pPr>
            <a:r>
              <a:rPr lang="en-US" sz="4900" dirty="0">
                <a:solidFill>
                  <a:srgbClr val="FF00C5"/>
                </a:solidFill>
              </a:rPr>
              <a:t>Miranda Hine – artist, curator, writer</a:t>
            </a:r>
          </a:p>
          <a:p>
            <a:pPr marL="0" indent="0">
              <a:buNone/>
            </a:pPr>
            <a:r>
              <a:rPr lang="en-AU" sz="2600" b="0" i="0" u="none" strike="noStrike" dirty="0">
                <a:solidFill>
                  <a:srgbClr val="0070C0"/>
                </a:solidFill>
                <a:effectLst/>
                <a:ea typeface="Helvetica Neue" panose="02000503000000020004" pitchFamily="2" charset="0"/>
                <a:cs typeface="Helvetica Neue" panose="02000503000000020004" pitchFamily="2" charset="0"/>
                <a:hlinkClick r:id="rId2" tooltip="https://aus01.safelinks.protection.outlook.com/?url=http%3A%2F%2Fwww.mirandahine.com.au%2F&amp;data=05%7C02%7Clarsenc%40marash.qld.edu.au%7Cc9956f1543244868263908dce8985eb0%7Cba69fbc9444e461d9c4839f5eda41e7a%7C0%7C0%7C638640988400969542%7CUnknown%7CTWFpbGZsb3d8eyJWIjoiMC4wLjAwMDAiLCJQIjoiV2luMzIiLCJBTiI6Ik1haWwiLCJXVCI6Mn0%3D%7C0%7C%7C%7C&amp;sdata=Z1v4bsUQzSAUS1YW4oVdfxRY9n7qiHF2GTX1j0gAw%2FY%3D&amp;reserved=0"/>
              </a:rPr>
              <a:t>Instagram@moomhine</a:t>
            </a:r>
          </a:p>
          <a:p>
            <a:pPr marL="0" indent="0">
              <a:buNone/>
            </a:pPr>
            <a:r>
              <a:rPr lang="en-AU" sz="2600" b="0" i="0" u="none" strike="noStrike" dirty="0">
                <a:solidFill>
                  <a:srgbClr val="0070C0"/>
                </a:solidFill>
                <a:effectLst/>
                <a:ea typeface="Helvetica Neue" panose="02000503000000020004" pitchFamily="2" charset="0"/>
                <a:cs typeface="Helvetica Neue" panose="02000503000000020004" pitchFamily="2" charset="0"/>
                <a:hlinkClick r:id="rId2" tooltip="https://aus01.safelinks.protection.outlook.com/?url=http%3A%2F%2Fwww.mirandahine.com.au%2F&amp;data=05%7C02%7Clarsenc%40marash.qld.edu.au%7Cc9956f1543244868263908dce8985eb0%7Cba69fbc9444e461d9c4839f5eda41e7a%7C0%7C0%7C638640988400969542%7CUnknown%7CTWFpbGZsb3d8eyJWIjoiMC4wLjAwMDAiLCJQIjoiV2luMzIiLCJBTiI6Ik1haWwiLCJXVCI6Mn0%3D%7C0%7C%7C%7C&amp;sdata=Z1v4bsUQzSAUS1YW4oVdfxRY9n7qiHF2GTX1j0gAw%2FY%3D&amp;reserved=0"/>
              </a:rPr>
              <a:t>www.mirandahine.com.au</a:t>
            </a:r>
            <a:endParaRPr lang="en-US" sz="2600" dirty="0">
              <a:solidFill>
                <a:srgbClr val="FF00C5"/>
              </a:solidFill>
            </a:endParaRPr>
          </a:p>
          <a:p>
            <a:pPr marL="0" indent="0" algn="l">
              <a:spcAft>
                <a:spcPts val="800"/>
              </a:spcAft>
              <a:buNone/>
            </a:pPr>
            <a:endParaRPr lang="en-AU" sz="2000" dirty="0">
              <a:ea typeface="Helvetica Neue" panose="02000503000000020004" pitchFamily="2" charset="0"/>
              <a:cs typeface="Helvetica Neue" panose="02000503000000020004" pitchFamily="2" charset="0"/>
            </a:endParaRPr>
          </a:p>
          <a:p>
            <a:pPr marL="0" indent="0" algn="just">
              <a:spcAft>
                <a:spcPts val="800"/>
              </a:spcAft>
              <a:buNone/>
            </a:pPr>
            <a:r>
              <a:rPr lang="en-AU" sz="2000" b="0" i="0" u="none" strike="noStrike" dirty="0">
                <a:effectLst/>
                <a:ea typeface="Helvetica Neue" panose="02000503000000020004" pitchFamily="2" charset="0"/>
                <a:cs typeface="Helvetica Neue" panose="02000503000000020004" pitchFamily="2" charset="0"/>
              </a:rPr>
              <a:t>My mum is an artist and art teacher so I was brought up to value art and its role in helping you see the world in interesting ways. At school, outside of a few teachers, it wasn’t seen as a realistic career pathway, so I discounted it as an option for university study before I realised there was nothing else I really wanted to do.  </a:t>
            </a:r>
          </a:p>
          <a:p>
            <a:pPr marL="0" indent="0" algn="just">
              <a:spcAft>
                <a:spcPts val="800"/>
              </a:spcAft>
              <a:buNone/>
            </a:pPr>
            <a:r>
              <a:rPr lang="en-AU" sz="2000" b="0" i="0" u="none" strike="noStrike" dirty="0">
                <a:effectLst/>
                <a:ea typeface="Helvetica Neue" panose="02000503000000020004" pitchFamily="2" charset="0"/>
                <a:cs typeface="Helvetica Neue" panose="02000503000000020004" pitchFamily="2" charset="0"/>
              </a:rPr>
              <a:t>At university, I studied Fine Art majoring in Interdisciplinary Sculpture at the Queensland College of Art. I had some incredible tutors who were world-class artists and thinkers. It was a great experience, but I personally didn’t see myself having an art career afterwards. I had become much more interested in writing about other artists’ practices, and probably didn’t feel like I had enough to say to be an artist myself. I didn’t practise for about five years while I studied a Masters in Museum Studies and worked, interned and volunteered, eventually becoming a curator.</a:t>
            </a:r>
          </a:p>
          <a:p>
            <a:pPr marL="0" indent="0" algn="just">
              <a:spcAft>
                <a:spcPts val="800"/>
              </a:spcAft>
              <a:buNone/>
            </a:pPr>
            <a:r>
              <a:rPr lang="en-AU" sz="2000" b="0" i="0" u="none" strike="noStrike" dirty="0">
                <a:effectLst/>
                <a:ea typeface="Helvetica Neue" panose="02000503000000020004" pitchFamily="2" charset="0"/>
                <a:cs typeface="Helvetica Neue" panose="02000503000000020004" pitchFamily="2" charset="0"/>
              </a:rPr>
              <a:t>I felt a pull back to my own practice in 2021 and I started painting. I do both careers simultaneously right now, making art and putting exhibitions together in a museum. I like the balance that that gives me, and they feed into each other well. There’s no one pathway into an art career, and no single model for making it work. You need to do what feels right for you. </a:t>
            </a:r>
          </a:p>
          <a:p>
            <a:pPr marL="0" indent="0" algn="just">
              <a:spcAft>
                <a:spcPts val="800"/>
              </a:spcAft>
              <a:buNone/>
            </a:pPr>
            <a:r>
              <a:rPr lang="en-AU" sz="2000" b="0" i="0" u="none" strike="noStrike" dirty="0">
                <a:effectLst/>
                <a:ea typeface="Helvetica Neue" panose="02000503000000020004" pitchFamily="2" charset="0"/>
                <a:cs typeface="Helvetica Neue" panose="02000503000000020004" pitchFamily="2" charset="0"/>
              </a:rPr>
              <a:t>													Miranda Hine</a:t>
            </a:r>
          </a:p>
          <a:p>
            <a:pPr marL="0" indent="0" algn="l">
              <a:spcAft>
                <a:spcPts val="800"/>
              </a:spcAft>
              <a:buNone/>
            </a:pPr>
            <a:endParaRPr lang="en-AU" sz="1800" b="0" i="0" u="none" strike="noStrike" dirty="0">
              <a:solidFill>
                <a:srgbClr val="000000"/>
              </a:solidFill>
              <a:effectLst/>
              <a:latin typeface="Aptos" panose="020B0004020202020204" pitchFamily="34" charset="0"/>
            </a:endParaRPr>
          </a:p>
          <a:p>
            <a:pPr marL="0" indent="0">
              <a:buNone/>
            </a:pPr>
            <a:endParaRPr lang="en-US" sz="4400" dirty="0">
              <a:solidFill>
                <a:srgbClr val="FF00C5"/>
              </a:solidFill>
            </a:endParaRPr>
          </a:p>
        </p:txBody>
      </p:sp>
      <p:pic>
        <p:nvPicPr>
          <p:cNvPr id="4" name="Content Placeholder 4">
            <a:extLst>
              <a:ext uri="{FF2B5EF4-FFF2-40B4-BE49-F238E27FC236}">
                <a16:creationId xmlns:a16="http://schemas.microsoft.com/office/drawing/2014/main" id="{0C57AE59-40CC-1BA3-95AD-7E28A67A425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0"/>
            <a:ext cx="12192000" cy="1502053"/>
          </a:xfrm>
          <a:prstGeom prst="rect">
            <a:avLst/>
          </a:prstGeom>
        </p:spPr>
      </p:pic>
      <p:sp>
        <p:nvSpPr>
          <p:cNvPr id="2" name="TextBox 1">
            <a:extLst>
              <a:ext uri="{FF2B5EF4-FFF2-40B4-BE49-F238E27FC236}">
                <a16:creationId xmlns:a16="http://schemas.microsoft.com/office/drawing/2014/main" id="{5456336F-0106-2575-4632-E273B0AA2A6D}"/>
              </a:ext>
            </a:extLst>
          </p:cNvPr>
          <p:cNvSpPr txBox="1"/>
          <p:nvPr/>
        </p:nvSpPr>
        <p:spPr>
          <a:xfrm>
            <a:off x="8328454" y="5986130"/>
            <a:ext cx="3611909" cy="1015663"/>
          </a:xfrm>
          <a:prstGeom prst="rect">
            <a:avLst/>
          </a:prstGeom>
          <a:noFill/>
        </p:spPr>
        <p:txBody>
          <a:bodyPr wrap="square" rtlCol="0">
            <a:spAutoFit/>
          </a:bodyPr>
          <a:lstStyle/>
          <a:p>
            <a:pPr algn="l"/>
            <a:r>
              <a:rPr lang="en-AU" sz="1400" b="0" i="1" u="none" strike="noStrike" dirty="0">
                <a:solidFill>
                  <a:srgbClr val="000000"/>
                </a:solidFill>
                <a:effectLst/>
              </a:rPr>
              <a:t>Dennis Severs’ House (bed),</a:t>
            </a:r>
            <a:r>
              <a:rPr lang="en-AU" sz="1400" b="0" i="0" u="none" strike="noStrike" dirty="0">
                <a:solidFill>
                  <a:srgbClr val="000000"/>
                </a:solidFill>
                <a:effectLst/>
              </a:rPr>
              <a:t> 2023, Oil on board, 22.8 x 15cm. Image courtesy the artist and MARS Gallery</a:t>
            </a:r>
          </a:p>
          <a:p>
            <a:endParaRPr lang="en-US" dirty="0"/>
          </a:p>
        </p:txBody>
      </p:sp>
      <p:pic>
        <p:nvPicPr>
          <p:cNvPr id="5" name="Picture 4">
            <a:extLst>
              <a:ext uri="{FF2B5EF4-FFF2-40B4-BE49-F238E27FC236}">
                <a16:creationId xmlns:a16="http://schemas.microsoft.com/office/drawing/2014/main" id="{D3EA4F3B-30FE-5356-DED7-1E2005A736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548576" y="1635550"/>
            <a:ext cx="2879412" cy="4350580"/>
          </a:xfrm>
          <a:prstGeom prst="rect">
            <a:avLst/>
          </a:prstGeom>
        </p:spPr>
      </p:pic>
    </p:spTree>
    <p:extLst>
      <p:ext uri="{BB962C8B-B14F-4D97-AF65-F5344CB8AC3E}">
        <p14:creationId xmlns:p14="http://schemas.microsoft.com/office/powerpoint/2010/main" val="1362396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B2A66-26A5-D0D9-AC80-832EB1D4F80B}"/>
              </a:ext>
            </a:extLst>
          </p:cNvPr>
          <p:cNvSpPr>
            <a:spLocks noGrp="1"/>
          </p:cNvSpPr>
          <p:nvPr>
            <p:ph type="title"/>
          </p:nvPr>
        </p:nvSpPr>
        <p:spPr>
          <a:xfrm>
            <a:off x="202019" y="1507524"/>
            <a:ext cx="7527850" cy="764896"/>
          </a:xfrm>
        </p:spPr>
        <p:txBody>
          <a:bodyPr>
            <a:normAutofit fontScale="90000"/>
          </a:bodyPr>
          <a:lstStyle/>
          <a:p>
            <a:pPr>
              <a:lnSpc>
                <a:spcPct val="115000"/>
              </a:lnSpc>
              <a:spcAft>
                <a:spcPts val="800"/>
              </a:spcAft>
            </a:pPr>
            <a:br>
              <a:rPr lang="en-US" dirty="0">
                <a:solidFill>
                  <a:srgbClr val="FF00C5"/>
                </a:solidFill>
              </a:rPr>
            </a:br>
            <a:r>
              <a:rPr lang="en-US" sz="3800" dirty="0">
                <a:solidFill>
                  <a:srgbClr val="FF00C5"/>
                </a:solidFill>
              </a:rPr>
              <a:t>Dylan Jones – artist, educator</a:t>
            </a:r>
            <a:br>
              <a:rPr lang="en-US" dirty="0">
                <a:solidFill>
                  <a:srgbClr val="FF00C5"/>
                </a:solidFill>
              </a:rPr>
            </a:br>
            <a:r>
              <a:rPr lang="en-AU" sz="2000" b="0" i="0" u="sng" strike="noStrike" dirty="0" err="1">
                <a:solidFill>
                  <a:srgbClr val="247181"/>
                </a:solidFill>
                <a:effectLst/>
                <a:latin typeface="+mn-lt"/>
              </a:rPr>
              <a:t>Instagram@dylanjonesart</a:t>
            </a:r>
            <a:br>
              <a:rPr lang="en-AU" sz="2000" b="0" i="0" u="sng" strike="noStrike" dirty="0">
                <a:solidFill>
                  <a:schemeClr val="accent1"/>
                </a:solidFill>
                <a:effectLst/>
                <a:latin typeface="+mn-lt"/>
              </a:rPr>
            </a:br>
            <a:r>
              <a:rPr lang="en-AU" sz="2000" b="0" i="0" u="none" strike="noStrike" dirty="0">
                <a:solidFill>
                  <a:srgbClr val="070706"/>
                </a:solidFill>
                <a:effectLst/>
                <a:latin typeface="+mn-lt"/>
                <a:hlinkClick r:id="rId3" tooltip="https://aus01.safelinks.protection.outlook.com/?url=http%3A%2F%2Fdylanjonesart.com%2F&amp;data=05%7C02%7Clarsenc%40marash.qld.edu.au%7Ca6e3b642e8d8455cafbe08dccfeb77d6%7Cba69fbc9444e461d9c4839f5eda41e7a%7C0%7C0%7C638613858525223443%7CUnknown%7CTWFpbGZsb3d8eyJWIjoiMC4wLjAwMDAiLCJQIjoiV2luMzIiLCJBTiI6Ik1haWwiLCJXVCI6Mn0%3D%7C0%7C%7C%7C&amp;sdata=eLnawxwESjDgL5%2B3l20hThLuUXFTM6QC%2FEvDDAEo%2FU8%3D&amp;reserved=0"/>
              </a:rPr>
              <a:t>dylanjones</a:t>
            </a:r>
            <a:r>
              <a:rPr lang="en-AU" sz="2000" b="0" i="0" u="none" strike="noStrike" dirty="0">
                <a:solidFill>
                  <a:srgbClr val="000000"/>
                </a:solidFill>
                <a:effectLst/>
                <a:latin typeface="+mn-lt"/>
                <a:hlinkClick r:id="rId3" tooltip="https://aus01.safelinks.protection.outlook.com/?url=http%3A%2F%2Fdylanjonesart.com%2F&amp;data=05%7C02%7Clarsenc%40marash.qld.edu.au%7Ca6e3b642e8d8455cafbe08dccfeb77d6%7Cba69fbc9444e461d9c4839f5eda41e7a%7C0%7C0%7C638613858525223443%7CUnknown%7CTWFpbGZsb3d8eyJWIjoiMC4wLjAwMDAiLCJQIjoiV2luMzIiLCJBTiI6Ik1haWwiLCJXVCI6Mn0%3D%7C0%7C%7C%7C&amp;sdata=eLnawxwESjDgL5%2B3l20hThLuUXFTM6QC%2FEvDDAEo%2FU8%3D&amp;reserved=0"/>
              </a:rPr>
              <a:t>art</a:t>
            </a:r>
            <a:r>
              <a:rPr lang="en-AU" sz="2000" b="0" i="0" u="none" strike="noStrike">
                <a:solidFill>
                  <a:srgbClr val="000000"/>
                </a:solidFill>
                <a:effectLst/>
                <a:latin typeface="+mn-lt"/>
                <a:hlinkClick r:id="rId3" tooltip="https://aus01.safelinks.protection.outlook.com/?url=http%3A%2F%2Fdylanjonesart.com%2F&amp;data=05%7C02%7Clarsenc%40marash.qld.edu.au%7Ca6e3b642e8d8455cafbe08dccfeb77d6%7Cba69fbc9444e461d9c4839f5eda41e7a%7C0%7C0%7C638613858525223443%7CUnknown%7CTWFpbGZsb3d8eyJWIjoiMC4wLjAwMDAiLCJQIjoiV2luMzIiLCJBTiI6Ik1haWwiLCJXVCI6Mn0%3D%7C0%7C%7C%7C&amp;sdata=eLnawxwESjDgL5%2B3l20hThLuUXFTM6QC%2FEvDDAEo%2FU8%3D&amp;reserved=0"/>
              </a:rPr>
              <a:t>.com</a:t>
            </a:r>
            <a:br>
              <a:rPr lang="en-AU" sz="1800" kern="100">
                <a:effectLst/>
                <a:latin typeface="Aptos" panose="020B0004020202020204" pitchFamily="34" charset="0"/>
                <a:ea typeface="Aptos" panose="020B0004020202020204" pitchFamily="34" charset="0"/>
                <a:cs typeface="Times New Roman" panose="02020603050405020304" pitchFamily="18" charset="0"/>
              </a:rPr>
            </a:br>
            <a:endParaRPr lang="en-US" sz="1600" dirty="0">
              <a:solidFill>
                <a:srgbClr val="FF00C5"/>
              </a:solidFill>
              <a:latin typeface="+mn-lt"/>
            </a:endParaRPr>
          </a:p>
        </p:txBody>
      </p:sp>
      <p:pic>
        <p:nvPicPr>
          <p:cNvPr id="5" name="Content Placeholder 4">
            <a:extLst>
              <a:ext uri="{FF2B5EF4-FFF2-40B4-BE49-F238E27FC236}">
                <a16:creationId xmlns:a16="http://schemas.microsoft.com/office/drawing/2014/main" id="{E2D07BBE-40D9-D484-BE63-7CED24324FA8}"/>
              </a:ext>
            </a:extLst>
          </p:cNvPr>
          <p:cNvPicPr>
            <a:picLocks noGrp="1" noChangeAspect="1"/>
          </p:cNvPicPr>
          <p:nvPr>
            <p:ph idx="1"/>
          </p:nvPr>
        </p:nvPicPr>
        <p:blipFill>
          <a:blip r:embed="rId4" cstate="screen">
            <a:extLst>
              <a:ext uri="{28A0092B-C50C-407E-A947-70E740481C1C}">
                <a14:useLocalDpi xmlns:a14="http://schemas.microsoft.com/office/drawing/2010/main"/>
              </a:ext>
            </a:extLst>
          </a:blip>
          <a:stretch>
            <a:fillRect/>
          </a:stretch>
        </p:blipFill>
        <p:spPr>
          <a:xfrm>
            <a:off x="-1" y="0"/>
            <a:ext cx="12192001" cy="1507524"/>
          </a:xfrm>
        </p:spPr>
      </p:pic>
      <p:pic>
        <p:nvPicPr>
          <p:cNvPr id="8" name="Picture 7">
            <a:extLst>
              <a:ext uri="{FF2B5EF4-FFF2-40B4-BE49-F238E27FC236}">
                <a16:creationId xmlns:a16="http://schemas.microsoft.com/office/drawing/2014/main" id="{41808E69-03E1-ED89-8844-0C7B8E7DA2F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729869" y="1848919"/>
            <a:ext cx="4073785" cy="4172950"/>
          </a:xfrm>
          <a:prstGeom prst="rect">
            <a:avLst/>
          </a:prstGeom>
        </p:spPr>
      </p:pic>
      <p:sp>
        <p:nvSpPr>
          <p:cNvPr id="3" name="TextBox 2">
            <a:extLst>
              <a:ext uri="{FF2B5EF4-FFF2-40B4-BE49-F238E27FC236}">
                <a16:creationId xmlns:a16="http://schemas.microsoft.com/office/drawing/2014/main" id="{4C1307D4-C1B1-B35B-0CCD-A0ECF89720FC}"/>
              </a:ext>
            </a:extLst>
          </p:cNvPr>
          <p:cNvSpPr txBox="1"/>
          <p:nvPr/>
        </p:nvSpPr>
        <p:spPr>
          <a:xfrm>
            <a:off x="7729869" y="6177516"/>
            <a:ext cx="4260111" cy="492443"/>
          </a:xfrm>
          <a:prstGeom prst="rect">
            <a:avLst/>
          </a:prstGeom>
          <a:noFill/>
        </p:spPr>
        <p:txBody>
          <a:bodyPr wrap="square" rtlCol="0">
            <a:spAutoFit/>
          </a:bodyPr>
          <a:lstStyle/>
          <a:p>
            <a:pPr algn="l"/>
            <a:r>
              <a:rPr lang="en-AU" sz="1300" i="1" dirty="0">
                <a:effectLst/>
              </a:rPr>
              <a:t>Young Man </a:t>
            </a:r>
            <a:r>
              <a:rPr lang="en-AU" sz="1300" i="0" dirty="0">
                <a:effectLst/>
              </a:rPr>
              <a:t>(Brisbane Portrait Prize)</a:t>
            </a:r>
            <a:r>
              <a:rPr lang="en-AU" sz="1300" dirty="0"/>
              <a:t>, </a:t>
            </a:r>
            <a:r>
              <a:rPr lang="en-AU" sz="1300" i="0" u="none" strike="noStrike" dirty="0">
                <a:effectLst/>
              </a:rPr>
              <a:t>2024,  Oil </a:t>
            </a:r>
            <a:r>
              <a:rPr lang="en-AU" sz="1300" i="0" u="none" strike="noStrike">
                <a:effectLst/>
              </a:rPr>
              <a:t>on aluminium</a:t>
            </a:r>
            <a:r>
              <a:rPr lang="en-AU" sz="1300" i="0" u="none" strike="noStrike" dirty="0">
                <a:effectLst/>
              </a:rPr>
              <a:t>, 122x120 cm. Image courtesy the artist</a:t>
            </a:r>
          </a:p>
        </p:txBody>
      </p:sp>
      <p:sp>
        <p:nvSpPr>
          <p:cNvPr id="4" name="TextBox 3">
            <a:extLst>
              <a:ext uri="{FF2B5EF4-FFF2-40B4-BE49-F238E27FC236}">
                <a16:creationId xmlns:a16="http://schemas.microsoft.com/office/drawing/2014/main" id="{39EA019E-2E35-001A-08B8-979D8AB1923D}"/>
              </a:ext>
            </a:extLst>
          </p:cNvPr>
          <p:cNvSpPr txBox="1"/>
          <p:nvPr/>
        </p:nvSpPr>
        <p:spPr>
          <a:xfrm>
            <a:off x="296561" y="2815330"/>
            <a:ext cx="7092779" cy="3893374"/>
          </a:xfrm>
          <a:prstGeom prst="rect">
            <a:avLst/>
          </a:prstGeom>
          <a:noFill/>
        </p:spPr>
        <p:txBody>
          <a:bodyPr wrap="square" rtlCol="0">
            <a:spAutoFit/>
          </a:bodyPr>
          <a:lstStyle/>
          <a:p>
            <a:pPr algn="just"/>
            <a:r>
              <a:rPr lang="en-AU" sz="1300" kern="100" dirty="0">
                <a:effectLst/>
                <a:ea typeface="Aptos" panose="020B0004020202020204" pitchFamily="34" charset="0"/>
                <a:cs typeface="Times New Roman" panose="02020603050405020304" pitchFamily="18" charset="0"/>
              </a:rPr>
              <a:t>Growing up in a family of architects, creativity surrounded me from an early age. My great-grandfather, although a private man, was a prolific artist and I was always encouraged to explore the world through an artistic lens, so it was inevitable that I would be an artist. Despite moments of self-doubt during school, pressure to conform or a degree of uncertainty about the path ahead, art was always the one thing that was constant and that felt true to me. Eventually I enrolled in art school and focused on art and music, though I also considered teaching as a possible career. After graduating, I juggled art with a landscaping business to make ends meet. It wasn’t glamorous but it provided the stability I needed.  After a period of self-reflection however, I made the decision to pursue my art full-time. It wasn’t without financial uncertainty but the freedom to create was fulfilling. Travel has played a huge role in my work, offering new perspectives and inspiration that I may not have found otherwise. I would advise anyone looking to pursue a creative career to try to refine a variety of skills; the more tools you have in your kit, the more opportunities you will be presented with. Constructive criticism from those you respect is also crucial. You need to be open to it to grow, even if it may be uncomfortable at times. There is a balance to be achieved between following your artistic passion and ensuring that your livelihood is sustainable. Art is not just about inspiration, but also about practicality. I’m grateful for my time at art school but if I were to offer advice to aspiring artists today, I’d say that a hands-on approach is just as important. </a:t>
            </a:r>
            <a:endParaRPr lang="en-AU" sz="1300" kern="100" dirty="0">
              <a:cs typeface="Times New Roman" panose="02020603050405020304" pitchFamily="18" charset="0"/>
            </a:endParaRPr>
          </a:p>
          <a:p>
            <a:pPr algn="just"/>
            <a:r>
              <a:rPr lang="en-AU" sz="1300" kern="100" dirty="0">
                <a:cs typeface="Times New Roman" panose="02020603050405020304" pitchFamily="18" charset="0"/>
              </a:rPr>
              <a:t>						                </a:t>
            </a:r>
            <a:r>
              <a:rPr lang="en-AU" sz="1300" dirty="0"/>
              <a:t> Dylan Jones</a:t>
            </a:r>
            <a:endParaRPr lang="en-US" sz="1300" dirty="0"/>
          </a:p>
        </p:txBody>
      </p:sp>
    </p:spTree>
    <p:extLst>
      <p:ext uri="{BB962C8B-B14F-4D97-AF65-F5344CB8AC3E}">
        <p14:creationId xmlns:p14="http://schemas.microsoft.com/office/powerpoint/2010/main" val="303062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61561</TotalTime>
  <Words>3065</Words>
  <Application>Microsoft Macintosh PowerPoint</Application>
  <PresentationFormat>Widescreen</PresentationFormat>
  <Paragraphs>67</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Dylan Jones – artist, educator Instagram@dylanjonesart dylanjonesart.com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Christine Larsen</dc:creator>
  <cp:lastModifiedBy>Natalie Seller</cp:lastModifiedBy>
  <cp:revision>5</cp:revision>
  <dcterms:created xsi:type="dcterms:W3CDTF">2024-10-13T02:45:46Z</dcterms:created>
  <dcterms:modified xsi:type="dcterms:W3CDTF">2024-12-23T03:01:24Z</dcterms:modified>
</cp:coreProperties>
</file>