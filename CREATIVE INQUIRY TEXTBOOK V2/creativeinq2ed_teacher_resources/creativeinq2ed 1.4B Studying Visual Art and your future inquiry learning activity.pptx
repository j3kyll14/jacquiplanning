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0" r:id="rId1"/>
  </p:sldMasterIdLst>
  <p:sldIdLst>
    <p:sldId id="256" r:id="rId2"/>
    <p:sldId id="257" r:id="rId3"/>
    <p:sldId id="259" r:id="rId4"/>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EAC229-ADFC-423C-AE8A-C9E5AF1A6A7A}" v="10" dt="2024-11-27T00:41:14.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87" autoAdjust="0"/>
    <p:restoredTop sz="94660"/>
  </p:normalViewPr>
  <p:slideViewPr>
    <p:cSldViewPr snapToGrid="0">
      <p:cViewPr varScale="1">
        <p:scale>
          <a:sx n="128" d="100"/>
          <a:sy n="128" d="100"/>
        </p:scale>
        <p:origin x="2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Kelly" userId="e0a6d923-e685-49b2-a2fc-ed85ff5a1f9e" providerId="ADAL" clId="{12EAC229-ADFC-423C-AE8A-C9E5AF1A6A7A}"/>
    <pc:docChg chg="undo custSel modSld">
      <pc:chgData name="Paula Kelly" userId="e0a6d923-e685-49b2-a2fc-ed85ff5a1f9e" providerId="ADAL" clId="{12EAC229-ADFC-423C-AE8A-C9E5AF1A6A7A}" dt="2024-12-10T09:25:24.984" v="207" actId="207"/>
      <pc:docMkLst>
        <pc:docMk/>
      </pc:docMkLst>
      <pc:sldChg chg="addSp delSp modSp mod">
        <pc:chgData name="Paula Kelly" userId="e0a6d923-e685-49b2-a2fc-ed85ff5a1f9e" providerId="ADAL" clId="{12EAC229-ADFC-423C-AE8A-C9E5AF1A6A7A}" dt="2024-11-27T00:46:43.506" v="107" actId="14100"/>
        <pc:sldMkLst>
          <pc:docMk/>
          <pc:sldMk cId="109857222" sldId="256"/>
        </pc:sldMkLst>
        <pc:spChg chg="mod">
          <ac:chgData name="Paula Kelly" userId="e0a6d923-e685-49b2-a2fc-ed85ff5a1f9e" providerId="ADAL" clId="{12EAC229-ADFC-423C-AE8A-C9E5AF1A6A7A}" dt="2024-11-27T00:46:43.506" v="107" actId="14100"/>
          <ac:spMkLst>
            <pc:docMk/>
            <pc:sldMk cId="109857222" sldId="256"/>
            <ac:spMk id="4" creationId="{89E6EBF5-21A1-9707-597E-5038A7AF237C}"/>
          </ac:spMkLst>
        </pc:spChg>
        <pc:spChg chg="del">
          <ac:chgData name="Paula Kelly" userId="e0a6d923-e685-49b2-a2fc-ed85ff5a1f9e" providerId="ADAL" clId="{12EAC229-ADFC-423C-AE8A-C9E5AF1A6A7A}" dt="2024-11-27T00:40:58.571" v="12" actId="478"/>
          <ac:spMkLst>
            <pc:docMk/>
            <pc:sldMk cId="109857222" sldId="256"/>
            <ac:spMk id="29" creationId="{07663984-C47F-EB42-78D1-95F3B20BC4AA}"/>
          </ac:spMkLst>
        </pc:spChg>
        <pc:spChg chg="del">
          <ac:chgData name="Paula Kelly" userId="e0a6d923-e685-49b2-a2fc-ed85ff5a1f9e" providerId="ADAL" clId="{12EAC229-ADFC-423C-AE8A-C9E5AF1A6A7A}" dt="2024-11-27T00:41:00.628" v="13" actId="478"/>
          <ac:spMkLst>
            <pc:docMk/>
            <pc:sldMk cId="109857222" sldId="256"/>
            <ac:spMk id="1026" creationId="{81967DCF-85A4-F252-64D9-C050F176AD48}"/>
          </ac:spMkLst>
        </pc:spChg>
        <pc:spChg chg="del">
          <ac:chgData name="Paula Kelly" userId="e0a6d923-e685-49b2-a2fc-ed85ff5a1f9e" providerId="ADAL" clId="{12EAC229-ADFC-423C-AE8A-C9E5AF1A6A7A}" dt="2024-11-27T00:41:02.674" v="14" actId="478"/>
          <ac:spMkLst>
            <pc:docMk/>
            <pc:sldMk cId="109857222" sldId="256"/>
            <ac:spMk id="1031" creationId="{CB69ED32-7835-A980-4A68-06043D728538}"/>
          </ac:spMkLst>
        </pc:spChg>
        <pc:spChg chg="del">
          <ac:chgData name="Paula Kelly" userId="e0a6d923-e685-49b2-a2fc-ed85ff5a1f9e" providerId="ADAL" clId="{12EAC229-ADFC-423C-AE8A-C9E5AF1A6A7A}" dt="2024-11-27T00:41:04.379" v="15" actId="478"/>
          <ac:spMkLst>
            <pc:docMk/>
            <pc:sldMk cId="109857222" sldId="256"/>
            <ac:spMk id="1035" creationId="{40E1B4A3-FC1C-0760-19A7-48DC5AFFF5E4}"/>
          </ac:spMkLst>
        </pc:spChg>
        <pc:picChg chg="add mod">
          <ac:chgData name="Paula Kelly" userId="e0a6d923-e685-49b2-a2fc-ed85ff5a1f9e" providerId="ADAL" clId="{12EAC229-ADFC-423C-AE8A-C9E5AF1A6A7A}" dt="2024-11-27T00:39:20.088" v="4"/>
          <ac:picMkLst>
            <pc:docMk/>
            <pc:sldMk cId="109857222" sldId="256"/>
            <ac:picMk id="3" creationId="{8B4F0FAC-359D-53EE-FB7B-E3699E760BB5}"/>
          </ac:picMkLst>
        </pc:picChg>
        <pc:picChg chg="mod">
          <ac:chgData name="Paula Kelly" userId="e0a6d923-e685-49b2-a2fc-ed85ff5a1f9e" providerId="ADAL" clId="{12EAC229-ADFC-423C-AE8A-C9E5AF1A6A7A}" dt="2024-11-27T00:46:25.952" v="105" actId="1036"/>
          <ac:picMkLst>
            <pc:docMk/>
            <pc:sldMk cId="109857222" sldId="256"/>
            <ac:picMk id="19" creationId="{4EF4B0A7-559B-2B83-5B24-744C3F1B49B2}"/>
          </ac:picMkLst>
        </pc:picChg>
        <pc:picChg chg="mod">
          <ac:chgData name="Paula Kelly" userId="e0a6d923-e685-49b2-a2fc-ed85ff5a1f9e" providerId="ADAL" clId="{12EAC229-ADFC-423C-AE8A-C9E5AF1A6A7A}" dt="2024-11-27T00:46:25.952" v="105" actId="1036"/>
          <ac:picMkLst>
            <pc:docMk/>
            <pc:sldMk cId="109857222" sldId="256"/>
            <ac:picMk id="21" creationId="{05F7A869-C8AA-9419-9A6D-5CDAF0AB47C9}"/>
          </ac:picMkLst>
        </pc:picChg>
        <pc:picChg chg="mod">
          <ac:chgData name="Paula Kelly" userId="e0a6d923-e685-49b2-a2fc-ed85ff5a1f9e" providerId="ADAL" clId="{12EAC229-ADFC-423C-AE8A-C9E5AF1A6A7A}" dt="2024-11-27T00:46:25.952" v="105" actId="1036"/>
          <ac:picMkLst>
            <pc:docMk/>
            <pc:sldMk cId="109857222" sldId="256"/>
            <ac:picMk id="23" creationId="{60F64DDF-A155-2A38-7971-FD23F1C6B951}"/>
          </ac:picMkLst>
        </pc:picChg>
        <pc:picChg chg="mod">
          <ac:chgData name="Paula Kelly" userId="e0a6d923-e685-49b2-a2fc-ed85ff5a1f9e" providerId="ADAL" clId="{12EAC229-ADFC-423C-AE8A-C9E5AF1A6A7A}" dt="2024-11-27T00:46:25.952" v="105" actId="1036"/>
          <ac:picMkLst>
            <pc:docMk/>
            <pc:sldMk cId="109857222" sldId="256"/>
            <ac:picMk id="25" creationId="{4DBC44DA-6BA8-7F3C-87FA-EA248F45669B}"/>
          </ac:picMkLst>
        </pc:picChg>
        <pc:picChg chg="mod">
          <ac:chgData name="Paula Kelly" userId="e0a6d923-e685-49b2-a2fc-ed85ff5a1f9e" providerId="ADAL" clId="{12EAC229-ADFC-423C-AE8A-C9E5AF1A6A7A}" dt="2024-11-27T00:46:25.952" v="105" actId="1036"/>
          <ac:picMkLst>
            <pc:docMk/>
            <pc:sldMk cId="109857222" sldId="256"/>
            <ac:picMk id="27" creationId="{31AFA986-9512-5610-9245-82B2AFC0682B}"/>
          </ac:picMkLst>
        </pc:picChg>
        <pc:picChg chg="mod">
          <ac:chgData name="Paula Kelly" userId="e0a6d923-e685-49b2-a2fc-ed85ff5a1f9e" providerId="ADAL" clId="{12EAC229-ADFC-423C-AE8A-C9E5AF1A6A7A}" dt="2024-11-27T00:46:25.952" v="105" actId="1036"/>
          <ac:picMkLst>
            <pc:docMk/>
            <pc:sldMk cId="109857222" sldId="256"/>
            <ac:picMk id="31" creationId="{DCD5E6F4-ED39-FC4B-E0AA-CC5AD8CBB53A}"/>
          </ac:picMkLst>
        </pc:picChg>
        <pc:picChg chg="mod">
          <ac:chgData name="Paula Kelly" userId="e0a6d923-e685-49b2-a2fc-ed85ff5a1f9e" providerId="ADAL" clId="{12EAC229-ADFC-423C-AE8A-C9E5AF1A6A7A}" dt="2024-11-27T00:46:25.952" v="105" actId="1036"/>
          <ac:picMkLst>
            <pc:docMk/>
            <pc:sldMk cId="109857222" sldId="256"/>
            <ac:picMk id="1028" creationId="{A0363458-FEAD-6BB6-58D1-C98A3891495E}"/>
          </ac:picMkLst>
        </pc:picChg>
        <pc:picChg chg="mod">
          <ac:chgData name="Paula Kelly" userId="e0a6d923-e685-49b2-a2fc-ed85ff5a1f9e" providerId="ADAL" clId="{12EAC229-ADFC-423C-AE8A-C9E5AF1A6A7A}" dt="2024-11-27T00:46:25.952" v="105" actId="1036"/>
          <ac:picMkLst>
            <pc:docMk/>
            <pc:sldMk cId="109857222" sldId="256"/>
            <ac:picMk id="1033" creationId="{FDC30389-0399-636C-5665-E1F450D8858A}"/>
          </ac:picMkLst>
        </pc:picChg>
      </pc:sldChg>
      <pc:sldChg chg="modSp mod">
        <pc:chgData name="Paula Kelly" userId="e0a6d923-e685-49b2-a2fc-ed85ff5a1f9e" providerId="ADAL" clId="{12EAC229-ADFC-423C-AE8A-C9E5AF1A6A7A}" dt="2024-12-10T04:21:24.638" v="115" actId="27107"/>
        <pc:sldMkLst>
          <pc:docMk/>
          <pc:sldMk cId="574038452" sldId="257"/>
        </pc:sldMkLst>
        <pc:spChg chg="mod">
          <ac:chgData name="Paula Kelly" userId="e0a6d923-e685-49b2-a2fc-ed85ff5a1f9e" providerId="ADAL" clId="{12EAC229-ADFC-423C-AE8A-C9E5AF1A6A7A}" dt="2024-12-10T04:21:24.638" v="115" actId="27107"/>
          <ac:spMkLst>
            <pc:docMk/>
            <pc:sldMk cId="574038452" sldId="257"/>
            <ac:spMk id="3" creationId="{2F47F75F-3F78-41C5-1A2B-67AB7FF2E308}"/>
          </ac:spMkLst>
        </pc:spChg>
      </pc:sldChg>
      <pc:sldChg chg="addSp delSp modSp mod">
        <pc:chgData name="Paula Kelly" userId="e0a6d923-e685-49b2-a2fc-ed85ff5a1f9e" providerId="ADAL" clId="{12EAC229-ADFC-423C-AE8A-C9E5AF1A6A7A}" dt="2024-12-10T09:25:24.984" v="207" actId="207"/>
        <pc:sldMkLst>
          <pc:docMk/>
          <pc:sldMk cId="3450043055" sldId="258"/>
        </pc:sldMkLst>
        <pc:spChg chg="mod">
          <ac:chgData name="Paula Kelly" userId="e0a6d923-e685-49b2-a2fc-ed85ff5a1f9e" providerId="ADAL" clId="{12EAC229-ADFC-423C-AE8A-C9E5AF1A6A7A}" dt="2024-12-10T04:20:48.539" v="110" actId="20577"/>
          <ac:spMkLst>
            <pc:docMk/>
            <pc:sldMk cId="3450043055" sldId="258"/>
            <ac:spMk id="2" creationId="{7547CB4B-DCAC-6F83-85C5-6BD2CB11E39D}"/>
          </ac:spMkLst>
        </pc:spChg>
        <pc:spChg chg="mod">
          <ac:chgData name="Paula Kelly" userId="e0a6d923-e685-49b2-a2fc-ed85ff5a1f9e" providerId="ADAL" clId="{12EAC229-ADFC-423C-AE8A-C9E5AF1A6A7A}" dt="2024-12-10T09:25:24.984" v="207" actId="207"/>
          <ac:spMkLst>
            <pc:docMk/>
            <pc:sldMk cId="3450043055" sldId="258"/>
            <ac:spMk id="5" creationId="{73A161D7-3C4F-4507-3D2A-54EAEE3A32AB}"/>
          </ac:spMkLst>
        </pc:spChg>
        <pc:spChg chg="add del">
          <ac:chgData name="Paula Kelly" userId="e0a6d923-e685-49b2-a2fc-ed85ff5a1f9e" providerId="ADAL" clId="{12EAC229-ADFC-423C-AE8A-C9E5AF1A6A7A}" dt="2024-12-10T04:20:40.503" v="109" actId="478"/>
          <ac:spMkLst>
            <pc:docMk/>
            <pc:sldMk cId="3450043055" sldId="258"/>
            <ac:spMk id="9" creationId="{075FCA48-CE45-D588-BFB3-AADB3315FB53}"/>
          </ac:spMkLst>
        </pc:spChg>
        <pc:spChg chg="mod">
          <ac:chgData name="Paula Kelly" userId="e0a6d923-e685-49b2-a2fc-ed85ff5a1f9e" providerId="ADAL" clId="{12EAC229-ADFC-423C-AE8A-C9E5AF1A6A7A}" dt="2024-12-10T06:30:41.443" v="181" actId="1037"/>
          <ac:spMkLst>
            <pc:docMk/>
            <pc:sldMk cId="3450043055" sldId="258"/>
            <ac:spMk id="11" creationId="{D937CC9F-977B-A783-0A03-F88D623AC92F}"/>
          </ac:spMkLst>
        </pc:spChg>
        <pc:spChg chg="mod">
          <ac:chgData name="Paula Kelly" userId="e0a6d923-e685-49b2-a2fc-ed85ff5a1f9e" providerId="ADAL" clId="{12EAC229-ADFC-423C-AE8A-C9E5AF1A6A7A}" dt="2024-12-10T06:32:47.325" v="203" actId="20577"/>
          <ac:spMkLst>
            <pc:docMk/>
            <pc:sldMk cId="3450043055" sldId="258"/>
            <ac:spMk id="12" creationId="{126EC076-C762-4108-E224-97B567FABC65}"/>
          </ac:spMkLst>
        </pc:spChg>
        <pc:spChg chg="del mod">
          <ac:chgData name="Paula Kelly" userId="e0a6d923-e685-49b2-a2fc-ed85ff5a1f9e" providerId="ADAL" clId="{12EAC229-ADFC-423C-AE8A-C9E5AF1A6A7A}" dt="2024-12-10T06:27:40.242" v="131" actId="478"/>
          <ac:spMkLst>
            <pc:docMk/>
            <pc:sldMk cId="3450043055" sldId="258"/>
            <ac:spMk id="16" creationId="{82907994-1919-F5B0-FC79-DE4789D705DD}"/>
          </ac:spMkLst>
        </pc:spChg>
        <pc:picChg chg="del">
          <ac:chgData name="Paula Kelly" userId="e0a6d923-e685-49b2-a2fc-ed85ff5a1f9e" providerId="ADAL" clId="{12EAC229-ADFC-423C-AE8A-C9E5AF1A6A7A}" dt="2024-12-10T06:27:37.184" v="129" actId="478"/>
          <ac:picMkLst>
            <pc:docMk/>
            <pc:sldMk cId="3450043055" sldId="258"/>
            <ac:picMk id="7" creationId="{5826B79B-0841-9A6F-8553-7E954186E61B}"/>
          </ac:picMkLst>
        </pc:picChg>
        <pc:picChg chg="add mod">
          <ac:chgData name="Paula Kelly" userId="e0a6d923-e685-49b2-a2fc-ed85ff5a1f9e" providerId="ADAL" clId="{12EAC229-ADFC-423C-AE8A-C9E5AF1A6A7A}" dt="2024-12-10T06:30:41.443" v="181" actId="1037"/>
          <ac:picMkLst>
            <pc:docMk/>
            <pc:sldMk cId="3450043055" sldId="258"/>
            <ac:picMk id="8" creationId="{DAB64F15-A915-9002-2436-AEBE281EF3BC}"/>
          </ac:picMkLst>
        </pc:picChg>
      </pc:sldChg>
      <pc:sldChg chg="modSp mod">
        <pc:chgData name="Paula Kelly" userId="e0a6d923-e685-49b2-a2fc-ed85ff5a1f9e" providerId="ADAL" clId="{12EAC229-ADFC-423C-AE8A-C9E5AF1A6A7A}" dt="2024-12-10T04:32:31.260" v="123" actId="1076"/>
        <pc:sldMkLst>
          <pc:docMk/>
          <pc:sldMk cId="1262969687" sldId="259"/>
        </pc:sldMkLst>
        <pc:spChg chg="mod">
          <ac:chgData name="Paula Kelly" userId="e0a6d923-e685-49b2-a2fc-ed85ff5a1f9e" providerId="ADAL" clId="{12EAC229-ADFC-423C-AE8A-C9E5AF1A6A7A}" dt="2024-12-10T04:21:04.022" v="114" actId="20577"/>
          <ac:spMkLst>
            <pc:docMk/>
            <pc:sldMk cId="1262969687" sldId="259"/>
            <ac:spMk id="2" creationId="{B0A6B835-73E9-F60C-C237-10601F311201}"/>
          </ac:spMkLst>
        </pc:spChg>
        <pc:spChg chg="mod">
          <ac:chgData name="Paula Kelly" userId="e0a6d923-e685-49b2-a2fc-ed85ff5a1f9e" providerId="ADAL" clId="{12EAC229-ADFC-423C-AE8A-C9E5AF1A6A7A}" dt="2024-12-10T04:32:31.260" v="123" actId="1076"/>
          <ac:spMkLst>
            <pc:docMk/>
            <pc:sldMk cId="1262969687" sldId="259"/>
            <ac:spMk id="3" creationId="{30CC6091-B027-809D-F527-9458B7DF1841}"/>
          </ac:spMkLst>
        </pc:spChg>
        <pc:spChg chg="mod">
          <ac:chgData name="Paula Kelly" userId="e0a6d923-e685-49b2-a2fc-ed85ff5a1f9e" providerId="ADAL" clId="{12EAC229-ADFC-423C-AE8A-C9E5AF1A6A7A}" dt="2024-12-10T04:22:06.728" v="121" actId="1076"/>
          <ac:spMkLst>
            <pc:docMk/>
            <pc:sldMk cId="1262969687" sldId="259"/>
            <ac:spMk id="12" creationId="{CF1FC16D-F6F3-7476-E5D9-206F77F1E0BE}"/>
          </ac:spMkLst>
        </pc:spChg>
      </pc:sldChg>
      <pc:sldChg chg="modSp mod">
        <pc:chgData name="Paula Kelly" userId="e0a6d923-e685-49b2-a2fc-ed85ff5a1f9e" providerId="ADAL" clId="{12EAC229-ADFC-423C-AE8A-C9E5AF1A6A7A}" dt="2024-12-10T04:20:59.278" v="113" actId="12"/>
        <pc:sldMkLst>
          <pc:docMk/>
          <pc:sldMk cId="4004623270" sldId="260"/>
        </pc:sldMkLst>
        <pc:spChg chg="mod">
          <ac:chgData name="Paula Kelly" userId="e0a6d923-e685-49b2-a2fc-ed85ff5a1f9e" providerId="ADAL" clId="{12EAC229-ADFC-423C-AE8A-C9E5AF1A6A7A}" dt="2024-12-10T04:20:56.646" v="112" actId="20577"/>
          <ac:spMkLst>
            <pc:docMk/>
            <pc:sldMk cId="4004623270" sldId="260"/>
            <ac:spMk id="2" creationId="{B0A6B835-73E9-F60C-C237-10601F311201}"/>
          </ac:spMkLst>
        </pc:spChg>
        <pc:spChg chg="mod">
          <ac:chgData name="Paula Kelly" userId="e0a6d923-e685-49b2-a2fc-ed85ff5a1f9e" providerId="ADAL" clId="{12EAC229-ADFC-423C-AE8A-C9E5AF1A6A7A}" dt="2024-12-10T04:20:59.278" v="113" actId="12"/>
          <ac:spMkLst>
            <pc:docMk/>
            <pc:sldMk cId="4004623270" sldId="260"/>
            <ac:spMk id="3" creationId="{30CC6091-B027-809D-F527-9458B7DF184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12/23/24</a:t>
            </a:fld>
            <a:endParaRPr lang="en-US" dirty="0"/>
          </a:p>
        </p:txBody>
      </p:sp>
      <p:sp>
        <p:nvSpPr>
          <p:cNvPr id="5" name="Footer Placeholder 4"/>
          <p:cNvSpPr>
            <a:spLocks noGrp="1"/>
          </p:cNvSpPr>
          <p:nvPr>
            <p:ph type="ftr" sz="quarter" idx="11"/>
          </p:nvPr>
        </p:nvSpPr>
        <p:spPr/>
        <p:txBody>
          <a:bodyPr/>
          <a:lstStyle/>
          <a:p>
            <a:r>
              <a:rPr lang="en-US" dirty="0"/>
              <a:t>© Cambridge University Press and Assessment 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80413361"/>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12/23/24</a:t>
            </a:fld>
            <a:endParaRPr lang="en-US" dirty="0"/>
          </a:p>
        </p:txBody>
      </p:sp>
      <p:sp>
        <p:nvSpPr>
          <p:cNvPr id="5" name="Footer Placeholder 4"/>
          <p:cNvSpPr>
            <a:spLocks noGrp="1"/>
          </p:cNvSpPr>
          <p:nvPr>
            <p:ph type="ftr" sz="quarter" idx="11"/>
          </p:nvPr>
        </p:nvSpPr>
        <p:spPr/>
        <p:txBody>
          <a:bodyPr/>
          <a:lstStyle/>
          <a:p>
            <a:r>
              <a:rPr lang="en-US" dirty="0"/>
              <a:t>© Cambridge University Press and Assessment 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52056481"/>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12/23/24</a:t>
            </a:fld>
            <a:endParaRPr lang="en-US" dirty="0"/>
          </a:p>
        </p:txBody>
      </p:sp>
      <p:sp>
        <p:nvSpPr>
          <p:cNvPr id="5" name="Footer Placeholder 4"/>
          <p:cNvSpPr>
            <a:spLocks noGrp="1"/>
          </p:cNvSpPr>
          <p:nvPr>
            <p:ph type="ftr" sz="quarter" idx="11"/>
          </p:nvPr>
        </p:nvSpPr>
        <p:spPr/>
        <p:txBody>
          <a:bodyPr/>
          <a:lstStyle/>
          <a:p>
            <a:r>
              <a:rPr lang="en-US" dirty="0"/>
              <a:t>© Cambridge University Press and Assessment 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33792986"/>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12/23/24</a:t>
            </a:fld>
            <a:endParaRPr lang="en-US" dirty="0"/>
          </a:p>
        </p:txBody>
      </p:sp>
      <p:sp>
        <p:nvSpPr>
          <p:cNvPr id="6" name="Footer Placeholder 5"/>
          <p:cNvSpPr>
            <a:spLocks noGrp="1"/>
          </p:cNvSpPr>
          <p:nvPr>
            <p:ph type="ftr" sz="quarter" idx="11"/>
          </p:nvPr>
        </p:nvSpPr>
        <p:spPr/>
        <p:txBody>
          <a:bodyPr/>
          <a:lstStyle/>
          <a:p>
            <a:r>
              <a:rPr lang="en-US" dirty="0"/>
              <a:t>© Cambridge University Press and Assessment 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62120458"/>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12/23/24</a:t>
            </a:fld>
            <a:endParaRPr lang="en-US" dirty="0"/>
          </a:p>
        </p:txBody>
      </p:sp>
      <p:sp>
        <p:nvSpPr>
          <p:cNvPr id="8" name="Footer Placeholder 7"/>
          <p:cNvSpPr>
            <a:spLocks noGrp="1"/>
          </p:cNvSpPr>
          <p:nvPr>
            <p:ph type="ftr" sz="quarter" idx="11"/>
          </p:nvPr>
        </p:nvSpPr>
        <p:spPr/>
        <p:txBody>
          <a:bodyPr/>
          <a:lstStyle/>
          <a:p>
            <a:r>
              <a:rPr lang="en-US" dirty="0"/>
              <a:t>© Cambridge University Press and Assessment 2025</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49804917"/>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12/23/24</a:t>
            </a:fld>
            <a:endParaRPr lang="en-US" dirty="0"/>
          </a:p>
        </p:txBody>
      </p:sp>
      <p:sp>
        <p:nvSpPr>
          <p:cNvPr id="4" name="Footer Placeholder 3"/>
          <p:cNvSpPr>
            <a:spLocks noGrp="1"/>
          </p:cNvSpPr>
          <p:nvPr>
            <p:ph type="ftr" sz="quarter" idx="11"/>
          </p:nvPr>
        </p:nvSpPr>
        <p:spPr/>
        <p:txBody>
          <a:bodyPr/>
          <a:lstStyle/>
          <a:p>
            <a:r>
              <a:rPr lang="en-US" dirty="0"/>
              <a:t>© Cambridge University Press and Assessment 2025</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1286604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12/23/24</a:t>
            </a:fld>
            <a:endParaRPr lang="en-US" dirty="0"/>
          </a:p>
        </p:txBody>
      </p:sp>
      <p:sp>
        <p:nvSpPr>
          <p:cNvPr id="3" name="Footer Placeholder 2"/>
          <p:cNvSpPr>
            <a:spLocks noGrp="1"/>
          </p:cNvSpPr>
          <p:nvPr>
            <p:ph type="ftr" sz="quarter" idx="11"/>
          </p:nvPr>
        </p:nvSpPr>
        <p:spPr/>
        <p:txBody>
          <a:bodyPr/>
          <a:lstStyle/>
          <a:p>
            <a:r>
              <a:rPr lang="en-US" dirty="0"/>
              <a:t>© Cambridge University Press and Assessment 2025</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24013436"/>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12/23/24</a:t>
            </a:fld>
            <a:endParaRPr lang="en-US" dirty="0"/>
          </a:p>
        </p:txBody>
      </p:sp>
      <p:sp>
        <p:nvSpPr>
          <p:cNvPr id="6" name="Footer Placeholder 5"/>
          <p:cNvSpPr>
            <a:spLocks noGrp="1"/>
          </p:cNvSpPr>
          <p:nvPr>
            <p:ph type="ftr" sz="quarter" idx="11"/>
          </p:nvPr>
        </p:nvSpPr>
        <p:spPr/>
        <p:txBody>
          <a:bodyPr/>
          <a:lstStyle/>
          <a:p>
            <a:r>
              <a:rPr lang="en-US" dirty="0"/>
              <a:t>© Cambridge University Press and Assessment 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20607554"/>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12/23/24</a:t>
            </a:fld>
            <a:endParaRPr lang="en-US" dirty="0"/>
          </a:p>
        </p:txBody>
      </p:sp>
      <p:sp>
        <p:nvSpPr>
          <p:cNvPr id="6" name="Footer Placeholder 5"/>
          <p:cNvSpPr>
            <a:spLocks noGrp="1"/>
          </p:cNvSpPr>
          <p:nvPr>
            <p:ph type="ftr" sz="quarter" idx="11"/>
          </p:nvPr>
        </p:nvSpPr>
        <p:spPr/>
        <p:txBody>
          <a:bodyPr/>
          <a:lstStyle/>
          <a:p>
            <a:r>
              <a:rPr lang="en-US" dirty="0"/>
              <a:t>© Cambridge University Press and Assessment 2025</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523557"/>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12/23/24</a:t>
            </a:fld>
            <a:endParaRPr lang="en-US" dirty="0"/>
          </a:p>
        </p:txBody>
      </p:sp>
      <p:sp>
        <p:nvSpPr>
          <p:cNvPr id="5" name="Footer Placeholder 4"/>
          <p:cNvSpPr>
            <a:spLocks noGrp="1"/>
          </p:cNvSpPr>
          <p:nvPr>
            <p:ph type="ftr" sz="quarter" idx="11"/>
          </p:nvPr>
        </p:nvSpPr>
        <p:spPr/>
        <p:txBody>
          <a:bodyPr/>
          <a:lstStyle/>
          <a:p>
            <a:r>
              <a:rPr lang="en-US" dirty="0"/>
              <a:t>© Cambridge University Press and Assessment 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577893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12/23/24</a:t>
            </a:fld>
            <a:endParaRPr lang="en-US" dirty="0"/>
          </a:p>
        </p:txBody>
      </p:sp>
      <p:sp>
        <p:nvSpPr>
          <p:cNvPr id="5" name="Footer Placeholder 4"/>
          <p:cNvSpPr>
            <a:spLocks noGrp="1"/>
          </p:cNvSpPr>
          <p:nvPr>
            <p:ph type="ftr" sz="quarter" idx="11"/>
          </p:nvPr>
        </p:nvSpPr>
        <p:spPr/>
        <p:txBody>
          <a:bodyPr/>
          <a:lstStyle/>
          <a:p>
            <a:r>
              <a:rPr lang="en-US" dirty="0"/>
              <a:t>© Cambridge University Press and Assessment 2025</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1653765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12/23/24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 Cambridge University Press and Assessment 2025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67998534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3.weforum.org/docs/WEF_Defining_Education_4.0_2023.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E6EBF5-21A1-9707-597E-5038A7AF237C}"/>
              </a:ext>
            </a:extLst>
          </p:cNvPr>
          <p:cNvSpPr>
            <a:spLocks noGrp="1"/>
          </p:cNvSpPr>
          <p:nvPr>
            <p:ph type="title"/>
          </p:nvPr>
        </p:nvSpPr>
        <p:spPr>
          <a:xfrm>
            <a:off x="416065" y="1048971"/>
            <a:ext cx="10849812" cy="1204275"/>
          </a:xfrm>
        </p:spPr>
        <p:txBody>
          <a:bodyPr/>
          <a:lstStyle/>
          <a:p>
            <a:pPr algn="ctr"/>
            <a:r>
              <a:rPr lang="en-US" b="1" dirty="0">
                <a:solidFill>
                  <a:srgbClr val="FF6699"/>
                </a:solidFill>
                <a:latin typeface="Alasassy Caps" panose="020F0502020204030204" pitchFamily="2" charset="0"/>
              </a:rPr>
              <a:t>Visual Art and your future</a:t>
            </a:r>
          </a:p>
        </p:txBody>
      </p:sp>
      <p:pic>
        <p:nvPicPr>
          <p:cNvPr id="7" name="Content Placeholder 6" descr="A close up of a sign&#10;&#10;Description automatically generated">
            <a:extLst>
              <a:ext uri="{FF2B5EF4-FFF2-40B4-BE49-F238E27FC236}">
                <a16:creationId xmlns:a16="http://schemas.microsoft.com/office/drawing/2014/main" id="{DC8C9AB3-AF29-A5E1-48F8-9AD81B6B0DAE}"/>
              </a:ext>
            </a:extLst>
          </p:cNvPr>
          <p:cNvPicPr>
            <a:picLocks noGrp="1" noChangeAspect="1"/>
          </p:cNvPicPr>
          <p:nvPr>
            <p:ph idx="1"/>
          </p:nvPr>
        </p:nvPicPr>
        <p:blipFill>
          <a:blip r:embed="rId2"/>
          <a:stretch>
            <a:fillRect/>
          </a:stretch>
        </p:blipFill>
        <p:spPr>
          <a:xfrm>
            <a:off x="0" y="-2449"/>
            <a:ext cx="12192000" cy="1051432"/>
          </a:xfrm>
        </p:spPr>
      </p:pic>
      <p:sp>
        <p:nvSpPr>
          <p:cNvPr id="8" name="Footer Placeholder 7">
            <a:extLst>
              <a:ext uri="{FF2B5EF4-FFF2-40B4-BE49-F238E27FC236}">
                <a16:creationId xmlns:a16="http://schemas.microsoft.com/office/drawing/2014/main" id="{0A0F1145-082C-2B5D-17CC-B8945F95C27F}"/>
              </a:ext>
            </a:extLst>
          </p:cNvPr>
          <p:cNvSpPr>
            <a:spLocks noGrp="1"/>
          </p:cNvSpPr>
          <p:nvPr>
            <p:ph type="ftr" sz="quarter" idx="11"/>
          </p:nvPr>
        </p:nvSpPr>
        <p:spPr/>
        <p:txBody>
          <a:bodyPr/>
          <a:lstStyle/>
          <a:p>
            <a:r>
              <a:rPr lang="en-US" dirty="0"/>
              <a:t>© Cambridge University Press and Assessment 2025</a:t>
            </a:r>
          </a:p>
        </p:txBody>
      </p:sp>
      <p:pic>
        <p:nvPicPr>
          <p:cNvPr id="19" name="Picture 18">
            <a:extLst>
              <a:ext uri="{FF2B5EF4-FFF2-40B4-BE49-F238E27FC236}">
                <a16:creationId xmlns:a16="http://schemas.microsoft.com/office/drawing/2014/main" id="{4EF4B0A7-559B-2B83-5B24-744C3F1B49B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367387" y="4795752"/>
            <a:ext cx="2043254" cy="1362297"/>
          </a:xfrm>
          <a:prstGeom prst="rect">
            <a:avLst/>
          </a:prstGeom>
        </p:spPr>
      </p:pic>
      <p:pic>
        <p:nvPicPr>
          <p:cNvPr id="21" name="Picture 20">
            <a:extLst>
              <a:ext uri="{FF2B5EF4-FFF2-40B4-BE49-F238E27FC236}">
                <a16:creationId xmlns:a16="http://schemas.microsoft.com/office/drawing/2014/main" id="{05F7A869-C8AA-9419-9A6D-5CDAF0AB47C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371375" y="4324177"/>
            <a:ext cx="2766681" cy="1845381"/>
          </a:xfrm>
          <a:prstGeom prst="rect">
            <a:avLst/>
          </a:prstGeom>
        </p:spPr>
      </p:pic>
      <p:pic>
        <p:nvPicPr>
          <p:cNvPr id="23" name="Picture 22">
            <a:extLst>
              <a:ext uri="{FF2B5EF4-FFF2-40B4-BE49-F238E27FC236}">
                <a16:creationId xmlns:a16="http://schemas.microsoft.com/office/drawing/2014/main" id="{60F64DDF-A155-2A38-7971-FD23F1C6B95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50378" y="4315221"/>
            <a:ext cx="2874931" cy="1842830"/>
          </a:xfrm>
          <a:prstGeom prst="rect">
            <a:avLst/>
          </a:prstGeom>
        </p:spPr>
      </p:pic>
      <p:pic>
        <p:nvPicPr>
          <p:cNvPr id="25" name="Picture 24">
            <a:extLst>
              <a:ext uri="{FF2B5EF4-FFF2-40B4-BE49-F238E27FC236}">
                <a16:creationId xmlns:a16="http://schemas.microsoft.com/office/drawing/2014/main" id="{4DBC44DA-6BA8-7F3C-87FA-EA248F45669B}"/>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416065" y="2253246"/>
            <a:ext cx="2743234" cy="1886146"/>
          </a:xfrm>
          <a:prstGeom prst="rect">
            <a:avLst/>
          </a:prstGeom>
        </p:spPr>
      </p:pic>
      <p:pic>
        <p:nvPicPr>
          <p:cNvPr id="27" name="Picture 26">
            <a:extLst>
              <a:ext uri="{FF2B5EF4-FFF2-40B4-BE49-F238E27FC236}">
                <a16:creationId xmlns:a16="http://schemas.microsoft.com/office/drawing/2014/main" id="{31AFA986-9512-5610-9245-82B2AFC0682B}"/>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355002" y="2237375"/>
            <a:ext cx="1643181" cy="2371156"/>
          </a:xfrm>
          <a:prstGeom prst="rect">
            <a:avLst/>
          </a:prstGeom>
        </p:spPr>
      </p:pic>
      <p:pic>
        <p:nvPicPr>
          <p:cNvPr id="31" name="Picture 30">
            <a:extLst>
              <a:ext uri="{FF2B5EF4-FFF2-40B4-BE49-F238E27FC236}">
                <a16:creationId xmlns:a16="http://schemas.microsoft.com/office/drawing/2014/main" id="{DCD5E6F4-ED39-FC4B-E0AA-CC5AD8CBB53A}"/>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8224839" y="2237375"/>
            <a:ext cx="3041038" cy="2032332"/>
          </a:xfrm>
          <a:prstGeom prst="rect">
            <a:avLst/>
          </a:prstGeom>
        </p:spPr>
      </p:pic>
      <p:pic>
        <p:nvPicPr>
          <p:cNvPr id="1028" name="Picture 1027">
            <a:extLst>
              <a:ext uri="{FF2B5EF4-FFF2-40B4-BE49-F238E27FC236}">
                <a16:creationId xmlns:a16="http://schemas.microsoft.com/office/drawing/2014/main" id="{A0363458-FEAD-6BB6-58D1-C98A3891495E}"/>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8643657" y="4417745"/>
            <a:ext cx="2622220" cy="1751813"/>
          </a:xfrm>
          <a:prstGeom prst="rect">
            <a:avLst/>
          </a:prstGeom>
        </p:spPr>
      </p:pic>
      <p:pic>
        <p:nvPicPr>
          <p:cNvPr id="1033" name="Picture 1032">
            <a:extLst>
              <a:ext uri="{FF2B5EF4-FFF2-40B4-BE49-F238E27FC236}">
                <a16:creationId xmlns:a16="http://schemas.microsoft.com/office/drawing/2014/main" id="{FDC30389-0399-636C-5665-E1F450D8858A}"/>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3375855" y="2253247"/>
            <a:ext cx="2700181" cy="184538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099C1-C3A7-7A9D-046A-DA8F374C75D9}"/>
              </a:ext>
            </a:extLst>
          </p:cNvPr>
          <p:cNvSpPr>
            <a:spLocks noGrp="1"/>
          </p:cNvSpPr>
          <p:nvPr>
            <p:ph type="title"/>
          </p:nvPr>
        </p:nvSpPr>
        <p:spPr>
          <a:xfrm>
            <a:off x="838200" y="863332"/>
            <a:ext cx="10515600" cy="1325563"/>
          </a:xfrm>
        </p:spPr>
        <p:txBody>
          <a:bodyPr/>
          <a:lstStyle/>
          <a:p>
            <a:r>
              <a:rPr lang="en-US" b="1" dirty="0">
                <a:solidFill>
                  <a:srgbClr val="FF6699"/>
                </a:solidFill>
                <a:latin typeface="Alasassy Caps" panose="020F0502020204030204" pitchFamily="2" charset="0"/>
              </a:rPr>
              <a:t>Visual Art and your future</a:t>
            </a:r>
            <a:endParaRPr lang="en-AU" dirty="0"/>
          </a:p>
        </p:txBody>
      </p:sp>
      <p:sp>
        <p:nvSpPr>
          <p:cNvPr id="3" name="Content Placeholder 2">
            <a:extLst>
              <a:ext uri="{FF2B5EF4-FFF2-40B4-BE49-F238E27FC236}">
                <a16:creationId xmlns:a16="http://schemas.microsoft.com/office/drawing/2014/main" id="{2F47F75F-3F78-41C5-1A2B-67AB7FF2E308}"/>
              </a:ext>
            </a:extLst>
          </p:cNvPr>
          <p:cNvSpPr>
            <a:spLocks noGrp="1"/>
          </p:cNvSpPr>
          <p:nvPr>
            <p:ph idx="1"/>
          </p:nvPr>
        </p:nvSpPr>
        <p:spPr>
          <a:xfrm>
            <a:off x="412694" y="2096954"/>
            <a:ext cx="6627377" cy="4351338"/>
          </a:xfrm>
        </p:spPr>
        <p:txBody>
          <a:bodyPr>
            <a:normAutofit fontScale="70000" lnSpcReduction="20000"/>
          </a:bodyPr>
          <a:lstStyle/>
          <a:p>
            <a:pPr indent="0">
              <a:lnSpc>
                <a:spcPct val="150000"/>
              </a:lnSpc>
              <a:buNone/>
            </a:pPr>
            <a:r>
              <a:rPr lang="en-AU" sz="2800" kern="100" dirty="0">
                <a:effectLst/>
                <a:latin typeface="Arial" panose="020B0604020202020204" pitchFamily="34" charset="0"/>
                <a:ea typeface="Calibri" panose="020F0502020204030204" pitchFamily="34" charset="0"/>
                <a:cs typeface="Arial" panose="020B0604020202020204" pitchFamily="34" charset="0"/>
              </a:rPr>
              <a:t>“employers are not only signalling demand for creativity, critical thinking, problem solving and skills relating to the development and use of technology, but are placing more and more emphasis on interpersonal and socio-emotional skills. The latter include the ability to collaborate, coordinate and communicate effectively with others” </a:t>
            </a:r>
            <a:endParaRPr lang="en-AU" kern="100" dirty="0">
              <a:latin typeface="Arial" panose="020B0604020202020204" pitchFamily="34" charset="0"/>
              <a:ea typeface="Calibri" panose="020F0502020204030204" pitchFamily="34" charset="0"/>
              <a:cs typeface="Arial" panose="020B0604020202020204" pitchFamily="34" charset="0"/>
            </a:endParaRPr>
          </a:p>
          <a:p>
            <a:pPr indent="0">
              <a:lnSpc>
                <a:spcPct val="150000"/>
              </a:lnSpc>
              <a:buNone/>
            </a:pPr>
            <a:endParaRPr lang="en-AU" sz="1900" kern="100" dirty="0">
              <a:effectLst/>
              <a:latin typeface="Arial" panose="020B0604020202020204" pitchFamily="34" charset="0"/>
              <a:ea typeface="Calibri" panose="020F0502020204030204" pitchFamily="34" charset="0"/>
              <a:cs typeface="Arial" panose="020B0604020202020204" pitchFamily="34" charset="0"/>
            </a:endParaRPr>
          </a:p>
          <a:p>
            <a:pPr indent="0">
              <a:lnSpc>
                <a:spcPct val="150000"/>
              </a:lnSpc>
              <a:buNone/>
            </a:pPr>
            <a:r>
              <a:rPr lang="en-AU" sz="1900" kern="100" dirty="0">
                <a:effectLst/>
                <a:latin typeface="Arial" panose="020B0604020202020204" pitchFamily="34" charset="0"/>
                <a:ea typeface="Calibri" panose="020F0502020204030204" pitchFamily="34" charset="0"/>
                <a:cs typeface="Arial" panose="020B0604020202020204" pitchFamily="34" charset="0"/>
              </a:rPr>
              <a:t>Reference</a:t>
            </a:r>
            <a:r>
              <a:rPr lang="en-AU" sz="1900" kern="100" dirty="0">
                <a:latin typeface="Arial" panose="020B0604020202020204" pitchFamily="34" charset="0"/>
                <a:ea typeface="Calibri" panose="020F0502020204030204" pitchFamily="34" charset="0"/>
                <a:cs typeface="Arial" panose="020B0604020202020204" pitchFamily="34" charset="0"/>
              </a:rPr>
              <a:t>: </a:t>
            </a:r>
            <a:r>
              <a:rPr lang="en-AU" sz="1900" kern="100" dirty="0">
                <a:effectLst/>
                <a:latin typeface="Arial" panose="020B0604020202020204" pitchFamily="34" charset="0"/>
                <a:ea typeface="Calibri" panose="020F0502020204030204" pitchFamily="34" charset="0"/>
                <a:cs typeface="Arial" panose="020B0604020202020204" pitchFamily="34" charset="0"/>
              </a:rPr>
              <a:t>The World Economic Forum, 2023, </a:t>
            </a:r>
            <a:r>
              <a:rPr lang="en-AU" sz="1900" i="1" kern="100" dirty="0">
                <a:effectLst/>
                <a:latin typeface="Arial" panose="020B0604020202020204" pitchFamily="34" charset="0"/>
                <a:ea typeface="Calibri" panose="020F0502020204030204" pitchFamily="34" charset="0"/>
                <a:cs typeface="Arial" panose="020B0604020202020204" pitchFamily="34" charset="0"/>
              </a:rPr>
              <a:t>Defining Education 4.0: A Taxonomy for the Future of Learning.</a:t>
            </a:r>
            <a:br>
              <a:rPr lang="en-AU" sz="1900" kern="100" dirty="0">
                <a:effectLst/>
                <a:latin typeface="Arial" panose="020B0604020202020204" pitchFamily="34" charset="0"/>
                <a:ea typeface="Calibri" panose="020F0502020204030204" pitchFamily="34" charset="0"/>
                <a:cs typeface="Arial" panose="020B0604020202020204" pitchFamily="34" charset="0"/>
              </a:rPr>
            </a:br>
            <a:r>
              <a:rPr lang="en-AU" sz="1600" kern="100" dirty="0">
                <a:effectLst/>
                <a:latin typeface="Arial" panose="020B0604020202020204" pitchFamily="34" charset="0"/>
                <a:ea typeface="Calibri" panose="020F0502020204030204" pitchFamily="34" charset="0"/>
                <a:cs typeface="Arial" panose="020B0604020202020204" pitchFamily="34" charset="0"/>
              </a:rPr>
              <a:t>Source </a:t>
            </a:r>
            <a:r>
              <a:rPr lang="en-AU" sz="16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2"/>
              </a:rPr>
              <a:t>https://www3.weforum.org/docs/WEF_Defining_Education_4.0_2023.pdf</a:t>
            </a:r>
            <a:endParaRPr lang="en-AU" sz="1600" kern="100" dirty="0">
              <a:effectLst/>
              <a:latin typeface="Arial" panose="020B0604020202020204" pitchFamily="34" charset="0"/>
              <a:ea typeface="Calibri" panose="020F0502020204030204" pitchFamily="34" charset="0"/>
              <a:cs typeface="Arial" panose="020B0604020202020204" pitchFamily="34" charset="0"/>
            </a:endParaRPr>
          </a:p>
          <a:p>
            <a:endParaRPr lang="en-AU" dirty="0"/>
          </a:p>
        </p:txBody>
      </p:sp>
      <p:sp>
        <p:nvSpPr>
          <p:cNvPr id="4" name="Footer Placeholder 3">
            <a:extLst>
              <a:ext uri="{FF2B5EF4-FFF2-40B4-BE49-F238E27FC236}">
                <a16:creationId xmlns:a16="http://schemas.microsoft.com/office/drawing/2014/main" id="{118311AA-D8C0-BE38-5834-89CA0679ECED}"/>
              </a:ext>
            </a:extLst>
          </p:cNvPr>
          <p:cNvSpPr>
            <a:spLocks noGrp="1"/>
          </p:cNvSpPr>
          <p:nvPr>
            <p:ph type="ftr" sz="quarter" idx="11"/>
          </p:nvPr>
        </p:nvSpPr>
        <p:spPr/>
        <p:txBody>
          <a:bodyPr/>
          <a:lstStyle/>
          <a:p>
            <a:r>
              <a:rPr lang="en-US"/>
              <a:t>© Cambridge University Press and Assessment 2025</a:t>
            </a:r>
            <a:endParaRPr lang="en-US" dirty="0"/>
          </a:p>
        </p:txBody>
      </p:sp>
      <p:sp>
        <p:nvSpPr>
          <p:cNvPr id="12" name="Thought Bubble: Cloud 11">
            <a:extLst>
              <a:ext uri="{FF2B5EF4-FFF2-40B4-BE49-F238E27FC236}">
                <a16:creationId xmlns:a16="http://schemas.microsoft.com/office/drawing/2014/main" id="{C03E4EB0-5C38-4B73-625F-BF7762118307}"/>
              </a:ext>
            </a:extLst>
          </p:cNvPr>
          <p:cNvSpPr/>
          <p:nvPr/>
        </p:nvSpPr>
        <p:spPr>
          <a:xfrm>
            <a:off x="7878271" y="1914764"/>
            <a:ext cx="4029834" cy="3471483"/>
          </a:xfrm>
          <a:prstGeom prst="cloudCallout">
            <a:avLst>
              <a:gd name="adj1" fmla="val -65589"/>
              <a:gd name="adj2" fmla="val -39077"/>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b="1" kern="100" dirty="0">
                <a:solidFill>
                  <a:schemeClr val="tx1"/>
                </a:solidFill>
                <a:latin typeface="Cavolini" panose="020B0502040204020203" pitchFamily="66" charset="0"/>
                <a:ea typeface="Calibri" panose="020F0502020204030204" pitchFamily="34" charset="0"/>
                <a:cs typeface="Cavolini" panose="020B0502040204020203" pitchFamily="66" charset="0"/>
              </a:rPr>
              <a:t>h</a:t>
            </a:r>
            <a:r>
              <a:rPr lang="en-AU" sz="2000" b="1" kern="100" dirty="0">
                <a:solidFill>
                  <a:schemeClr val="tx1"/>
                </a:solidFill>
                <a:effectLst/>
                <a:latin typeface="Cavolini" panose="020B0502040204020203" pitchFamily="66" charset="0"/>
                <a:ea typeface="Calibri" panose="020F0502020204030204" pitchFamily="34" charset="0"/>
                <a:cs typeface="Cavolini" panose="020B0502040204020203" pitchFamily="66" charset="0"/>
              </a:rPr>
              <a:t>ave you thought about the career you might pursue after school? </a:t>
            </a:r>
          </a:p>
          <a:p>
            <a:pPr algn="ctr"/>
            <a:endParaRPr lang="en-AU" dirty="0"/>
          </a:p>
        </p:txBody>
      </p:sp>
      <p:pic>
        <p:nvPicPr>
          <p:cNvPr id="13" name="Content Placeholder 6" descr="A close up of a sign&#10;&#10;Description automatically generated">
            <a:extLst>
              <a:ext uri="{FF2B5EF4-FFF2-40B4-BE49-F238E27FC236}">
                <a16:creationId xmlns:a16="http://schemas.microsoft.com/office/drawing/2014/main" id="{D05A1133-A8BE-0330-755C-0D9F63056B2F}"/>
              </a:ext>
            </a:extLst>
          </p:cNvPr>
          <p:cNvPicPr>
            <a:picLocks noChangeAspect="1"/>
          </p:cNvPicPr>
          <p:nvPr/>
        </p:nvPicPr>
        <p:blipFill>
          <a:blip r:embed="rId3"/>
          <a:stretch>
            <a:fillRect/>
          </a:stretch>
        </p:blipFill>
        <p:spPr>
          <a:xfrm>
            <a:off x="0" y="-2449"/>
            <a:ext cx="12192000" cy="1051432"/>
          </a:xfrm>
          <a:prstGeom prst="rect">
            <a:avLst/>
          </a:prstGeom>
        </p:spPr>
      </p:pic>
    </p:spTree>
    <p:extLst>
      <p:ext uri="{BB962C8B-B14F-4D97-AF65-F5344CB8AC3E}">
        <p14:creationId xmlns:p14="http://schemas.microsoft.com/office/powerpoint/2010/main" val="574038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B835-73E9-F60C-C237-10601F311201}"/>
              </a:ext>
            </a:extLst>
          </p:cNvPr>
          <p:cNvSpPr>
            <a:spLocks noGrp="1"/>
          </p:cNvSpPr>
          <p:nvPr>
            <p:ph type="title"/>
          </p:nvPr>
        </p:nvSpPr>
        <p:spPr/>
        <p:txBody>
          <a:bodyPr/>
          <a:lstStyle/>
          <a:p>
            <a:r>
              <a:rPr lang="en-AU" dirty="0"/>
              <a:t> </a:t>
            </a:r>
          </a:p>
        </p:txBody>
      </p:sp>
      <p:sp>
        <p:nvSpPr>
          <p:cNvPr id="3" name="Content Placeholder 2">
            <a:extLst>
              <a:ext uri="{FF2B5EF4-FFF2-40B4-BE49-F238E27FC236}">
                <a16:creationId xmlns:a16="http://schemas.microsoft.com/office/drawing/2014/main" id="{30CC6091-B027-809D-F527-9458B7DF1841}"/>
              </a:ext>
            </a:extLst>
          </p:cNvPr>
          <p:cNvSpPr>
            <a:spLocks noGrp="1"/>
          </p:cNvSpPr>
          <p:nvPr>
            <p:ph idx="1"/>
          </p:nvPr>
        </p:nvSpPr>
        <p:spPr>
          <a:xfrm>
            <a:off x="838200" y="2098800"/>
            <a:ext cx="10515600" cy="4282046"/>
          </a:xfrm>
        </p:spPr>
        <p:txBody>
          <a:bodyPr/>
          <a:lstStyle/>
          <a:p>
            <a:r>
              <a:rPr lang="en-AU" sz="2800" kern="100" dirty="0">
                <a:effectLst/>
                <a:latin typeface="Arial" panose="020B0604020202020204" pitchFamily="34" charset="0"/>
                <a:ea typeface="Calibri" panose="020F0502020204030204" pitchFamily="34" charset="0"/>
                <a:cs typeface="Arial" panose="020B0604020202020204" pitchFamily="34" charset="0"/>
              </a:rPr>
              <a:t>creativity </a:t>
            </a:r>
          </a:p>
          <a:p>
            <a:r>
              <a:rPr lang="en-AU" sz="2800" kern="100" dirty="0">
                <a:effectLst/>
                <a:latin typeface="Arial" panose="020B0604020202020204" pitchFamily="34" charset="0"/>
                <a:ea typeface="Calibri" panose="020F0502020204030204" pitchFamily="34" charset="0"/>
                <a:cs typeface="Arial" panose="020B0604020202020204" pitchFamily="34" charset="0"/>
              </a:rPr>
              <a:t>critical thinking</a:t>
            </a:r>
          </a:p>
          <a:p>
            <a:r>
              <a:rPr lang="en-AU" sz="2800" kern="100" dirty="0">
                <a:effectLst/>
                <a:latin typeface="Arial" panose="020B0604020202020204" pitchFamily="34" charset="0"/>
                <a:ea typeface="Calibri" panose="020F0502020204030204" pitchFamily="34" charset="0"/>
                <a:cs typeface="Arial" panose="020B0604020202020204" pitchFamily="34" charset="0"/>
              </a:rPr>
              <a:t>problem solving</a:t>
            </a:r>
          </a:p>
          <a:p>
            <a:r>
              <a:rPr lang="en-AU" sz="2800" kern="100" dirty="0">
                <a:effectLst/>
                <a:latin typeface="Arial" panose="020B0604020202020204" pitchFamily="34" charset="0"/>
                <a:ea typeface="Calibri" panose="020F0502020204030204" pitchFamily="34" charset="0"/>
                <a:cs typeface="Arial" panose="020B0604020202020204" pitchFamily="34" charset="0"/>
              </a:rPr>
              <a:t>skills relating to the development </a:t>
            </a:r>
          </a:p>
          <a:p>
            <a:pPr marL="0" indent="0">
              <a:buNone/>
            </a:pPr>
            <a:r>
              <a:rPr lang="en-AU" sz="2800" kern="100" dirty="0">
                <a:effectLst/>
                <a:latin typeface="Arial" panose="020B0604020202020204" pitchFamily="34" charset="0"/>
                <a:ea typeface="Calibri" panose="020F0502020204030204" pitchFamily="34" charset="0"/>
                <a:cs typeface="Arial" panose="020B0604020202020204" pitchFamily="34" charset="0"/>
              </a:rPr>
              <a:t>  and use of technology</a:t>
            </a:r>
          </a:p>
          <a:p>
            <a:r>
              <a:rPr lang="en-AU" kern="100" dirty="0">
                <a:latin typeface="Arial" panose="020B0604020202020204" pitchFamily="34" charset="0"/>
                <a:ea typeface="Calibri" panose="020F0502020204030204" pitchFamily="34" charset="0"/>
                <a:cs typeface="Arial" panose="020B0604020202020204" pitchFamily="34" charset="0"/>
              </a:rPr>
              <a:t>c</a:t>
            </a:r>
            <a:r>
              <a:rPr lang="en-AU" sz="2800" kern="100" dirty="0">
                <a:effectLst/>
                <a:latin typeface="Arial" panose="020B0604020202020204" pitchFamily="34" charset="0"/>
                <a:ea typeface="Calibri" panose="020F0502020204030204" pitchFamily="34" charset="0"/>
                <a:cs typeface="Arial" panose="020B0604020202020204" pitchFamily="34" charset="0"/>
              </a:rPr>
              <a:t>ollaboration</a:t>
            </a:r>
          </a:p>
          <a:p>
            <a:r>
              <a:rPr lang="en-AU" sz="2800" kern="100" dirty="0">
                <a:effectLst/>
                <a:latin typeface="Arial" panose="020B0604020202020204" pitchFamily="34" charset="0"/>
                <a:ea typeface="Calibri" panose="020F0502020204030204" pitchFamily="34" charset="0"/>
                <a:cs typeface="Arial" panose="020B0604020202020204" pitchFamily="34" charset="0"/>
              </a:rPr>
              <a:t>communication  </a:t>
            </a:r>
            <a:endParaRPr lang="en-AU" kern="100" dirty="0">
              <a:latin typeface="Arial" panose="020B0604020202020204" pitchFamily="34" charset="0"/>
              <a:ea typeface="Calibri" panose="020F0502020204030204" pitchFamily="34" charset="0"/>
              <a:cs typeface="Arial" panose="020B0604020202020204" pitchFamily="34" charset="0"/>
            </a:endParaRPr>
          </a:p>
          <a:p>
            <a:endParaRPr lang="en-AU" dirty="0"/>
          </a:p>
        </p:txBody>
      </p:sp>
      <p:sp>
        <p:nvSpPr>
          <p:cNvPr id="4" name="Footer Placeholder 3">
            <a:extLst>
              <a:ext uri="{FF2B5EF4-FFF2-40B4-BE49-F238E27FC236}">
                <a16:creationId xmlns:a16="http://schemas.microsoft.com/office/drawing/2014/main" id="{ED02FE1E-4D6D-8510-8B16-8CE9E8E8D9CC}"/>
              </a:ext>
            </a:extLst>
          </p:cNvPr>
          <p:cNvSpPr>
            <a:spLocks noGrp="1"/>
          </p:cNvSpPr>
          <p:nvPr>
            <p:ph type="ftr" sz="quarter" idx="11"/>
          </p:nvPr>
        </p:nvSpPr>
        <p:spPr/>
        <p:txBody>
          <a:bodyPr/>
          <a:lstStyle/>
          <a:p>
            <a:r>
              <a:rPr lang="en-US"/>
              <a:t>© Cambridge University Press and Assessment 2025</a:t>
            </a:r>
            <a:endParaRPr lang="en-US" dirty="0"/>
          </a:p>
        </p:txBody>
      </p:sp>
      <p:sp>
        <p:nvSpPr>
          <p:cNvPr id="9" name="Title 1">
            <a:extLst>
              <a:ext uri="{FF2B5EF4-FFF2-40B4-BE49-F238E27FC236}">
                <a16:creationId xmlns:a16="http://schemas.microsoft.com/office/drawing/2014/main" id="{FE6A90ED-B951-D3F2-587B-C5A193BFD005}"/>
              </a:ext>
            </a:extLst>
          </p:cNvPr>
          <p:cNvSpPr txBox="1">
            <a:spLocks/>
          </p:cNvSpPr>
          <p:nvPr/>
        </p:nvSpPr>
        <p:spPr>
          <a:xfrm>
            <a:off x="838200" y="8633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FF6699"/>
                </a:solidFill>
                <a:latin typeface="Alasassy Caps" panose="020F0502020204030204" pitchFamily="2" charset="0"/>
              </a:rPr>
              <a:t>Visual Art and your future</a:t>
            </a:r>
            <a:endParaRPr lang="en-AU" dirty="0"/>
          </a:p>
        </p:txBody>
      </p:sp>
      <p:pic>
        <p:nvPicPr>
          <p:cNvPr id="10" name="Content Placeholder 6" descr="A close up of a sign&#10;&#10;Description automatically generated">
            <a:extLst>
              <a:ext uri="{FF2B5EF4-FFF2-40B4-BE49-F238E27FC236}">
                <a16:creationId xmlns:a16="http://schemas.microsoft.com/office/drawing/2014/main" id="{6C26975D-9180-D32B-B42F-7F270B30CCDF}"/>
              </a:ext>
            </a:extLst>
          </p:cNvPr>
          <p:cNvPicPr>
            <a:picLocks noChangeAspect="1"/>
          </p:cNvPicPr>
          <p:nvPr/>
        </p:nvPicPr>
        <p:blipFill>
          <a:blip r:embed="rId2"/>
          <a:stretch>
            <a:fillRect/>
          </a:stretch>
        </p:blipFill>
        <p:spPr>
          <a:xfrm>
            <a:off x="0" y="-2449"/>
            <a:ext cx="12192000" cy="1051432"/>
          </a:xfrm>
          <a:prstGeom prst="rect">
            <a:avLst/>
          </a:prstGeom>
        </p:spPr>
      </p:pic>
      <p:sp>
        <p:nvSpPr>
          <p:cNvPr id="12" name="Speech Bubble: Oval 11">
            <a:extLst>
              <a:ext uri="{FF2B5EF4-FFF2-40B4-BE49-F238E27FC236}">
                <a16:creationId xmlns:a16="http://schemas.microsoft.com/office/drawing/2014/main" id="{CF1FC16D-F6F3-7476-E5D9-206F77F1E0BE}"/>
              </a:ext>
            </a:extLst>
          </p:cNvPr>
          <p:cNvSpPr/>
          <p:nvPr/>
        </p:nvSpPr>
        <p:spPr>
          <a:xfrm rot="156712">
            <a:off x="7381832" y="1838717"/>
            <a:ext cx="3614633" cy="3490294"/>
          </a:xfrm>
          <a:prstGeom prst="wedgeEllipseCallout">
            <a:avLst>
              <a:gd name="adj1" fmla="val -66715"/>
              <a:gd name="adj2" fmla="val -14703"/>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457200" algn="ctr">
              <a:lnSpc>
                <a:spcPct val="150000"/>
              </a:lnSpc>
            </a:pPr>
            <a:r>
              <a:rPr lang="en-AU" sz="1800" b="1" kern="100" dirty="0">
                <a:effectLst/>
                <a:latin typeface="Cavolini" panose="03000502040302020204" pitchFamily="66" charset="0"/>
                <a:ea typeface="Calibri" panose="020F0502020204030204" pitchFamily="34" charset="0"/>
                <a:cs typeface="Cavolini" panose="03000502040302020204" pitchFamily="66" charset="0"/>
              </a:rPr>
              <a:t>How might studying Visual Art develop these future employability skills?</a:t>
            </a:r>
          </a:p>
        </p:txBody>
      </p:sp>
    </p:spTree>
    <p:extLst>
      <p:ext uri="{BB962C8B-B14F-4D97-AF65-F5344CB8AC3E}">
        <p14:creationId xmlns:p14="http://schemas.microsoft.com/office/powerpoint/2010/main" val="1262969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B835-73E9-F60C-C237-10601F311201}"/>
              </a:ext>
            </a:extLst>
          </p:cNvPr>
          <p:cNvSpPr>
            <a:spLocks noGrp="1"/>
          </p:cNvSpPr>
          <p:nvPr>
            <p:ph type="title"/>
          </p:nvPr>
        </p:nvSpPr>
        <p:spPr/>
        <p:txBody>
          <a:bodyPr/>
          <a:lstStyle/>
          <a:p>
            <a:r>
              <a:rPr lang="en-AU" dirty="0"/>
              <a:t> </a:t>
            </a:r>
          </a:p>
        </p:txBody>
      </p:sp>
      <p:sp>
        <p:nvSpPr>
          <p:cNvPr id="3" name="Content Placeholder 2">
            <a:extLst>
              <a:ext uri="{FF2B5EF4-FFF2-40B4-BE49-F238E27FC236}">
                <a16:creationId xmlns:a16="http://schemas.microsoft.com/office/drawing/2014/main" id="{30CC6091-B027-809D-F527-9458B7DF1841}"/>
              </a:ext>
            </a:extLst>
          </p:cNvPr>
          <p:cNvSpPr>
            <a:spLocks noGrp="1"/>
          </p:cNvSpPr>
          <p:nvPr>
            <p:ph idx="1"/>
          </p:nvPr>
        </p:nvSpPr>
        <p:spPr/>
        <p:txBody>
          <a:bodyPr/>
          <a:lstStyle/>
          <a:p>
            <a:pPr marL="0" indent="0">
              <a:buNone/>
            </a:pPr>
            <a:r>
              <a:rPr lang="en-AU" dirty="0"/>
              <a:t> </a:t>
            </a:r>
          </a:p>
        </p:txBody>
      </p:sp>
      <p:sp>
        <p:nvSpPr>
          <p:cNvPr id="4" name="Footer Placeholder 3">
            <a:extLst>
              <a:ext uri="{FF2B5EF4-FFF2-40B4-BE49-F238E27FC236}">
                <a16:creationId xmlns:a16="http://schemas.microsoft.com/office/drawing/2014/main" id="{ED02FE1E-4D6D-8510-8B16-8CE9E8E8D9CC}"/>
              </a:ext>
            </a:extLst>
          </p:cNvPr>
          <p:cNvSpPr>
            <a:spLocks noGrp="1"/>
          </p:cNvSpPr>
          <p:nvPr>
            <p:ph type="ftr" sz="quarter" idx="11"/>
          </p:nvPr>
        </p:nvSpPr>
        <p:spPr/>
        <p:txBody>
          <a:bodyPr/>
          <a:lstStyle/>
          <a:p>
            <a:r>
              <a:rPr lang="en-US"/>
              <a:t>© Cambridge University Press and Assessment 2025</a:t>
            </a:r>
            <a:endParaRPr lang="en-US" dirty="0"/>
          </a:p>
        </p:txBody>
      </p:sp>
      <p:sp>
        <p:nvSpPr>
          <p:cNvPr id="9" name="Title 1">
            <a:extLst>
              <a:ext uri="{FF2B5EF4-FFF2-40B4-BE49-F238E27FC236}">
                <a16:creationId xmlns:a16="http://schemas.microsoft.com/office/drawing/2014/main" id="{FE6A90ED-B951-D3F2-587B-C5A193BFD005}"/>
              </a:ext>
            </a:extLst>
          </p:cNvPr>
          <p:cNvSpPr txBox="1">
            <a:spLocks/>
          </p:cNvSpPr>
          <p:nvPr/>
        </p:nvSpPr>
        <p:spPr>
          <a:xfrm>
            <a:off x="838200" y="8633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FF6699"/>
                </a:solidFill>
                <a:latin typeface="Alasassy Caps" panose="020F0502020204030204" pitchFamily="2" charset="0"/>
              </a:rPr>
              <a:t>Visual Art and your future</a:t>
            </a:r>
            <a:endParaRPr lang="en-AU" dirty="0"/>
          </a:p>
        </p:txBody>
      </p:sp>
      <p:pic>
        <p:nvPicPr>
          <p:cNvPr id="10" name="Content Placeholder 6" descr="A close up of a sign&#10;&#10;Description automatically generated">
            <a:extLst>
              <a:ext uri="{FF2B5EF4-FFF2-40B4-BE49-F238E27FC236}">
                <a16:creationId xmlns:a16="http://schemas.microsoft.com/office/drawing/2014/main" id="{6C26975D-9180-D32B-B42F-7F270B30CCDF}"/>
              </a:ext>
            </a:extLst>
          </p:cNvPr>
          <p:cNvPicPr>
            <a:picLocks noChangeAspect="1"/>
          </p:cNvPicPr>
          <p:nvPr/>
        </p:nvPicPr>
        <p:blipFill>
          <a:blip r:embed="rId2"/>
          <a:stretch>
            <a:fillRect/>
          </a:stretch>
        </p:blipFill>
        <p:spPr>
          <a:xfrm>
            <a:off x="0" y="-2449"/>
            <a:ext cx="12192000" cy="1051432"/>
          </a:xfrm>
          <a:prstGeom prst="rect">
            <a:avLst/>
          </a:prstGeom>
        </p:spPr>
      </p:pic>
      <p:sp>
        <p:nvSpPr>
          <p:cNvPr id="12" name="Speech Bubble: Oval 11">
            <a:extLst>
              <a:ext uri="{FF2B5EF4-FFF2-40B4-BE49-F238E27FC236}">
                <a16:creationId xmlns:a16="http://schemas.microsoft.com/office/drawing/2014/main" id="{CF1FC16D-F6F3-7476-E5D9-206F77F1E0BE}"/>
              </a:ext>
            </a:extLst>
          </p:cNvPr>
          <p:cNvSpPr/>
          <p:nvPr/>
        </p:nvSpPr>
        <p:spPr>
          <a:xfrm rot="156712">
            <a:off x="7060646" y="1244960"/>
            <a:ext cx="4878332" cy="4600310"/>
          </a:xfrm>
          <a:prstGeom prst="wedgeEllipseCallout">
            <a:avLst>
              <a:gd name="adj1" fmla="val -50853"/>
              <a:gd name="adj2" fmla="val -40816"/>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457200">
              <a:lnSpc>
                <a:spcPct val="150000"/>
              </a:lnSpc>
            </a:pPr>
            <a:r>
              <a:rPr lang="en-AU" sz="2000" b="1" kern="100" dirty="0">
                <a:latin typeface="Cavolini" panose="03000502040302020204" pitchFamily="66" charset="0"/>
                <a:ea typeface="Calibri" panose="020F0502020204030204" pitchFamily="34" charset="0"/>
                <a:cs typeface="Cavolini" panose="03000502040302020204" pitchFamily="66" charset="0"/>
              </a:rPr>
              <a:t>    R</a:t>
            </a:r>
            <a:r>
              <a:rPr lang="en-AU" sz="2000" b="1" kern="100" dirty="0">
                <a:effectLst/>
                <a:latin typeface="Cavolini" panose="03000502040302020204" pitchFamily="66" charset="0"/>
                <a:ea typeface="Calibri" panose="020F0502020204030204" pitchFamily="34" charset="0"/>
                <a:cs typeface="Cavolini" panose="03000502040302020204" pitchFamily="66" charset="0"/>
              </a:rPr>
              <a:t>ead the testimonies of past Visual Art students</a:t>
            </a:r>
            <a:r>
              <a:rPr lang="en-AU" sz="2000" b="1" kern="100" dirty="0">
                <a:latin typeface="Cavolini" panose="03000502040302020204" pitchFamily="66" charset="0"/>
                <a:ea typeface="Calibri" panose="020F0502020204030204" pitchFamily="34" charset="0"/>
                <a:cs typeface="Cavolini" panose="03000502040302020204" pitchFamily="66" charset="0"/>
              </a:rPr>
              <a:t>. How do you think Visual Art developed future employability skills?</a:t>
            </a:r>
          </a:p>
          <a:p>
            <a:pPr marL="457200" algn="ctr">
              <a:lnSpc>
                <a:spcPct val="150000"/>
              </a:lnSpc>
            </a:pPr>
            <a:endParaRPr lang="en-AU" sz="1800" b="1" kern="100" dirty="0">
              <a:effectLst/>
              <a:latin typeface="Cavolini" panose="03000502040302020204" pitchFamily="66" charset="0"/>
              <a:ea typeface="Calibri" panose="020F0502020204030204" pitchFamily="34" charset="0"/>
              <a:cs typeface="Cavolini" panose="03000502040302020204" pitchFamily="66" charset="0"/>
            </a:endParaRPr>
          </a:p>
        </p:txBody>
      </p:sp>
      <p:sp>
        <p:nvSpPr>
          <p:cNvPr id="5" name="Speech Bubble: Rectangle with Corners Rounded 4">
            <a:extLst>
              <a:ext uri="{FF2B5EF4-FFF2-40B4-BE49-F238E27FC236}">
                <a16:creationId xmlns:a16="http://schemas.microsoft.com/office/drawing/2014/main" id="{BA4EB4B0-3E55-0F67-8995-96696B853B10}"/>
              </a:ext>
            </a:extLst>
          </p:cNvPr>
          <p:cNvSpPr/>
          <p:nvPr/>
        </p:nvSpPr>
        <p:spPr>
          <a:xfrm>
            <a:off x="1159728" y="2687102"/>
            <a:ext cx="4348975" cy="2297492"/>
          </a:xfrm>
          <a:prstGeom prst="wedgeRoundRect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AU" sz="1800" b="1" kern="100" dirty="0">
                <a:effectLst/>
                <a:latin typeface="Cavolini" panose="03000502040302020204" pitchFamily="66" charset="0"/>
                <a:ea typeface="Calibri" panose="020F0502020204030204" pitchFamily="34" charset="0"/>
                <a:cs typeface="Cavolini" panose="03000502040302020204" pitchFamily="66" charset="0"/>
              </a:rPr>
              <a:t>Why is it important to learn skills that will assist life-long learning? </a:t>
            </a:r>
          </a:p>
        </p:txBody>
      </p:sp>
    </p:spTree>
    <p:extLst>
      <p:ext uri="{BB962C8B-B14F-4D97-AF65-F5344CB8AC3E}">
        <p14:creationId xmlns:p14="http://schemas.microsoft.com/office/powerpoint/2010/main" val="4004623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CB4B-DCAC-6F83-85C5-6BD2CB11E39D}"/>
              </a:ext>
            </a:extLst>
          </p:cNvPr>
          <p:cNvSpPr>
            <a:spLocks noGrp="1"/>
          </p:cNvSpPr>
          <p:nvPr>
            <p:ph type="title"/>
          </p:nvPr>
        </p:nvSpPr>
        <p:spPr/>
        <p:txBody>
          <a:bodyPr/>
          <a:lstStyle/>
          <a:p>
            <a:r>
              <a:rPr lang="en-AU" dirty="0"/>
              <a:t> </a:t>
            </a:r>
          </a:p>
        </p:txBody>
      </p:sp>
      <p:sp>
        <p:nvSpPr>
          <p:cNvPr id="4" name="Footer Placeholder 3">
            <a:extLst>
              <a:ext uri="{FF2B5EF4-FFF2-40B4-BE49-F238E27FC236}">
                <a16:creationId xmlns:a16="http://schemas.microsoft.com/office/drawing/2014/main" id="{84C6664B-FC5D-2B65-F2C9-3D7F3FC53E8D}"/>
              </a:ext>
            </a:extLst>
          </p:cNvPr>
          <p:cNvSpPr>
            <a:spLocks noGrp="1"/>
          </p:cNvSpPr>
          <p:nvPr>
            <p:ph type="ftr" sz="quarter" idx="11"/>
          </p:nvPr>
        </p:nvSpPr>
        <p:spPr/>
        <p:txBody>
          <a:bodyPr/>
          <a:lstStyle/>
          <a:p>
            <a:r>
              <a:rPr lang="en-US"/>
              <a:t>© Cambridge University Press and Assessment 2025</a:t>
            </a:r>
            <a:endParaRPr lang="en-US" dirty="0"/>
          </a:p>
        </p:txBody>
      </p:sp>
      <p:sp>
        <p:nvSpPr>
          <p:cNvPr id="5" name="Rectangle 2">
            <a:extLst>
              <a:ext uri="{FF2B5EF4-FFF2-40B4-BE49-F238E27FC236}">
                <a16:creationId xmlns:a16="http://schemas.microsoft.com/office/drawing/2014/main" id="{73A161D7-3C4F-4507-3D2A-54EAEE3A32AB}"/>
              </a:ext>
            </a:extLst>
          </p:cNvPr>
          <p:cNvSpPr>
            <a:spLocks noChangeArrowheads="1"/>
          </p:cNvSpPr>
          <p:nvPr/>
        </p:nvSpPr>
        <p:spPr bwMode="auto">
          <a:xfrm>
            <a:off x="4130553" y="2020751"/>
            <a:ext cx="2842098" cy="3693319"/>
          </a:xfrm>
          <a:prstGeom prst="rect">
            <a:avLst/>
          </a:prstGeom>
          <a:solidFill>
            <a:srgbClr val="FF6699">
              <a:alpha val="28000"/>
            </a:srgb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AU" sz="1600" dirty="0">
              <a:latin typeface="Arial" panose="020B0604020202020204" pitchFamily="34" charset="0"/>
              <a:cs typeface="Arial" panose="020B0604020202020204" pitchFamily="34" charset="0"/>
            </a:endParaRPr>
          </a:p>
          <a:p>
            <a:pPr eaLnBrk="0" fontAlgn="base" hangingPunct="0">
              <a:spcBef>
                <a:spcPct val="0"/>
              </a:spcBef>
              <a:spcAft>
                <a:spcPct val="0"/>
              </a:spcAft>
            </a:pPr>
            <a:r>
              <a:rPr lang="en-AU" sz="1600" dirty="0">
                <a:latin typeface="Arial" panose="020B0604020202020204" pitchFamily="34" charset="0"/>
                <a:cs typeface="Arial" panose="020B0604020202020204" pitchFamily="34" charset="0"/>
              </a:rPr>
              <a:t>Jenna Lee is a Gulumerridjin (Larrakia), Wardaman and KarraJarri Saltwater woman with mixed Japanese, Chinese, Filipino and Anglo-Australian ancestry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600" b="0" i="0" u="none" strike="noStrike" cap="none" normalizeH="0" baseline="0" dirty="0">
              <a:ln>
                <a:noFill/>
              </a:ln>
              <a:effectLst/>
              <a:latin typeface="Ink Free" panose="03080402000500000000" pitchFamily="66"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600" b="0" i="0" u="none" strike="noStrike" cap="none" normalizeH="0" baseline="0" dirty="0">
              <a:ln>
                <a:noFill/>
              </a:ln>
              <a:effectLst/>
              <a:latin typeface="Ink Free" panose="03080402000500000000" pitchFamily="66"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b="1" i="0" u="none" strike="noStrike" cap="none" normalizeH="0" baseline="0" dirty="0">
                <a:ln>
                  <a:noFill/>
                </a:ln>
                <a:solidFill>
                  <a:schemeClr val="tx1">
                    <a:lumMod val="65000"/>
                    <a:lumOff val="35000"/>
                  </a:schemeClr>
                </a:solidFill>
                <a:effectLst/>
                <a:latin typeface="Ink Free" panose="03080402000500000000" pitchFamily="66" charset="0"/>
                <a:ea typeface="Calibri" panose="020F0502020204030204" pitchFamily="34" charset="0"/>
                <a:cs typeface="Arial" panose="020B0604020202020204" pitchFamily="34" charset="0"/>
              </a:rPr>
              <a:t>How is </a:t>
            </a:r>
            <a:r>
              <a:rPr lang="en-AU" altLang="en-US" b="1" dirty="0">
                <a:solidFill>
                  <a:schemeClr val="tx1">
                    <a:lumMod val="65000"/>
                    <a:lumOff val="35000"/>
                  </a:schemeClr>
                </a:solidFill>
                <a:latin typeface="Ink Free" panose="03080402000500000000" pitchFamily="66" charset="0"/>
                <a:ea typeface="Calibri" panose="020F0502020204030204" pitchFamily="34" charset="0"/>
                <a:cs typeface="Arial" panose="020B0604020202020204" pitchFamily="34" charset="0"/>
              </a:rPr>
              <a:t>Lee’s</a:t>
            </a:r>
            <a:r>
              <a:rPr kumimoji="0" lang="en-AU" altLang="en-US" b="1" i="0" u="none" strike="noStrike" cap="none" normalizeH="0" baseline="0" dirty="0">
                <a:ln>
                  <a:noFill/>
                </a:ln>
                <a:solidFill>
                  <a:schemeClr val="tx1">
                    <a:lumMod val="65000"/>
                    <a:lumOff val="35000"/>
                  </a:schemeClr>
                </a:solidFill>
                <a:effectLst/>
                <a:latin typeface="Ink Free" panose="03080402000500000000" pitchFamily="66" charset="0"/>
                <a:ea typeface="Calibri" panose="020F0502020204030204" pitchFamily="34" charset="0"/>
                <a:cs typeface="Arial" panose="020B0604020202020204" pitchFamily="34" charset="0"/>
              </a:rPr>
              <a:t> </a:t>
            </a:r>
            <a:r>
              <a:rPr lang="en-US" b="1" i="1" dirty="0">
                <a:solidFill>
                  <a:schemeClr val="tx1">
                    <a:lumMod val="65000"/>
                    <a:lumOff val="35000"/>
                  </a:schemeClr>
                </a:solidFill>
                <a:latin typeface="Ink Free" panose="03080402000500000000" pitchFamily="66" charset="0"/>
              </a:rPr>
              <a:t>Their Words Vol.2 </a:t>
            </a:r>
            <a:r>
              <a:rPr kumimoji="0" lang="en-AU" altLang="en-US" b="1" i="0" u="none" strike="noStrike" cap="none" normalizeH="0" baseline="0" dirty="0">
                <a:ln>
                  <a:noFill/>
                </a:ln>
                <a:solidFill>
                  <a:schemeClr val="tx1">
                    <a:lumMod val="65000"/>
                    <a:lumOff val="35000"/>
                  </a:schemeClr>
                </a:solidFill>
                <a:effectLst/>
                <a:latin typeface="Ink Free" panose="03080402000500000000" pitchFamily="66" charset="0"/>
                <a:ea typeface="Calibri" panose="020F0502020204030204" pitchFamily="34" charset="0"/>
                <a:cs typeface="Arial" panose="020B0604020202020204" pitchFamily="34" charset="0"/>
              </a:rPr>
              <a:t>an expression of 21st century skills and ideas for both artist and audience?</a:t>
            </a:r>
            <a:endParaRPr kumimoji="0" lang="en-AU" altLang="en-US" b="1" i="0" u="none" strike="noStrike" cap="none" normalizeH="0" baseline="0" dirty="0">
              <a:ln>
                <a:noFill/>
              </a:ln>
              <a:solidFill>
                <a:schemeClr val="tx1">
                  <a:lumMod val="65000"/>
                  <a:lumOff val="35000"/>
                </a:schemeClr>
              </a:solidFill>
              <a:effectLst/>
              <a:latin typeface="Ink Free" panose="03080402000500000000" pitchFamily="66"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F5686CB1-7F6A-38A7-765F-0A46F3D4F8EE}"/>
              </a:ext>
            </a:extLst>
          </p:cNvPr>
          <p:cNvSpPr>
            <a:spLocks noChangeArrowheads="1"/>
          </p:cNvSpPr>
          <p:nvPr/>
        </p:nvSpPr>
        <p:spPr bwMode="auto">
          <a:xfrm>
            <a:off x="7324137" y="1700036"/>
            <a:ext cx="21100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1800" b="0" i="0" u="none" strike="noStrike" cap="none" normalizeH="0" baseline="0" dirty="0">
                <a:ln>
                  <a:noFill/>
                </a:ln>
                <a:solidFill>
                  <a:schemeClr val="tx1"/>
                </a:solidFill>
                <a:effectLst/>
                <a:latin typeface="Arial" panose="020B0604020202020204" pitchFamily="34" charset="0"/>
              </a:rPr>
              <a:t> </a:t>
            </a:r>
          </a:p>
        </p:txBody>
      </p:sp>
      <p:sp>
        <p:nvSpPr>
          <p:cNvPr id="9" name="Title 1">
            <a:extLst>
              <a:ext uri="{FF2B5EF4-FFF2-40B4-BE49-F238E27FC236}">
                <a16:creationId xmlns:a16="http://schemas.microsoft.com/office/drawing/2014/main" id="{075FCA48-CE45-D588-BFB3-AADB3315FB53}"/>
              </a:ext>
            </a:extLst>
          </p:cNvPr>
          <p:cNvSpPr txBox="1">
            <a:spLocks/>
          </p:cNvSpPr>
          <p:nvPr/>
        </p:nvSpPr>
        <p:spPr>
          <a:xfrm>
            <a:off x="838200" y="8633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6699"/>
                </a:solidFill>
                <a:latin typeface="Alasassy Caps" panose="020F0502020204030204" pitchFamily="2" charset="0"/>
              </a:rPr>
              <a:t>Visual Art and your future</a:t>
            </a:r>
            <a:endParaRPr lang="en-AU" dirty="0"/>
          </a:p>
        </p:txBody>
      </p:sp>
      <p:pic>
        <p:nvPicPr>
          <p:cNvPr id="10" name="Content Placeholder 6" descr="A close up of a sign&#10;&#10;Description automatically generated">
            <a:extLst>
              <a:ext uri="{FF2B5EF4-FFF2-40B4-BE49-F238E27FC236}">
                <a16:creationId xmlns:a16="http://schemas.microsoft.com/office/drawing/2014/main" id="{A41D4E92-8D76-C212-BC6D-9F02DF7D2D59}"/>
              </a:ext>
            </a:extLst>
          </p:cNvPr>
          <p:cNvPicPr>
            <a:picLocks noChangeAspect="1"/>
          </p:cNvPicPr>
          <p:nvPr/>
        </p:nvPicPr>
        <p:blipFill>
          <a:blip r:embed="rId2"/>
          <a:stretch>
            <a:fillRect/>
          </a:stretch>
        </p:blipFill>
        <p:spPr>
          <a:xfrm>
            <a:off x="0" y="-2449"/>
            <a:ext cx="12192000" cy="1051432"/>
          </a:xfrm>
          <a:prstGeom prst="rect">
            <a:avLst/>
          </a:prstGeom>
        </p:spPr>
      </p:pic>
      <p:sp>
        <p:nvSpPr>
          <p:cNvPr id="11" name="TextBox 10">
            <a:extLst>
              <a:ext uri="{FF2B5EF4-FFF2-40B4-BE49-F238E27FC236}">
                <a16:creationId xmlns:a16="http://schemas.microsoft.com/office/drawing/2014/main" id="{D937CC9F-977B-A783-0A03-F88D623AC92F}"/>
              </a:ext>
            </a:extLst>
          </p:cNvPr>
          <p:cNvSpPr txBox="1"/>
          <p:nvPr/>
        </p:nvSpPr>
        <p:spPr>
          <a:xfrm>
            <a:off x="10407280" y="3203749"/>
            <a:ext cx="1331523" cy="3108543"/>
          </a:xfrm>
          <a:prstGeom prst="rect">
            <a:avLst/>
          </a:prstGeom>
          <a:noFill/>
          <a:ln>
            <a:solidFill>
              <a:srgbClr val="FF6699"/>
            </a:solidFill>
          </a:ln>
        </p:spPr>
        <p:txBody>
          <a:bodyPr wrap="square" rtlCol="0">
            <a:spAutoFit/>
          </a:bodyPr>
          <a:lstStyle/>
          <a:p>
            <a:r>
              <a:rPr lang="en-US" sz="1400" b="1" dirty="0"/>
              <a:t>Jenna Lee</a:t>
            </a:r>
            <a:r>
              <a:rPr lang="en-US" sz="1400" dirty="0"/>
              <a:t>, </a:t>
            </a:r>
            <a:r>
              <a:rPr lang="en-US" sz="1400" i="1" dirty="0"/>
              <a:t>Their Words Vol.2</a:t>
            </a:r>
            <a:r>
              <a:rPr lang="en-US" sz="1400" dirty="0"/>
              <a:t>, 2022, pages of ‘Aboriginal words and Place names’, varnish, garramal-wa (Gulumerridjin white ochre). </a:t>
            </a:r>
          </a:p>
          <a:p>
            <a:r>
              <a:rPr lang="en-US" sz="1400" dirty="0"/>
              <a:t>Courtesy of the artist and MARS Gallery</a:t>
            </a:r>
            <a:endParaRPr lang="en-AU" sz="1400" dirty="0"/>
          </a:p>
        </p:txBody>
      </p:sp>
      <p:sp>
        <p:nvSpPr>
          <p:cNvPr id="12" name="TextBox 11">
            <a:extLst>
              <a:ext uri="{FF2B5EF4-FFF2-40B4-BE49-F238E27FC236}">
                <a16:creationId xmlns:a16="http://schemas.microsoft.com/office/drawing/2014/main" id="{126EC076-C762-4108-E224-97B567FABC65}"/>
              </a:ext>
            </a:extLst>
          </p:cNvPr>
          <p:cNvSpPr txBox="1"/>
          <p:nvPr/>
        </p:nvSpPr>
        <p:spPr>
          <a:xfrm>
            <a:off x="453198" y="2020750"/>
            <a:ext cx="3497544" cy="3693318"/>
          </a:xfrm>
          <a:prstGeom prst="rect">
            <a:avLst/>
          </a:prstGeom>
          <a:solidFill>
            <a:schemeClr val="bg1">
              <a:lumMod val="95000"/>
            </a:schemeClr>
          </a:solidFill>
        </p:spPr>
        <p:txBody>
          <a:bodyPr wrap="square">
            <a:spAutoFit/>
          </a:bodyPr>
          <a:lstStyle/>
          <a:p>
            <a:endParaRPr lang="en-AU" dirty="0">
              <a:latin typeface="Ink Free" panose="03080402000500000000" pitchFamily="66" charset="0"/>
            </a:endParaRPr>
          </a:p>
          <a:p>
            <a:r>
              <a:rPr lang="en-AU" sz="1600" b="1" dirty="0">
                <a:solidFill>
                  <a:srgbClr val="FF6699"/>
                </a:solidFill>
                <a:latin typeface="Ink Free" panose="03080402000500000000" pitchFamily="66" charset="0"/>
              </a:rPr>
              <a:t>“While there are repeating forms within my practice (Dilly bags) it is the material they are made of and the process of deconstruction and reconstruction which give them their meaning. In this way, I feel like I am presenting a translated book which you are able to ‘read’ in a new way, as opposed to a functional Dilly Bag which could be used in its traditional way.”</a:t>
            </a:r>
            <a:br>
              <a:rPr lang="en-AU" sz="1600" b="1" dirty="0">
                <a:solidFill>
                  <a:srgbClr val="FF6699"/>
                </a:solidFill>
                <a:latin typeface="Ink Free" panose="03080402000500000000" pitchFamily="66" charset="0"/>
              </a:rPr>
            </a:br>
            <a:endParaRPr lang="en-AU" sz="1600" b="1" dirty="0">
              <a:solidFill>
                <a:srgbClr val="FF6699"/>
              </a:solidFill>
              <a:latin typeface="Ink Free" panose="03080402000500000000" pitchFamily="66" charset="0"/>
            </a:endParaRPr>
          </a:p>
          <a:p>
            <a:r>
              <a:rPr lang="en-AU" sz="1600" dirty="0">
                <a:solidFill>
                  <a:srgbClr val="FF6699"/>
                </a:solidFill>
                <a:latin typeface="Ink Free" panose="03080402000500000000" pitchFamily="66" charset="0"/>
              </a:rPr>
              <a:t>JENNA LEE</a:t>
            </a:r>
          </a:p>
        </p:txBody>
      </p:sp>
      <p:pic>
        <p:nvPicPr>
          <p:cNvPr id="8" name="Picture 7">
            <a:extLst>
              <a:ext uri="{FF2B5EF4-FFF2-40B4-BE49-F238E27FC236}">
                <a16:creationId xmlns:a16="http://schemas.microsoft.com/office/drawing/2014/main" id="{DAB64F15-A915-9002-2436-AEBE281EF3BC}"/>
              </a:ext>
            </a:extLst>
          </p:cNvPr>
          <p:cNvPicPr>
            <a:picLocks noChangeAspect="1"/>
          </p:cNvPicPr>
          <p:nvPr/>
        </p:nvPicPr>
        <p:blipFill>
          <a:blip r:embed="rId3"/>
          <a:stretch>
            <a:fillRect/>
          </a:stretch>
        </p:blipFill>
        <p:spPr>
          <a:xfrm>
            <a:off x="7111776" y="1225087"/>
            <a:ext cx="3241838" cy="5087205"/>
          </a:xfrm>
          <a:prstGeom prst="rect">
            <a:avLst/>
          </a:prstGeom>
        </p:spPr>
      </p:pic>
    </p:spTree>
    <p:extLst>
      <p:ext uri="{BB962C8B-B14F-4D97-AF65-F5344CB8AC3E}">
        <p14:creationId xmlns:p14="http://schemas.microsoft.com/office/powerpoint/2010/main" val="34500430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3038</TotalTime>
  <Words>394</Words>
  <Application>Microsoft Macintosh PowerPoint</Application>
  <PresentationFormat>Widescreen</PresentationFormat>
  <Paragraphs>39</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Alasassy Caps</vt:lpstr>
      <vt:lpstr>Aptos</vt:lpstr>
      <vt:lpstr>Aptos Display</vt:lpstr>
      <vt:lpstr>Arial</vt:lpstr>
      <vt:lpstr>Cavolini</vt:lpstr>
      <vt:lpstr>Ink Free</vt:lpstr>
      <vt:lpstr>Office Theme</vt:lpstr>
      <vt:lpstr>Visual Art and your future</vt:lpstr>
      <vt:lpstr>Visual Art and your future</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Natalie Seller</cp:lastModifiedBy>
  <cp:revision>44</cp:revision>
  <dcterms:created xsi:type="dcterms:W3CDTF">2024-07-02T03:55:11Z</dcterms:created>
  <dcterms:modified xsi:type="dcterms:W3CDTF">2024-12-23T03:04:24Z</dcterms:modified>
</cp:coreProperties>
</file>