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6" r:id="rId7"/>
    <p:sldId id="26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7CBE"/>
    <a:srgbClr val="DDA181"/>
    <a:srgbClr val="D48059"/>
    <a:srgbClr val="FFFFCC"/>
    <a:srgbClr val="A2A077"/>
    <a:srgbClr val="BEB2C2"/>
    <a:srgbClr val="60637B"/>
    <a:srgbClr val="FBF370"/>
    <a:srgbClr val="989569"/>
    <a:srgbClr val="C7C9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3B1E3C-C805-47E8-8CA3-B6F9E9B51FCA}" v="190" dt="2026-03-19T23:16:56.645"/>
    <p1510:client id="{AB0C5DF4-8489-4ED2-A31C-353EA72B9E80}" v="8" dt="2026-03-19T05:11:55.699"/>
  </p1510:revLst>
</p1510:revInfo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queline Ockwell" userId="79a11ae1-9a6a-4dce-9c68-e7607b2827ec" providerId="ADAL" clId="{11001B76-A9C2-457F-B85D-5C1606575886}"/>
    <pc:docChg chg="custSel modSld">
      <pc:chgData name="Jacqueline Ockwell" userId="79a11ae1-9a6a-4dce-9c68-e7607b2827ec" providerId="ADAL" clId="{11001B76-A9C2-457F-B85D-5C1606575886}" dt="2026-03-19T05:13:56.208" v="69" actId="20577"/>
      <pc:docMkLst>
        <pc:docMk/>
      </pc:docMkLst>
      <pc:sldChg chg="addSp delSp modSp mod">
        <pc:chgData name="Jacqueline Ockwell" userId="79a11ae1-9a6a-4dce-9c68-e7607b2827ec" providerId="ADAL" clId="{11001B76-A9C2-457F-B85D-5C1606575886}" dt="2026-03-19T05:01:08.129" v="43" actId="14100"/>
        <pc:sldMkLst>
          <pc:docMk/>
          <pc:sldMk cId="743489444" sldId="260"/>
        </pc:sldMkLst>
        <pc:spChg chg="add mod">
          <ac:chgData name="Jacqueline Ockwell" userId="79a11ae1-9a6a-4dce-9c68-e7607b2827ec" providerId="ADAL" clId="{11001B76-A9C2-457F-B85D-5C1606575886}" dt="2026-03-19T05:01:08.129" v="43" actId="14100"/>
          <ac:spMkLst>
            <pc:docMk/>
            <pc:sldMk cId="743489444" sldId="260"/>
            <ac:spMk id="2" creationId="{377EA3A6-4327-114E-9A13-10D9A4024EA2}"/>
          </ac:spMkLst>
        </pc:spChg>
        <pc:spChg chg="mod">
          <ac:chgData name="Jacqueline Ockwell" userId="79a11ae1-9a6a-4dce-9c68-e7607b2827ec" providerId="ADAL" clId="{11001B76-A9C2-457F-B85D-5C1606575886}" dt="2026-03-19T04:52:11.232" v="2" actId="207"/>
          <ac:spMkLst>
            <pc:docMk/>
            <pc:sldMk cId="743489444" sldId="260"/>
            <ac:spMk id="7" creationId="{100D4211-A1D7-3857-CCD5-7F985006C7C1}"/>
          </ac:spMkLst>
        </pc:spChg>
        <pc:spChg chg="mod">
          <ac:chgData name="Jacqueline Ockwell" userId="79a11ae1-9a6a-4dce-9c68-e7607b2827ec" providerId="ADAL" clId="{11001B76-A9C2-457F-B85D-5C1606575886}" dt="2026-03-19T04:53:39.035" v="5" actId="20577"/>
          <ac:spMkLst>
            <pc:docMk/>
            <pc:sldMk cId="743489444" sldId="260"/>
            <ac:spMk id="8" creationId="{2B26DB1E-C98C-8CD8-E3C4-DA6AD96C587D}"/>
          </ac:spMkLst>
        </pc:spChg>
        <pc:spChg chg="mod">
          <ac:chgData name="Jacqueline Ockwell" userId="79a11ae1-9a6a-4dce-9c68-e7607b2827ec" providerId="ADAL" clId="{11001B76-A9C2-457F-B85D-5C1606575886}" dt="2026-03-19T04:53:56.353" v="8" actId="20577"/>
          <ac:spMkLst>
            <pc:docMk/>
            <pc:sldMk cId="743489444" sldId="260"/>
            <ac:spMk id="9" creationId="{40A39F75-0B3D-201A-AB79-3A498249C76F}"/>
          </ac:spMkLst>
        </pc:spChg>
        <pc:spChg chg="mod">
          <ac:chgData name="Jacqueline Ockwell" userId="79a11ae1-9a6a-4dce-9c68-e7607b2827ec" providerId="ADAL" clId="{11001B76-A9C2-457F-B85D-5C1606575886}" dt="2026-03-19T05:01:02.482" v="41" actId="1076"/>
          <ac:spMkLst>
            <pc:docMk/>
            <pc:sldMk cId="743489444" sldId="260"/>
            <ac:spMk id="10" creationId="{6B63507B-01F7-6C06-DDCA-BF7597F6DE00}"/>
          </ac:spMkLst>
        </pc:spChg>
        <pc:picChg chg="del">
          <ac:chgData name="Jacqueline Ockwell" userId="79a11ae1-9a6a-4dce-9c68-e7607b2827ec" providerId="ADAL" clId="{11001B76-A9C2-457F-B85D-5C1606575886}" dt="2026-03-19T04:54:00.818" v="9" actId="478"/>
          <ac:picMkLst>
            <pc:docMk/>
            <pc:sldMk cId="743489444" sldId="260"/>
            <ac:picMk id="3076" creationId="{61670845-9F9E-7565-89EE-64D6BACB033B}"/>
          </ac:picMkLst>
        </pc:picChg>
        <pc:picChg chg="del">
          <ac:chgData name="Jacqueline Ockwell" userId="79a11ae1-9a6a-4dce-9c68-e7607b2827ec" providerId="ADAL" clId="{11001B76-A9C2-457F-B85D-5C1606575886}" dt="2026-03-19T04:54:02.749" v="10" actId="478"/>
          <ac:picMkLst>
            <pc:docMk/>
            <pc:sldMk cId="743489444" sldId="260"/>
            <ac:picMk id="3078" creationId="{DE1F59C5-9615-CAA5-4E6A-BE5039D50A90}"/>
          </ac:picMkLst>
        </pc:picChg>
      </pc:sldChg>
      <pc:sldChg chg="addSp delSp modSp mod">
        <pc:chgData name="Jacqueline Ockwell" userId="79a11ae1-9a6a-4dce-9c68-e7607b2827ec" providerId="ADAL" clId="{11001B76-A9C2-457F-B85D-5C1606575886}" dt="2026-03-19T05:13:56.208" v="69" actId="20577"/>
        <pc:sldMkLst>
          <pc:docMk/>
          <pc:sldMk cId="3607907412" sldId="261"/>
        </pc:sldMkLst>
        <pc:spChg chg="mod">
          <ac:chgData name="Jacqueline Ockwell" userId="79a11ae1-9a6a-4dce-9c68-e7607b2827ec" providerId="ADAL" clId="{11001B76-A9C2-457F-B85D-5C1606575886}" dt="2026-03-19T05:13:56.208" v="69" actId="20577"/>
          <ac:spMkLst>
            <pc:docMk/>
            <pc:sldMk cId="3607907412" sldId="261"/>
            <ac:spMk id="14" creationId="{3385BA00-37A2-31FC-AFBB-430F83C6D108}"/>
          </ac:spMkLst>
        </pc:spChg>
        <pc:picChg chg="del">
          <ac:chgData name="Jacqueline Ockwell" userId="79a11ae1-9a6a-4dce-9c68-e7607b2827ec" providerId="ADAL" clId="{11001B76-A9C2-457F-B85D-5C1606575886}" dt="2026-03-19T05:05:42.016" v="44" actId="478"/>
          <ac:picMkLst>
            <pc:docMk/>
            <pc:sldMk cId="3607907412" sldId="261"/>
            <ac:picMk id="3" creationId="{DA75608B-C796-D265-21EA-F88985D4083F}"/>
          </ac:picMkLst>
        </pc:picChg>
        <pc:picChg chg="add mod">
          <ac:chgData name="Jacqueline Ockwell" userId="79a11ae1-9a6a-4dce-9c68-e7607b2827ec" providerId="ADAL" clId="{11001B76-A9C2-457F-B85D-5C1606575886}" dt="2026-03-19T05:11:28.141" v="51" actId="1076"/>
          <ac:picMkLst>
            <pc:docMk/>
            <pc:sldMk cId="3607907412" sldId="261"/>
            <ac:picMk id="4" creationId="{75D12274-4D6A-3A00-FB9D-A708A7075D4B}"/>
          </ac:picMkLst>
        </pc:picChg>
        <pc:picChg chg="del">
          <ac:chgData name="Jacqueline Ockwell" userId="79a11ae1-9a6a-4dce-9c68-e7607b2827ec" providerId="ADAL" clId="{11001B76-A9C2-457F-B85D-5C1606575886}" dt="2026-03-19T05:05:59.218" v="45" actId="478"/>
          <ac:picMkLst>
            <pc:docMk/>
            <pc:sldMk cId="3607907412" sldId="261"/>
            <ac:picMk id="4100" creationId="{8857E15C-8D14-6AC8-DF95-19645B6DCA3B}"/>
          </ac:picMkLst>
        </pc:picChg>
      </pc:sldChg>
    </pc:docChg>
  </pc:docChgLst>
  <pc:docChgLst>
    <pc:chgData name="Jacqueline Ockwell" userId="79a11ae1-9a6a-4dce-9c68-e7607b2827ec" providerId="ADAL" clId="{97E97E31-5131-4F4F-B31F-4ACD8C1B3209}"/>
    <pc:docChg chg="undo custSel delSld modSld">
      <pc:chgData name="Jacqueline Ockwell" userId="79a11ae1-9a6a-4dce-9c68-e7607b2827ec" providerId="ADAL" clId="{97E97E31-5131-4F4F-B31F-4ACD8C1B3209}" dt="2026-03-19T23:16:56.645" v="333" actId="1076"/>
      <pc:docMkLst>
        <pc:docMk/>
      </pc:docMkLst>
      <pc:sldChg chg="addSp delSp modSp mod">
        <pc:chgData name="Jacqueline Ockwell" userId="79a11ae1-9a6a-4dce-9c68-e7607b2827ec" providerId="ADAL" clId="{97E97E31-5131-4F4F-B31F-4ACD8C1B3209}" dt="2026-03-18T23:38:19.591" v="118" actId="207"/>
        <pc:sldMkLst>
          <pc:docMk/>
          <pc:sldMk cId="1877558216" sldId="258"/>
        </pc:sldMkLst>
        <pc:spChg chg="mod">
          <ac:chgData name="Jacqueline Ockwell" userId="79a11ae1-9a6a-4dce-9c68-e7607b2827ec" providerId="ADAL" clId="{97E97E31-5131-4F4F-B31F-4ACD8C1B3209}" dt="2026-03-18T23:38:19.591" v="118" actId="207"/>
          <ac:spMkLst>
            <pc:docMk/>
            <pc:sldMk cId="1877558216" sldId="258"/>
            <ac:spMk id="5" creationId="{F1149CF2-4571-DF1E-3418-B5F9CD211093}"/>
          </ac:spMkLst>
        </pc:spChg>
        <pc:spChg chg="add mod">
          <ac:chgData name="Jacqueline Ockwell" userId="79a11ae1-9a6a-4dce-9c68-e7607b2827ec" providerId="ADAL" clId="{97E97E31-5131-4F4F-B31F-4ACD8C1B3209}" dt="2026-03-18T23:33:15.201" v="44" actId="14100"/>
          <ac:spMkLst>
            <pc:docMk/>
            <pc:sldMk cId="1877558216" sldId="258"/>
            <ac:spMk id="6" creationId="{A660DA4B-EF1F-1F14-FE46-1DB849118894}"/>
          </ac:spMkLst>
        </pc:spChg>
        <pc:spChg chg="mod">
          <ac:chgData name="Jacqueline Ockwell" userId="79a11ae1-9a6a-4dce-9c68-e7607b2827ec" providerId="ADAL" clId="{97E97E31-5131-4F4F-B31F-4ACD8C1B3209}" dt="2026-03-18T23:33:43.755" v="50" actId="207"/>
          <ac:spMkLst>
            <pc:docMk/>
            <pc:sldMk cId="1877558216" sldId="258"/>
            <ac:spMk id="9" creationId="{3AE3972C-BA42-1F7A-49E3-B35636C6EA2E}"/>
          </ac:spMkLst>
        </pc:spChg>
        <pc:spChg chg="del mod">
          <ac:chgData name="Jacqueline Ockwell" userId="79a11ae1-9a6a-4dce-9c68-e7607b2827ec" providerId="ADAL" clId="{97E97E31-5131-4F4F-B31F-4ACD8C1B3209}" dt="2026-03-18T23:23:42.548" v="27" actId="478"/>
          <ac:spMkLst>
            <pc:docMk/>
            <pc:sldMk cId="1877558216" sldId="258"/>
            <ac:spMk id="14" creationId="{8F557092-1858-C5C7-39EB-6BB157CF23DA}"/>
          </ac:spMkLst>
        </pc:spChg>
        <pc:picChg chg="add del mod">
          <ac:chgData name="Jacqueline Ockwell" userId="79a11ae1-9a6a-4dce-9c68-e7607b2827ec" providerId="ADAL" clId="{97E97E31-5131-4F4F-B31F-4ACD8C1B3209}" dt="2026-03-18T23:18:39.345" v="11" actId="478"/>
          <ac:picMkLst>
            <pc:docMk/>
            <pc:sldMk cId="1877558216" sldId="258"/>
            <ac:picMk id="2" creationId="{9679BB70-94F1-09BC-85C3-A3847DA31C0D}"/>
          </ac:picMkLst>
        </pc:picChg>
        <pc:picChg chg="add mod modCrop">
          <ac:chgData name="Jacqueline Ockwell" userId="79a11ae1-9a6a-4dce-9c68-e7607b2827ec" providerId="ADAL" clId="{97E97E31-5131-4F4F-B31F-4ACD8C1B3209}" dt="2026-03-18T23:18:29.928" v="8" actId="1076"/>
          <ac:picMkLst>
            <pc:docMk/>
            <pc:sldMk cId="1877558216" sldId="258"/>
            <ac:picMk id="3" creationId="{F8BEA558-6A07-DAFE-BED0-7A3E13420AE4}"/>
          </ac:picMkLst>
        </pc:picChg>
        <pc:picChg chg="add mod">
          <ac:chgData name="Jacqueline Ockwell" userId="79a11ae1-9a6a-4dce-9c68-e7607b2827ec" providerId="ADAL" clId="{97E97E31-5131-4F4F-B31F-4ACD8C1B3209}" dt="2026-03-18T23:18:59.129" v="15" actId="1076"/>
          <ac:picMkLst>
            <pc:docMk/>
            <pc:sldMk cId="1877558216" sldId="258"/>
            <ac:picMk id="4" creationId="{E02F7EDD-C9B6-8E0F-A320-8AA3F9A2B205}"/>
          </ac:picMkLst>
        </pc:picChg>
        <pc:picChg chg="del">
          <ac:chgData name="Jacqueline Ockwell" userId="79a11ae1-9a6a-4dce-9c68-e7607b2827ec" providerId="ADAL" clId="{97E97E31-5131-4F4F-B31F-4ACD8C1B3209}" dt="2026-03-18T23:18:15.794" v="5" actId="478"/>
          <ac:picMkLst>
            <pc:docMk/>
            <pc:sldMk cId="1877558216" sldId="258"/>
            <ac:picMk id="7" creationId="{F15FFD3E-AF51-DFA3-458D-D72578D9E9DB}"/>
          </ac:picMkLst>
        </pc:picChg>
        <pc:picChg chg="del">
          <ac:chgData name="Jacqueline Ockwell" userId="79a11ae1-9a6a-4dce-9c68-e7607b2827ec" providerId="ADAL" clId="{97E97E31-5131-4F4F-B31F-4ACD8C1B3209}" dt="2026-03-18T23:23:42.548" v="27" actId="478"/>
          <ac:picMkLst>
            <pc:docMk/>
            <pc:sldMk cId="1877558216" sldId="258"/>
            <ac:picMk id="11" creationId="{F0757A14-7FD2-133F-F6CF-2FAB1E137CE4}"/>
          </ac:picMkLst>
        </pc:picChg>
        <pc:picChg chg="del">
          <ac:chgData name="Jacqueline Ockwell" userId="79a11ae1-9a6a-4dce-9c68-e7607b2827ec" providerId="ADAL" clId="{97E97E31-5131-4F4F-B31F-4ACD8C1B3209}" dt="2026-03-18T23:17:48.055" v="0" actId="478"/>
          <ac:picMkLst>
            <pc:docMk/>
            <pc:sldMk cId="1877558216" sldId="258"/>
            <ac:picMk id="12" creationId="{EE424C3C-572D-92CB-C1F4-E30922954CFF}"/>
          </ac:picMkLst>
        </pc:picChg>
        <pc:picChg chg="add mod">
          <ac:chgData name="Jacqueline Ockwell" userId="79a11ae1-9a6a-4dce-9c68-e7607b2827ec" providerId="ADAL" clId="{97E97E31-5131-4F4F-B31F-4ACD8C1B3209}" dt="2026-03-18T23:33:22.712" v="46" actId="1076"/>
          <ac:picMkLst>
            <pc:docMk/>
            <pc:sldMk cId="1877558216" sldId="258"/>
            <ac:picMk id="1026" creationId="{EDB6620B-B28C-88E9-EE8E-697584C0B0D6}"/>
          </ac:picMkLst>
        </pc:picChg>
      </pc:sldChg>
      <pc:sldChg chg="addSp delSp modSp mod">
        <pc:chgData name="Jacqueline Ockwell" userId="79a11ae1-9a6a-4dce-9c68-e7607b2827ec" providerId="ADAL" clId="{97E97E31-5131-4F4F-B31F-4ACD8C1B3209}" dt="2026-03-19T04:37:40.850" v="167" actId="1076"/>
        <pc:sldMkLst>
          <pc:docMk/>
          <pc:sldMk cId="1626531757" sldId="259"/>
        </pc:sldMkLst>
        <pc:spChg chg="mod">
          <ac:chgData name="Jacqueline Ockwell" userId="79a11ae1-9a6a-4dce-9c68-e7607b2827ec" providerId="ADAL" clId="{97E97E31-5131-4F4F-B31F-4ACD8C1B3209}" dt="2026-03-18T23:39:58.746" v="143" actId="255"/>
          <ac:spMkLst>
            <pc:docMk/>
            <pc:sldMk cId="1626531757" sldId="259"/>
            <ac:spMk id="4" creationId="{C72935B0-CC0F-245D-0F55-2C6F4A1B0B1F}"/>
          </ac:spMkLst>
        </pc:spChg>
        <pc:spChg chg="mod ord">
          <ac:chgData name="Jacqueline Ockwell" userId="79a11ae1-9a6a-4dce-9c68-e7607b2827ec" providerId="ADAL" clId="{97E97E31-5131-4F4F-B31F-4ACD8C1B3209}" dt="2026-03-18T23:44:26.509" v="161" actId="166"/>
          <ac:spMkLst>
            <pc:docMk/>
            <pc:sldMk cId="1626531757" sldId="259"/>
            <ac:spMk id="6" creationId="{9EFD80E4-D028-407A-962C-72A55F0811AD}"/>
          </ac:spMkLst>
        </pc:spChg>
        <pc:spChg chg="mod">
          <ac:chgData name="Jacqueline Ockwell" userId="79a11ae1-9a6a-4dce-9c68-e7607b2827ec" providerId="ADAL" clId="{97E97E31-5131-4F4F-B31F-4ACD8C1B3209}" dt="2026-03-18T23:40:26.206" v="146" actId="1076"/>
          <ac:spMkLst>
            <pc:docMk/>
            <pc:sldMk cId="1626531757" sldId="259"/>
            <ac:spMk id="8" creationId="{A56C8F1A-97AC-AC3E-3B00-CBC6FDB16A0B}"/>
          </ac:spMkLst>
        </pc:spChg>
        <pc:spChg chg="mod">
          <ac:chgData name="Jacqueline Ockwell" userId="79a11ae1-9a6a-4dce-9c68-e7607b2827ec" providerId="ADAL" clId="{97E97E31-5131-4F4F-B31F-4ACD8C1B3209}" dt="2026-03-18T23:40:39.887" v="149" actId="6549"/>
          <ac:spMkLst>
            <pc:docMk/>
            <pc:sldMk cId="1626531757" sldId="259"/>
            <ac:spMk id="9" creationId="{AA458EE2-14D2-41C4-291F-D4CDD73AADF2}"/>
          </ac:spMkLst>
        </pc:spChg>
        <pc:picChg chg="add mod">
          <ac:chgData name="Jacqueline Ockwell" userId="79a11ae1-9a6a-4dce-9c68-e7607b2827ec" providerId="ADAL" clId="{97E97E31-5131-4F4F-B31F-4ACD8C1B3209}" dt="2026-03-19T04:37:38.594" v="166" actId="1076"/>
          <ac:picMkLst>
            <pc:docMk/>
            <pc:sldMk cId="1626531757" sldId="259"/>
            <ac:picMk id="2" creationId="{8FC1C518-8B24-4D2A-1F33-A2819090D00E}"/>
          </ac:picMkLst>
        </pc:picChg>
        <pc:picChg chg="del">
          <ac:chgData name="Jacqueline Ockwell" userId="79a11ae1-9a6a-4dce-9c68-e7607b2827ec" providerId="ADAL" clId="{97E97E31-5131-4F4F-B31F-4ACD8C1B3209}" dt="2026-03-18T23:34:07.010" v="53" actId="478"/>
          <ac:picMkLst>
            <pc:docMk/>
            <pc:sldMk cId="1626531757" sldId="259"/>
            <ac:picMk id="3" creationId="{5B4E773A-C577-DCB6-7BAB-1F540B2AAD7E}"/>
          </ac:picMkLst>
        </pc:picChg>
        <pc:picChg chg="del">
          <ac:chgData name="Jacqueline Ockwell" userId="79a11ae1-9a6a-4dce-9c68-e7607b2827ec" providerId="ADAL" clId="{97E97E31-5131-4F4F-B31F-4ACD8C1B3209}" dt="2026-03-18T23:34:07.672" v="54" actId="478"/>
          <ac:picMkLst>
            <pc:docMk/>
            <pc:sldMk cId="1626531757" sldId="259"/>
            <ac:picMk id="5" creationId="{DBB2FBD6-92F4-FDF9-F318-17BA07BA1861}"/>
          </ac:picMkLst>
        </pc:picChg>
        <pc:picChg chg="add mod">
          <ac:chgData name="Jacqueline Ockwell" userId="79a11ae1-9a6a-4dce-9c68-e7607b2827ec" providerId="ADAL" clId="{97E97E31-5131-4F4F-B31F-4ACD8C1B3209}" dt="2026-03-19T04:37:40.850" v="167" actId="1076"/>
          <ac:picMkLst>
            <pc:docMk/>
            <pc:sldMk cId="1626531757" sldId="259"/>
            <ac:picMk id="7" creationId="{C4C51883-9B7A-546A-7ADF-91D525A49BE8}"/>
          </ac:picMkLst>
        </pc:picChg>
        <pc:picChg chg="del">
          <ac:chgData name="Jacqueline Ockwell" userId="79a11ae1-9a6a-4dce-9c68-e7607b2827ec" providerId="ADAL" clId="{97E97E31-5131-4F4F-B31F-4ACD8C1B3209}" dt="2026-03-18T23:40:07.637" v="144" actId="478"/>
          <ac:picMkLst>
            <pc:docMk/>
            <pc:sldMk cId="1626531757" sldId="259"/>
            <ac:picMk id="10" creationId="{28571FCF-EDDA-D4A7-9C25-717368E90863}"/>
          </ac:picMkLst>
        </pc:picChg>
        <pc:picChg chg="del">
          <ac:chgData name="Jacqueline Ockwell" userId="79a11ae1-9a6a-4dce-9c68-e7607b2827ec" providerId="ADAL" clId="{97E97E31-5131-4F4F-B31F-4ACD8C1B3209}" dt="2026-03-18T23:37:42.364" v="114" actId="478"/>
          <ac:picMkLst>
            <pc:docMk/>
            <pc:sldMk cId="1626531757" sldId="259"/>
            <ac:picMk id="11" creationId="{8B2B659A-9169-FD60-CFEB-8B702C32A0C6}"/>
          </ac:picMkLst>
        </pc:picChg>
        <pc:picChg chg="add mod">
          <ac:chgData name="Jacqueline Ockwell" userId="79a11ae1-9a6a-4dce-9c68-e7607b2827ec" providerId="ADAL" clId="{97E97E31-5131-4F4F-B31F-4ACD8C1B3209}" dt="2026-03-18T23:44:28.271" v="162" actId="1076"/>
          <ac:picMkLst>
            <pc:docMk/>
            <pc:sldMk cId="1626531757" sldId="259"/>
            <ac:picMk id="12" creationId="{CE0899BE-8D0A-DC35-2230-EF4244CDF854}"/>
          </ac:picMkLst>
        </pc:picChg>
        <pc:picChg chg="add mod">
          <ac:chgData name="Jacqueline Ockwell" userId="79a11ae1-9a6a-4dce-9c68-e7607b2827ec" providerId="ADAL" clId="{97E97E31-5131-4F4F-B31F-4ACD8C1B3209}" dt="2026-03-18T23:44:23.315" v="160" actId="166"/>
          <ac:picMkLst>
            <pc:docMk/>
            <pc:sldMk cId="1626531757" sldId="259"/>
            <ac:picMk id="2050" creationId="{C3B4C4C7-E28D-7CD2-3BB1-8AFF3F3FFA2A}"/>
          </ac:picMkLst>
        </pc:picChg>
      </pc:sldChg>
      <pc:sldChg chg="addSp delSp modSp mod">
        <pc:chgData name="Jacqueline Ockwell" userId="79a11ae1-9a6a-4dce-9c68-e7607b2827ec" providerId="ADAL" clId="{97E97E31-5131-4F4F-B31F-4ACD8C1B3209}" dt="2026-03-19T04:42:58.587" v="173" actId="20577"/>
        <pc:sldMkLst>
          <pc:docMk/>
          <pc:sldMk cId="743489444" sldId="260"/>
        </pc:sldMkLst>
        <pc:spChg chg="mod">
          <ac:chgData name="Jacqueline Ockwell" userId="79a11ae1-9a6a-4dce-9c68-e7607b2827ec" providerId="ADAL" clId="{97E97E31-5131-4F4F-B31F-4ACD8C1B3209}" dt="2026-03-19T04:42:06.171" v="168"/>
          <ac:spMkLst>
            <pc:docMk/>
            <pc:sldMk cId="743489444" sldId="260"/>
            <ac:spMk id="6" creationId="{5BC95F97-D183-C47B-E404-04619A704F48}"/>
          </ac:spMkLst>
        </pc:spChg>
        <pc:spChg chg="mod">
          <ac:chgData name="Jacqueline Ockwell" userId="79a11ae1-9a6a-4dce-9c68-e7607b2827ec" providerId="ADAL" clId="{97E97E31-5131-4F4F-B31F-4ACD8C1B3209}" dt="2026-03-19T04:42:58.587" v="173" actId="20577"/>
          <ac:spMkLst>
            <pc:docMk/>
            <pc:sldMk cId="743489444" sldId="260"/>
            <ac:spMk id="7" creationId="{100D4211-A1D7-3857-CCD5-7F985006C7C1}"/>
          </ac:spMkLst>
        </pc:spChg>
        <pc:picChg chg="del">
          <ac:chgData name="Jacqueline Ockwell" userId="79a11ae1-9a6a-4dce-9c68-e7607b2827ec" providerId="ADAL" clId="{97E97E31-5131-4F4F-B31F-4ACD8C1B3209}" dt="2026-03-19T03:20:43.361" v="164" actId="478"/>
          <ac:picMkLst>
            <pc:docMk/>
            <pc:sldMk cId="743489444" sldId="260"/>
            <ac:picMk id="3" creationId="{435306CD-2E55-BD88-08F0-EE616924CB19}"/>
          </ac:picMkLst>
        </pc:picChg>
        <pc:picChg chg="add mod">
          <ac:chgData name="Jacqueline Ockwell" userId="79a11ae1-9a6a-4dce-9c68-e7607b2827ec" providerId="ADAL" clId="{97E97E31-5131-4F4F-B31F-4ACD8C1B3209}" dt="2026-03-19T03:20:47.425" v="165" actId="1076"/>
          <ac:picMkLst>
            <pc:docMk/>
            <pc:sldMk cId="743489444" sldId="260"/>
            <ac:picMk id="4" creationId="{CD3B6B6F-E37F-A8E5-CFC1-CB5795A46BF9}"/>
          </ac:picMkLst>
        </pc:picChg>
        <pc:cxnChg chg="mod">
          <ac:chgData name="Jacqueline Ockwell" userId="79a11ae1-9a6a-4dce-9c68-e7607b2827ec" providerId="ADAL" clId="{97E97E31-5131-4F4F-B31F-4ACD8C1B3209}" dt="2026-03-19T04:42:09.179" v="169" actId="1076"/>
          <ac:cxnSpMkLst>
            <pc:docMk/>
            <pc:sldMk cId="743489444" sldId="260"/>
            <ac:cxnSpMk id="12" creationId="{AA10FA8A-D70F-5082-3B80-996AB903C52F}"/>
          </ac:cxnSpMkLst>
        </pc:cxnChg>
      </pc:sldChg>
      <pc:sldChg chg="addSp delSp modSp mod">
        <pc:chgData name="Jacqueline Ockwell" userId="79a11ae1-9a6a-4dce-9c68-e7607b2827ec" providerId="ADAL" clId="{97E97E31-5131-4F4F-B31F-4ACD8C1B3209}" dt="2026-03-19T23:02:10.530" v="213" actId="11530"/>
        <pc:sldMkLst>
          <pc:docMk/>
          <pc:sldMk cId="3607907412" sldId="261"/>
        </pc:sldMkLst>
        <pc:spChg chg="mod">
          <ac:chgData name="Jacqueline Ockwell" userId="79a11ae1-9a6a-4dce-9c68-e7607b2827ec" providerId="ADAL" clId="{97E97E31-5131-4F4F-B31F-4ACD8C1B3209}" dt="2026-03-19T23:01:56.871" v="209" actId="14100"/>
          <ac:spMkLst>
            <pc:docMk/>
            <pc:sldMk cId="3607907412" sldId="261"/>
            <ac:spMk id="14" creationId="{3385BA00-37A2-31FC-AFBB-430F83C6D108}"/>
          </ac:spMkLst>
        </pc:spChg>
        <pc:spChg chg="mod">
          <ac:chgData name="Jacqueline Ockwell" userId="79a11ae1-9a6a-4dce-9c68-e7607b2827ec" providerId="ADAL" clId="{97E97E31-5131-4F4F-B31F-4ACD8C1B3209}" dt="2026-03-19T23:01:04.486" v="199" actId="207"/>
          <ac:spMkLst>
            <pc:docMk/>
            <pc:sldMk cId="3607907412" sldId="261"/>
            <ac:spMk id="15" creationId="{0F77553A-B35E-298C-BDF4-E94667356716}"/>
          </ac:spMkLst>
        </pc:spChg>
        <pc:picChg chg="add mod">
          <ac:chgData name="Jacqueline Ockwell" userId="79a11ae1-9a6a-4dce-9c68-e7607b2827ec" providerId="ADAL" clId="{97E97E31-5131-4F4F-B31F-4ACD8C1B3209}" dt="2026-03-19T23:02:06.066" v="212" actId="11530"/>
          <ac:picMkLst>
            <pc:docMk/>
            <pc:sldMk cId="3607907412" sldId="261"/>
            <ac:picMk id="1026" creationId="{1A637833-70CF-4CC8-C033-53A09F0E7F2B}"/>
          </ac:picMkLst>
        </pc:picChg>
        <pc:picChg chg="add mod">
          <ac:chgData name="Jacqueline Ockwell" userId="79a11ae1-9a6a-4dce-9c68-e7607b2827ec" providerId="ADAL" clId="{97E97E31-5131-4F4F-B31F-4ACD8C1B3209}" dt="2026-03-19T23:02:10.530" v="213" actId="11530"/>
          <ac:picMkLst>
            <pc:docMk/>
            <pc:sldMk cId="3607907412" sldId="261"/>
            <ac:picMk id="1028" creationId="{D1B35E2B-6F23-FC85-6F32-9B8C6D185CCD}"/>
          </ac:picMkLst>
        </pc:picChg>
        <pc:picChg chg="del">
          <ac:chgData name="Jacqueline Ockwell" userId="79a11ae1-9a6a-4dce-9c68-e7607b2827ec" providerId="ADAL" clId="{97E97E31-5131-4F4F-B31F-4ACD8C1B3209}" dt="2026-03-19T22:58:46.805" v="174" actId="478"/>
          <ac:picMkLst>
            <pc:docMk/>
            <pc:sldMk cId="3607907412" sldId="261"/>
            <ac:picMk id="5124" creationId="{D3D54B16-0B2F-3D08-EA97-ECC07FB95651}"/>
          </ac:picMkLst>
        </pc:picChg>
      </pc:sldChg>
      <pc:sldChg chg="addSp delSp modSp mod modAnim">
        <pc:chgData name="Jacqueline Ockwell" userId="79a11ae1-9a6a-4dce-9c68-e7607b2827ec" providerId="ADAL" clId="{97E97E31-5131-4F4F-B31F-4ACD8C1B3209}" dt="2026-03-19T23:16:56.645" v="333" actId="1076"/>
        <pc:sldMkLst>
          <pc:docMk/>
          <pc:sldMk cId="1505551628" sldId="262"/>
        </pc:sldMkLst>
        <pc:spChg chg="mod">
          <ac:chgData name="Jacqueline Ockwell" userId="79a11ae1-9a6a-4dce-9c68-e7607b2827ec" providerId="ADAL" clId="{97E97E31-5131-4F4F-B31F-4ACD8C1B3209}" dt="2026-03-19T23:16:47.822" v="329" actId="1076"/>
          <ac:spMkLst>
            <pc:docMk/>
            <pc:sldMk cId="1505551628" sldId="262"/>
            <ac:spMk id="2" creationId="{CC77DF37-287E-4A2F-19B6-EEEA0EE31A1A}"/>
          </ac:spMkLst>
        </pc:spChg>
        <pc:spChg chg="mod">
          <ac:chgData name="Jacqueline Ockwell" userId="79a11ae1-9a6a-4dce-9c68-e7607b2827ec" providerId="ADAL" clId="{97E97E31-5131-4F4F-B31F-4ACD8C1B3209}" dt="2026-03-19T23:16:52.878" v="331" actId="1076"/>
          <ac:spMkLst>
            <pc:docMk/>
            <pc:sldMk cId="1505551628" sldId="262"/>
            <ac:spMk id="8" creationId="{6699BAE1-5652-93D5-E902-000D5506C881}"/>
          </ac:spMkLst>
        </pc:spChg>
        <pc:spChg chg="mod">
          <ac:chgData name="Jacqueline Ockwell" userId="79a11ae1-9a6a-4dce-9c68-e7607b2827ec" providerId="ADAL" clId="{97E97E31-5131-4F4F-B31F-4ACD8C1B3209}" dt="2026-03-19T23:16:45.382" v="328" actId="1076"/>
          <ac:spMkLst>
            <pc:docMk/>
            <pc:sldMk cId="1505551628" sldId="262"/>
            <ac:spMk id="9" creationId="{58BAF87F-24A8-911C-6AD4-C50F0B7760A1}"/>
          </ac:spMkLst>
        </pc:spChg>
        <pc:spChg chg="mod">
          <ac:chgData name="Jacqueline Ockwell" userId="79a11ae1-9a6a-4dce-9c68-e7607b2827ec" providerId="ADAL" clId="{97E97E31-5131-4F4F-B31F-4ACD8C1B3209}" dt="2026-03-19T23:16:40.766" v="326" actId="14100"/>
          <ac:spMkLst>
            <pc:docMk/>
            <pc:sldMk cId="1505551628" sldId="262"/>
            <ac:spMk id="10" creationId="{595360BE-A5AD-2E84-2126-DA17ED46F2A8}"/>
          </ac:spMkLst>
        </pc:spChg>
        <pc:picChg chg="del">
          <ac:chgData name="Jacqueline Ockwell" userId="79a11ae1-9a6a-4dce-9c68-e7607b2827ec" providerId="ADAL" clId="{97E97E31-5131-4F4F-B31F-4ACD8C1B3209}" dt="2026-03-19T23:02:24.548" v="214" actId="478"/>
          <ac:picMkLst>
            <pc:docMk/>
            <pc:sldMk cId="1505551628" sldId="262"/>
            <ac:picMk id="3" creationId="{0D20BCC6-0961-4144-8032-6A24C284C549}"/>
          </ac:picMkLst>
        </pc:picChg>
        <pc:picChg chg="add mod">
          <ac:chgData name="Jacqueline Ockwell" userId="79a11ae1-9a6a-4dce-9c68-e7607b2827ec" providerId="ADAL" clId="{97E97E31-5131-4F4F-B31F-4ACD8C1B3209}" dt="2026-03-19T23:16:56.645" v="333" actId="1076"/>
          <ac:picMkLst>
            <pc:docMk/>
            <pc:sldMk cId="1505551628" sldId="262"/>
            <ac:picMk id="4" creationId="{7E8B415D-F29F-9807-6365-A1FD5676C7CB}"/>
          </ac:picMkLst>
        </pc:picChg>
        <pc:picChg chg="del">
          <ac:chgData name="Jacqueline Ockwell" userId="79a11ae1-9a6a-4dce-9c68-e7607b2827ec" providerId="ADAL" clId="{97E97E31-5131-4F4F-B31F-4ACD8C1B3209}" dt="2026-03-19T23:02:25.508" v="215" actId="478"/>
          <ac:picMkLst>
            <pc:docMk/>
            <pc:sldMk cId="1505551628" sldId="262"/>
            <ac:picMk id="5" creationId="{1979FE9E-14EB-BC3F-87EB-C8F7F9599895}"/>
          </ac:picMkLst>
        </pc:picChg>
        <pc:picChg chg="del">
          <ac:chgData name="Jacqueline Ockwell" userId="79a11ae1-9a6a-4dce-9c68-e7607b2827ec" providerId="ADAL" clId="{97E97E31-5131-4F4F-B31F-4ACD8C1B3209}" dt="2026-03-19T23:02:26.092" v="216" actId="478"/>
          <ac:picMkLst>
            <pc:docMk/>
            <pc:sldMk cId="1505551628" sldId="262"/>
            <ac:picMk id="7" creationId="{C2367D72-52A2-E7FB-E50F-F91FC7524449}"/>
          </ac:picMkLst>
        </pc:picChg>
      </pc:sldChg>
      <pc:sldChg chg="del">
        <pc:chgData name="Jacqueline Ockwell" userId="79a11ae1-9a6a-4dce-9c68-e7607b2827ec" providerId="ADAL" clId="{97E97E31-5131-4F4F-B31F-4ACD8C1B3209}" dt="2026-03-19T23:05:38.401" v="251" actId="47"/>
        <pc:sldMkLst>
          <pc:docMk/>
          <pc:sldMk cId="1309296197" sldId="263"/>
        </pc:sldMkLst>
      </pc:sldChg>
      <pc:sldChg chg="del">
        <pc:chgData name="Jacqueline Ockwell" userId="79a11ae1-9a6a-4dce-9c68-e7607b2827ec" providerId="ADAL" clId="{97E97E31-5131-4F4F-B31F-4ACD8C1B3209}" dt="2026-03-19T23:13:49.364" v="317" actId="47"/>
        <pc:sldMkLst>
          <pc:docMk/>
          <pc:sldMk cId="2751227410" sldId="264"/>
        </pc:sldMkLst>
      </pc:sldChg>
      <pc:sldChg chg="del">
        <pc:chgData name="Jacqueline Ockwell" userId="79a11ae1-9a6a-4dce-9c68-e7607b2827ec" providerId="ADAL" clId="{97E97E31-5131-4F4F-B31F-4ACD8C1B3209}" dt="2026-03-19T23:13:50.706" v="318" actId="47"/>
        <pc:sldMkLst>
          <pc:docMk/>
          <pc:sldMk cId="4115079045" sldId="265"/>
        </pc:sldMkLst>
      </pc:sldChg>
      <pc:sldChg chg="addSp delSp modSp mod">
        <pc:chgData name="Jacqueline Ockwell" userId="79a11ae1-9a6a-4dce-9c68-e7607b2827ec" providerId="ADAL" clId="{97E97E31-5131-4F4F-B31F-4ACD8C1B3209}" dt="2026-03-19T23:09:46.252" v="295" actId="14100"/>
        <pc:sldMkLst>
          <pc:docMk/>
          <pc:sldMk cId="2310108537" sldId="266"/>
        </pc:sldMkLst>
        <pc:spChg chg="mod">
          <ac:chgData name="Jacqueline Ockwell" userId="79a11ae1-9a6a-4dce-9c68-e7607b2827ec" providerId="ADAL" clId="{97E97E31-5131-4F4F-B31F-4ACD8C1B3209}" dt="2026-03-19T23:08:05.749" v="281" actId="1076"/>
          <ac:spMkLst>
            <pc:docMk/>
            <pc:sldMk cId="2310108537" sldId="266"/>
            <ac:spMk id="6" creationId="{1A0FF3A3-D25D-A310-7B00-DFBC7E9228FC}"/>
          </ac:spMkLst>
        </pc:spChg>
        <pc:spChg chg="mod">
          <ac:chgData name="Jacqueline Ockwell" userId="79a11ae1-9a6a-4dce-9c68-e7607b2827ec" providerId="ADAL" clId="{97E97E31-5131-4F4F-B31F-4ACD8C1B3209}" dt="2026-03-19T23:09:12.356" v="290" actId="1076"/>
          <ac:spMkLst>
            <pc:docMk/>
            <pc:sldMk cId="2310108537" sldId="266"/>
            <ac:spMk id="9" creationId="{C1EDFCE7-CAFD-1885-FB2A-06789FC80441}"/>
          </ac:spMkLst>
        </pc:spChg>
        <pc:spChg chg="mod">
          <ac:chgData name="Jacqueline Ockwell" userId="79a11ae1-9a6a-4dce-9c68-e7607b2827ec" providerId="ADAL" clId="{97E97E31-5131-4F4F-B31F-4ACD8C1B3209}" dt="2026-03-19T23:08:49.783" v="284" actId="113"/>
          <ac:spMkLst>
            <pc:docMk/>
            <pc:sldMk cId="2310108537" sldId="266"/>
            <ac:spMk id="10" creationId="{04A4D24B-7DAF-143A-0784-2AFB5159917E}"/>
          </ac:spMkLst>
        </pc:spChg>
        <pc:spChg chg="del">
          <ac:chgData name="Jacqueline Ockwell" userId="79a11ae1-9a6a-4dce-9c68-e7607b2827ec" providerId="ADAL" clId="{97E97E31-5131-4F4F-B31F-4ACD8C1B3209}" dt="2026-03-19T23:07:47.946" v="276" actId="21"/>
          <ac:spMkLst>
            <pc:docMk/>
            <pc:sldMk cId="2310108537" sldId="266"/>
            <ac:spMk id="22" creationId="{C6141D14-07D7-76DF-E339-1D23C1EEC957}"/>
          </ac:spMkLst>
        </pc:spChg>
        <pc:picChg chg="add mod">
          <ac:chgData name="Jacqueline Ockwell" userId="79a11ae1-9a6a-4dce-9c68-e7607b2827ec" providerId="ADAL" clId="{97E97E31-5131-4F4F-B31F-4ACD8C1B3209}" dt="2026-03-19T23:05:56.804" v="255" actId="1076"/>
          <ac:picMkLst>
            <pc:docMk/>
            <pc:sldMk cId="2310108537" sldId="266"/>
            <ac:picMk id="2" creationId="{BB7818E6-AB47-102B-E96F-E32735D699A2}"/>
          </ac:picMkLst>
        </pc:picChg>
        <pc:picChg chg="add mod">
          <ac:chgData name="Jacqueline Ockwell" userId="79a11ae1-9a6a-4dce-9c68-e7607b2827ec" providerId="ADAL" clId="{97E97E31-5131-4F4F-B31F-4ACD8C1B3209}" dt="2026-03-19T23:07:04.252" v="268" actId="1076"/>
          <ac:picMkLst>
            <pc:docMk/>
            <pc:sldMk cId="2310108537" sldId="266"/>
            <ac:picMk id="4" creationId="{159013EC-50E4-DA20-ECC6-66D5B9D5181B}"/>
          </ac:picMkLst>
        </pc:picChg>
        <pc:picChg chg="del">
          <ac:chgData name="Jacqueline Ockwell" userId="79a11ae1-9a6a-4dce-9c68-e7607b2827ec" providerId="ADAL" clId="{97E97E31-5131-4F4F-B31F-4ACD8C1B3209}" dt="2026-03-19T23:06:00.612" v="258" actId="478"/>
          <ac:picMkLst>
            <pc:docMk/>
            <pc:sldMk cId="2310108537" sldId="266"/>
            <ac:picMk id="5" creationId="{4C953AD4-CB00-C1BF-0877-8B6748887C7D}"/>
          </ac:picMkLst>
        </pc:picChg>
        <pc:picChg chg="del">
          <ac:chgData name="Jacqueline Ockwell" userId="79a11ae1-9a6a-4dce-9c68-e7607b2827ec" providerId="ADAL" clId="{97E97E31-5131-4F4F-B31F-4ACD8C1B3209}" dt="2026-03-19T23:05:58.085" v="256" actId="478"/>
          <ac:picMkLst>
            <pc:docMk/>
            <pc:sldMk cId="2310108537" sldId="266"/>
            <ac:picMk id="7" creationId="{E01D6E3E-4197-8197-CB7B-EE36EECB8211}"/>
          </ac:picMkLst>
        </pc:picChg>
        <pc:picChg chg="del">
          <ac:chgData name="Jacqueline Ockwell" userId="79a11ae1-9a6a-4dce-9c68-e7607b2827ec" providerId="ADAL" clId="{97E97E31-5131-4F4F-B31F-4ACD8C1B3209}" dt="2026-03-19T23:05:42.325" v="252" actId="478"/>
          <ac:picMkLst>
            <pc:docMk/>
            <pc:sldMk cId="2310108537" sldId="266"/>
            <ac:picMk id="8" creationId="{7371605E-A5E6-B96E-1985-F1E75C056407}"/>
          </ac:picMkLst>
        </pc:picChg>
        <pc:picChg chg="add mod">
          <ac:chgData name="Jacqueline Ockwell" userId="79a11ae1-9a6a-4dce-9c68-e7607b2827ec" providerId="ADAL" clId="{97E97E31-5131-4F4F-B31F-4ACD8C1B3209}" dt="2026-03-19T23:09:46.252" v="295" actId="14100"/>
          <ac:picMkLst>
            <pc:docMk/>
            <pc:sldMk cId="2310108537" sldId="266"/>
            <ac:picMk id="11" creationId="{F8139640-2A8B-39BD-909E-DBCEF965FE81}"/>
          </ac:picMkLst>
        </pc:picChg>
        <pc:picChg chg="del">
          <ac:chgData name="Jacqueline Ockwell" userId="79a11ae1-9a6a-4dce-9c68-e7607b2827ec" providerId="ADAL" clId="{97E97E31-5131-4F4F-B31F-4ACD8C1B3209}" dt="2026-03-19T23:05:58.741" v="257" actId="478"/>
          <ac:picMkLst>
            <pc:docMk/>
            <pc:sldMk cId="2310108537" sldId="266"/>
            <ac:picMk id="2050" creationId="{050173EA-381D-B65C-78F5-6509B18A3700}"/>
          </ac:picMkLst>
        </pc:picChg>
        <pc:picChg chg="add mod">
          <ac:chgData name="Jacqueline Ockwell" userId="79a11ae1-9a6a-4dce-9c68-e7607b2827ec" providerId="ADAL" clId="{97E97E31-5131-4F4F-B31F-4ACD8C1B3209}" dt="2026-03-19T23:09:42.832" v="294" actId="1076"/>
          <ac:picMkLst>
            <pc:docMk/>
            <pc:sldMk cId="2310108537" sldId="266"/>
            <ac:picMk id="2052" creationId="{147B9573-A17B-CEA9-6858-13FC211B4F2A}"/>
          </ac:picMkLst>
        </pc:picChg>
      </pc:sldChg>
      <pc:sldChg chg="addSp delSp modSp mod">
        <pc:chgData name="Jacqueline Ockwell" userId="79a11ae1-9a6a-4dce-9c68-e7607b2827ec" providerId="ADAL" clId="{97E97E31-5131-4F4F-B31F-4ACD8C1B3209}" dt="2026-03-19T23:13:45.669" v="316" actId="255"/>
        <pc:sldMkLst>
          <pc:docMk/>
          <pc:sldMk cId="4138134786" sldId="267"/>
        </pc:sldMkLst>
        <pc:spChg chg="mod">
          <ac:chgData name="Jacqueline Ockwell" userId="79a11ae1-9a6a-4dce-9c68-e7607b2827ec" providerId="ADAL" clId="{97E97E31-5131-4F4F-B31F-4ACD8C1B3209}" dt="2026-03-19T23:13:21.805" v="312" actId="1076"/>
          <ac:spMkLst>
            <pc:docMk/>
            <pc:sldMk cId="4138134786" sldId="267"/>
            <ac:spMk id="9" creationId="{2A1A03B2-A0A8-2BB7-94CE-4069FDAC370C}"/>
          </ac:spMkLst>
        </pc:spChg>
        <pc:spChg chg="mod">
          <ac:chgData name="Jacqueline Ockwell" userId="79a11ae1-9a6a-4dce-9c68-e7607b2827ec" providerId="ADAL" clId="{97E97E31-5131-4F4F-B31F-4ACD8C1B3209}" dt="2026-03-19T23:13:24.525" v="314" actId="1076"/>
          <ac:spMkLst>
            <pc:docMk/>
            <pc:sldMk cId="4138134786" sldId="267"/>
            <ac:spMk id="10" creationId="{70BDF1BC-F40B-4B95-21EB-64EAD514D9D2}"/>
          </ac:spMkLst>
        </pc:spChg>
        <pc:graphicFrameChg chg="add mod modGraphic">
          <ac:chgData name="Jacqueline Ockwell" userId="79a11ae1-9a6a-4dce-9c68-e7607b2827ec" providerId="ADAL" clId="{97E97E31-5131-4F4F-B31F-4ACD8C1B3209}" dt="2026-03-19T23:13:45.669" v="316" actId="255"/>
          <ac:graphicFrameMkLst>
            <pc:docMk/>
            <pc:sldMk cId="4138134786" sldId="267"/>
            <ac:graphicFrameMk id="2" creationId="{EE4D92F0-9BAC-7FF1-5A51-B2620E0E3D22}"/>
          </ac:graphicFrameMkLst>
        </pc:graphicFrameChg>
        <pc:graphicFrameChg chg="del modGraphic">
          <ac:chgData name="Jacqueline Ockwell" userId="79a11ae1-9a6a-4dce-9c68-e7607b2827ec" providerId="ADAL" clId="{97E97E31-5131-4F4F-B31F-4ACD8C1B3209}" dt="2026-03-19T23:11:29.389" v="297" actId="21"/>
          <ac:graphicFrameMkLst>
            <pc:docMk/>
            <pc:sldMk cId="4138134786" sldId="267"/>
            <ac:graphicFrameMk id="7" creationId="{F5AD6333-3F7E-D68E-E12D-0E110546F8E6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8402D-EE75-E80E-F411-07C1B1D1E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75851-FA17-04C5-C75B-6D1CB9915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16EE4-6EF5-0D29-CAC3-82A0200FA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9C718-B105-4997-8359-D3654B4CA502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2E8D1-70A1-EBB3-0DAF-CE696697F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FA3C5-CDA6-113A-2B14-A15DC4241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0C517-125B-4BBD-85ED-749FA68B5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9296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562DF-4825-27D9-9B88-A37C8021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E986A-F928-AA25-B950-A1A5239C7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AA0BF-FD8F-7FCE-DD5A-D3A8E1497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9C718-B105-4997-8359-D3654B4CA502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D49D8-1F3B-E2EE-E561-7888E5DE6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65008-9C14-2E2D-F29A-3984C51D1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0C517-125B-4BBD-85ED-749FA68B5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0105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01237-81F3-B4C0-F346-1CFE19933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00313-45A6-C0F3-ECCA-6F66D7C80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9152E-B24C-DCFF-6561-FBB2DA629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9C718-B105-4997-8359-D3654B4CA502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749F7-A084-4E7E-D874-4768D9AD0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41F41-C042-556F-C07F-4AFEE6870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0C517-125B-4BBD-85ED-749FA68B5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3120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14E7C-1ABF-52C1-4293-9804DE64D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75616-2F30-A65F-519D-4ABBE79321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53AA7-6FBC-73ED-8409-7F493A99C4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1D50AE-BA3F-94E3-E9FB-90A003954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9C718-B105-4997-8359-D3654B4CA502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1BFA2-53C8-ECF8-3414-6D7F51C49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421A1-AD87-4B3B-A607-2D9A9539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0C517-125B-4BBD-85ED-749FA68B5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7326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40087-B250-96C9-C074-9237DE026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2D6EB-B6E2-6D64-E841-3BF46C241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4C2F42-A3B2-A7EB-538D-0B5759FEF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5BEF2D-EACC-6217-2538-E90DA32348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447F43-067A-D36B-A953-D1AE21AED4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1E1905-24F4-76AE-3BAF-52DD6DEDD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9C718-B105-4997-8359-D3654B4CA502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916D8B-87AA-A99D-FFD2-E56835FDE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BC9385-FDB4-90EC-CD4C-0BA8FD80E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0C517-125B-4BBD-85ED-749FA68B5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3755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643B0-3945-5CF4-F4A0-60F781E97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76DF89-8B72-C506-6365-E4A779108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9C718-B105-4997-8359-D3654B4CA502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5B8D20-0974-7B74-64FE-062AEB50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939C7D-33A3-77D3-CA05-26D18A525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0C517-125B-4BBD-85ED-749FA68B5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7675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37D266-5521-9027-5620-FB22A35F8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9C718-B105-4997-8359-D3654B4CA502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C86E9F-75F8-90C6-8BB3-BC90A3E88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2B018-B4C3-2820-3AD8-750507B2B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0C517-125B-4BBD-85ED-749FA68B5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3754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F4F2-5EC9-5152-2D3C-300F33CE7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1B5A0-C54E-3067-F88D-064EE56D1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148C7-BA39-37D3-D28A-6492BC67E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6EF192-64E8-32D3-CE42-256BC19DE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9C718-B105-4997-8359-D3654B4CA502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9E1D12-40D8-0E24-DF6E-EFBB85E58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C703A-B73B-84B1-335F-FF4A37E2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0C517-125B-4BBD-85ED-749FA68B5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8424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797D0-BE6F-8D12-7897-243923BCA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488797-3FEA-97FF-4643-93ED33A21E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6A8BD2-205D-637D-6439-E4C7ACF36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A0BFD-E7C0-1C02-413B-8828867E2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9C718-B105-4997-8359-D3654B4CA502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F70377-15CE-21D6-2D65-3A635BF9A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AD7A22-361A-83C0-ED68-B9A9DCCE2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0C517-125B-4BBD-85ED-749FA68B5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262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1038D-133E-05F7-D52F-DE0A762CB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4D41BC-CDD0-CB11-0990-5D9730E445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942F1-8014-CDA9-56BA-269BBECA6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9C718-B105-4997-8359-D3654B4CA502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F12B2-F738-A811-1BAA-2684CA706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2963F-A281-E082-B718-F3DE804C7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0C517-125B-4BBD-85ED-749FA68B5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0315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CDB51D-8BCD-B650-2EC3-2008A2AA42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D86FCC-59BB-1E0D-6D23-EBD4DB3193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D6020-24E9-4ACA-4420-D41869973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9C718-B105-4997-8359-D3654B4CA502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25B4F-241D-C38C-C45E-4AD0F1216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D567A-4D7B-2EC0-F891-8AD7F9BD7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0C517-125B-4BBD-85ED-749FA68B5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8251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7A38D1-5E4B-A33B-37B5-CFA784ACA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805A8-9FF8-685A-5FFF-044E86427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91D38-0720-D50B-041E-012CEB7DAD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49C718-B105-4997-8359-D3654B4CA502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BF9A7-85C7-CD10-835F-19586F9C7C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35FB3-74E5-49B6-BD22-BA910B35F5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00C517-125B-4BBD-85ED-749FA68B55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2101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18rDgAr19DI?feature=oembed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4.jpeg"/><Relationship Id="rId7" Type="http://schemas.openxmlformats.org/officeDocument/2006/relationships/image" Target="../media/image18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jpe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6F7ADB2-3CCA-A990-3693-586D2D34A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233" y="112683"/>
            <a:ext cx="10083533" cy="647790"/>
          </a:xfrm>
          <a:prstGeom prst="rect">
            <a:avLst/>
          </a:prstGeom>
        </p:spPr>
      </p:pic>
      <p:sp>
        <p:nvSpPr>
          <p:cNvPr id="9" name="TextBox 2">
            <a:extLst>
              <a:ext uri="{FF2B5EF4-FFF2-40B4-BE49-F238E27FC236}">
                <a16:creationId xmlns:a16="http://schemas.microsoft.com/office/drawing/2014/main" id="{3AE3972C-BA42-1F7A-49E3-B35636C6EA2E}"/>
              </a:ext>
            </a:extLst>
          </p:cNvPr>
          <p:cNvSpPr txBox="1"/>
          <p:nvPr/>
        </p:nvSpPr>
        <p:spPr>
          <a:xfrm>
            <a:off x="449394" y="1700428"/>
            <a:ext cx="5571089" cy="1257123"/>
          </a:xfrm>
          <a:custGeom>
            <a:avLst/>
            <a:gdLst>
              <a:gd name="csX0" fmla="*/ 0 w 5571089"/>
              <a:gd name="csY0" fmla="*/ 628562 h 1257123"/>
              <a:gd name="csX1" fmla="*/ 2785545 w 5571089"/>
              <a:gd name="csY1" fmla="*/ 0 h 1257123"/>
              <a:gd name="csX2" fmla="*/ 5571090 w 5571089"/>
              <a:gd name="csY2" fmla="*/ 628562 h 1257123"/>
              <a:gd name="csX3" fmla="*/ 2785545 w 5571089"/>
              <a:gd name="csY3" fmla="*/ 1257124 h 1257123"/>
              <a:gd name="csX4" fmla="*/ 0 w 5571089"/>
              <a:gd name="csY4" fmla="*/ 628562 h 12571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71089" h="1257123" fill="none" extrusionOk="0">
                <a:moveTo>
                  <a:pt x="0" y="628562"/>
                </a:moveTo>
                <a:cubicBezTo>
                  <a:pt x="-171315" y="211230"/>
                  <a:pt x="1204585" y="76880"/>
                  <a:pt x="2785545" y="0"/>
                </a:cubicBezTo>
                <a:cubicBezTo>
                  <a:pt x="4336262" y="14127"/>
                  <a:pt x="5617823" y="329191"/>
                  <a:pt x="5571090" y="628562"/>
                </a:cubicBezTo>
                <a:cubicBezTo>
                  <a:pt x="5303426" y="893683"/>
                  <a:pt x="4381584" y="1323673"/>
                  <a:pt x="2785545" y="1257124"/>
                </a:cubicBezTo>
                <a:cubicBezTo>
                  <a:pt x="1231813" y="1277835"/>
                  <a:pt x="-49582" y="930228"/>
                  <a:pt x="0" y="628562"/>
                </a:cubicBezTo>
                <a:close/>
              </a:path>
              <a:path w="5571089" h="1257123" stroke="0" extrusionOk="0">
                <a:moveTo>
                  <a:pt x="0" y="628562"/>
                </a:moveTo>
                <a:cubicBezTo>
                  <a:pt x="37473" y="226263"/>
                  <a:pt x="1337353" y="141416"/>
                  <a:pt x="2785545" y="0"/>
                </a:cubicBezTo>
                <a:cubicBezTo>
                  <a:pt x="4297198" y="-74492"/>
                  <a:pt x="5645350" y="325836"/>
                  <a:pt x="5571090" y="628562"/>
                </a:cubicBezTo>
                <a:cubicBezTo>
                  <a:pt x="5546672" y="709257"/>
                  <a:pt x="4098555" y="1358649"/>
                  <a:pt x="2785545" y="1257124"/>
                </a:cubicBezTo>
                <a:cubicBezTo>
                  <a:pt x="1234454" y="1196303"/>
                  <a:pt x="39553" y="1032744"/>
                  <a:pt x="0" y="628562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617256088">
                  <a:prstGeom prst="flowChartConnector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>
                <a:solidFill>
                  <a:srgbClr val="D48059"/>
                </a:solidFill>
              </a:rPr>
              <a:t>EXPERIMENT 4: TIME BASED</a:t>
            </a:r>
          </a:p>
          <a:p>
            <a:r>
              <a:rPr lang="en-US" b="1" i="1">
                <a:solidFill>
                  <a:srgbClr val="D48059"/>
                </a:solidFill>
              </a:rPr>
              <a:t>Mentor Artist: Vernon Ah Kee</a:t>
            </a:r>
          </a:p>
          <a:p>
            <a:r>
              <a:rPr lang="en-US" b="1" i="1">
                <a:solidFill>
                  <a:srgbClr val="D48059"/>
                </a:solidFill>
              </a:rPr>
              <a:t>Lens Focus: Psychological Over Time</a:t>
            </a:r>
            <a:endParaRPr lang="en-AU" sz="2000" b="1" i="1">
              <a:solidFill>
                <a:srgbClr val="D48059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149CF2-4571-DF1E-3418-B5F9CD211093}"/>
              </a:ext>
            </a:extLst>
          </p:cNvPr>
          <p:cNvSpPr txBox="1"/>
          <p:nvPr/>
        </p:nvSpPr>
        <p:spPr>
          <a:xfrm>
            <a:off x="5820165" y="1700428"/>
            <a:ext cx="5571089" cy="1191816"/>
          </a:xfrm>
          <a:prstGeom prst="roundRect">
            <a:avLst/>
          </a:prstGeom>
          <a:solidFill>
            <a:srgbClr val="DDA18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/>
              <a:t>This experiment investigates how identity, emotion and experience can be communicated through time-based media. You will explore how meaning develops through duration, movement and sequence.</a:t>
            </a:r>
            <a:endParaRPr lang="en-AU" sz="1600"/>
          </a:p>
        </p:txBody>
      </p:sp>
      <p:sp>
        <p:nvSpPr>
          <p:cNvPr id="13" name="Speech Bubble: Oval 12">
            <a:extLst>
              <a:ext uri="{FF2B5EF4-FFF2-40B4-BE49-F238E27FC236}">
                <a16:creationId xmlns:a16="http://schemas.microsoft.com/office/drawing/2014/main" id="{4D1BA571-C833-98EC-84EE-020719EFFE2D}"/>
              </a:ext>
            </a:extLst>
          </p:cNvPr>
          <p:cNvSpPr/>
          <p:nvPr/>
        </p:nvSpPr>
        <p:spPr>
          <a:xfrm>
            <a:off x="6945144" y="3677039"/>
            <a:ext cx="4192622" cy="1268031"/>
          </a:xfrm>
          <a:prstGeom prst="wedgeEllipseCallout">
            <a:avLst>
              <a:gd name="adj1" fmla="val 74320"/>
              <a:gd name="adj2" fmla="val 7989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FIA1 OVERARCHING INQUIRY QUESTION: </a:t>
            </a:r>
            <a:r>
              <a:rPr lang="en-US" sz="1400" i="1">
                <a:solidFill>
                  <a:schemeClr val="tx1"/>
                </a:solidFill>
              </a:rPr>
              <a:t>How can reinterpreting people, places and objects through an artistic lens communicate my viewpoint about connection?</a:t>
            </a:r>
            <a:endParaRPr lang="en-AU" sz="1400" i="1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BEA558-6A07-DAFE-BED0-7A3E13420A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709" b="5186"/>
          <a:stretch>
            <a:fillRect/>
          </a:stretch>
        </p:blipFill>
        <p:spPr>
          <a:xfrm>
            <a:off x="4347129" y="837425"/>
            <a:ext cx="6266581" cy="5687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2F7EDD-C9B6-8E0F-A320-8AA3F9A2B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5636" y="837425"/>
            <a:ext cx="1986902" cy="640131"/>
          </a:xfrm>
          <a:prstGeom prst="rect">
            <a:avLst/>
          </a:prstGeom>
        </p:spPr>
      </p:pic>
      <p:pic>
        <p:nvPicPr>
          <p:cNvPr id="1026" name="Picture 2" descr="Shaun Gladwell">
            <a:extLst>
              <a:ext uri="{FF2B5EF4-FFF2-40B4-BE49-F238E27FC236}">
                <a16:creationId xmlns:a16="http://schemas.microsoft.com/office/drawing/2014/main" id="{EDB6620B-B28C-88E9-EE8E-697584C0B0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394" y="3278337"/>
            <a:ext cx="6098752" cy="3188776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A660DA4B-EF1F-1F14-FE46-1DB849118894}"/>
              </a:ext>
            </a:extLst>
          </p:cNvPr>
          <p:cNvSpPr/>
          <p:nvPr/>
        </p:nvSpPr>
        <p:spPr>
          <a:xfrm>
            <a:off x="6945144" y="5199082"/>
            <a:ext cx="4446110" cy="1268031"/>
          </a:xfrm>
          <a:prstGeom prst="wedgeEllipseCallout">
            <a:avLst>
              <a:gd name="adj1" fmla="val -78349"/>
              <a:gd name="adj2" fmla="val 67668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EXPERIMENT 4: SUB-QUESTION: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 i="1">
                <a:solidFill>
                  <a:schemeClr val="tx1"/>
                </a:solidFill>
              </a:rPr>
              <a:t>How does the use of time and movement change the psychological meaning of a subject (object, place or person)?</a:t>
            </a:r>
            <a:endParaRPr lang="en-AU" sz="1400" i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7558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2935B0-CC0F-245D-0F55-2C6F4A1B0B1F}"/>
              </a:ext>
            </a:extLst>
          </p:cNvPr>
          <p:cNvSpPr txBox="1"/>
          <p:nvPr/>
        </p:nvSpPr>
        <p:spPr>
          <a:xfrm>
            <a:off x="266797" y="936361"/>
            <a:ext cx="5829203" cy="5674621"/>
          </a:xfrm>
          <a:custGeom>
            <a:avLst/>
            <a:gdLst>
              <a:gd name="csX0" fmla="*/ 0 w 5829203"/>
              <a:gd name="csY0" fmla="*/ 0 h 5674621"/>
              <a:gd name="csX1" fmla="*/ 5829203 w 5829203"/>
              <a:gd name="csY1" fmla="*/ 0 h 5674621"/>
              <a:gd name="csX2" fmla="*/ 5829203 w 5829203"/>
              <a:gd name="csY2" fmla="*/ 5674621 h 5674621"/>
              <a:gd name="csX3" fmla="*/ 0 w 5829203"/>
              <a:gd name="csY3" fmla="*/ 5674621 h 5674621"/>
              <a:gd name="csX4" fmla="*/ 0 w 5829203"/>
              <a:gd name="csY4" fmla="*/ 0 h 56746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829203" h="5674621" extrusionOk="0">
                <a:moveTo>
                  <a:pt x="0" y="0"/>
                </a:moveTo>
                <a:cubicBezTo>
                  <a:pt x="868458" y="-5264"/>
                  <a:pt x="4958133" y="84467"/>
                  <a:pt x="5829203" y="0"/>
                </a:cubicBezTo>
                <a:cubicBezTo>
                  <a:pt x="5701030" y="2404248"/>
                  <a:pt x="5958353" y="4644518"/>
                  <a:pt x="5829203" y="5674621"/>
                </a:cubicBezTo>
                <a:cubicBezTo>
                  <a:pt x="4962955" y="5780941"/>
                  <a:pt x="982293" y="5666972"/>
                  <a:pt x="0" y="5674621"/>
                </a:cubicBezTo>
                <a:cubicBezTo>
                  <a:pt x="160128" y="4074328"/>
                  <a:pt x="25049" y="2694575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2650216993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 lIns="108000" tIns="36000" rIns="72000" bIns="36000" rtlCol="0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2000" b="1" kern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PRACTICAL ACTIVITY </a:t>
            </a:r>
          </a:p>
          <a:p>
            <a:pPr>
              <a:buNone/>
            </a:pPr>
            <a:r>
              <a:rPr lang="en-US" sz="1400" b="1"/>
              <a:t>Task: Time-Based Exploration</a:t>
            </a:r>
          </a:p>
          <a:p>
            <a:pPr>
              <a:buNone/>
            </a:pPr>
            <a:r>
              <a:rPr lang="en-US" sz="1400"/>
              <a:t>Create a time-based artwork (video or stop motion) that explores psychological or emotional change over time.</a:t>
            </a:r>
          </a:p>
          <a:p>
            <a:pPr>
              <a:buNone/>
            </a:pPr>
            <a:endParaRPr lang="en-US" sz="1400" b="1"/>
          </a:p>
          <a:p>
            <a:pPr algn="ctr">
              <a:buNone/>
            </a:pPr>
            <a:r>
              <a:rPr lang="en-US" sz="1400" b="1">
                <a:solidFill>
                  <a:srgbClr val="D48059"/>
                </a:solidFill>
              </a:rPr>
              <a:t>You must choose ONE focus:</a:t>
            </a:r>
            <a:br>
              <a:rPr lang="en-US" sz="1400">
                <a:solidFill>
                  <a:srgbClr val="D48059"/>
                </a:solidFill>
              </a:rPr>
            </a:br>
            <a:r>
              <a:rPr lang="en-US" sz="1400">
                <a:solidFill>
                  <a:srgbClr val="D48059"/>
                </a:solidFill>
              </a:rPr>
              <a:t>• Object     • Place      • People</a:t>
            </a:r>
          </a:p>
          <a:p>
            <a:pPr algn="ctr">
              <a:buNone/>
            </a:pPr>
            <a:endParaRPr lang="en-US" sz="1400"/>
          </a:p>
          <a:p>
            <a:pPr>
              <a:buNone/>
            </a:pPr>
            <a:r>
              <a:rPr lang="en-US" sz="1400" b="1"/>
              <a:t>Objective: </a:t>
            </a:r>
            <a:r>
              <a:rPr lang="en-US" sz="1400"/>
              <a:t>To explore how time and movement can communicate meaning, identity and connection.</a:t>
            </a:r>
          </a:p>
          <a:p>
            <a:pPr>
              <a:buNone/>
            </a:pPr>
            <a:endParaRPr lang="en-US" sz="1400" b="1"/>
          </a:p>
          <a:p>
            <a:pPr algn="ctr"/>
            <a:r>
              <a:rPr lang="en-US" sz="1400" b="1"/>
              <a:t>Instructions: </a:t>
            </a:r>
            <a:r>
              <a:rPr lang="en-US" sz="1400"/>
              <a:t>Develop a time-based work that shows change across time. This could include:</a:t>
            </a:r>
          </a:p>
          <a:p>
            <a:pPr algn="ctr"/>
            <a:r>
              <a:rPr lang="en-US" sz="1400" b="1" i="1">
                <a:solidFill>
                  <a:srgbClr val="407CBE"/>
                </a:solidFill>
              </a:rPr>
              <a:t>• emotional shifts    • identity development     • transformation of a place or object</a:t>
            </a:r>
            <a:br>
              <a:rPr lang="en-US" sz="1400" b="1" i="1">
                <a:solidFill>
                  <a:srgbClr val="407CBE"/>
                </a:solidFill>
              </a:rPr>
            </a:br>
            <a:r>
              <a:rPr lang="en-US" sz="1400" b="1" i="1">
                <a:solidFill>
                  <a:srgbClr val="407CBE"/>
                </a:solidFill>
              </a:rPr>
              <a:t>• the impact of a memory or event</a:t>
            </a:r>
          </a:p>
          <a:p>
            <a:pPr>
              <a:buNone/>
            </a:pPr>
            <a:br>
              <a:rPr lang="en-US" sz="1200"/>
            </a:br>
            <a:r>
              <a:rPr lang="en-US" sz="1200"/>
              <a:t>Your chosen subject must remain central to the work and show clear transformation over time.</a:t>
            </a:r>
          </a:p>
          <a:p>
            <a:pPr>
              <a:buNone/>
            </a:pPr>
            <a:endParaRPr lang="en-US" sz="1200"/>
          </a:p>
          <a:p>
            <a:pPr algn="ctr">
              <a:buNone/>
            </a:pPr>
            <a:r>
              <a:rPr lang="en-US" sz="1200" b="1" i="1"/>
              <a:t>Your work should communicate how meaning evolves, not just what is seen.</a:t>
            </a:r>
          </a:p>
          <a:p>
            <a:pPr>
              <a:lnSpc>
                <a:spcPct val="107000"/>
              </a:lnSpc>
              <a:buSzPts val="1000"/>
              <a:tabLst>
                <a:tab pos="457200" algn="l"/>
              </a:tabLst>
            </a:pPr>
            <a:endParaRPr lang="en-US" sz="1400" b="1" i="1" kern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en-US" sz="1400" b="1" i="1" kern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MEDIA OPTIONS</a:t>
            </a:r>
          </a:p>
          <a:p>
            <a:pPr algn="ctr"/>
            <a:r>
              <a:rPr lang="en-US" sz="1200"/>
              <a:t>• video  • stop motion   • photographic sequence   • digital editing</a:t>
            </a:r>
          </a:p>
          <a:p>
            <a:pPr algn="ctr"/>
            <a:endParaRPr lang="en-US" sz="1200"/>
          </a:p>
          <a:p>
            <a:r>
              <a:rPr lang="en-US" sz="1200" b="1" i="1">
                <a:solidFill>
                  <a:srgbClr val="D48059"/>
                </a:solidFill>
              </a:rPr>
              <a:t>Choose a format that best communicates meaning, not simply what feels easiest.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6C8F1A-97AC-AC3E-3B00-CBC6FDB16A0B}"/>
              </a:ext>
            </a:extLst>
          </p:cNvPr>
          <p:cNvSpPr txBox="1"/>
          <p:nvPr/>
        </p:nvSpPr>
        <p:spPr>
          <a:xfrm>
            <a:off x="6489612" y="5434650"/>
            <a:ext cx="2480281" cy="1278152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300" b="1" kern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Personal Context: </a:t>
            </a:r>
            <a:r>
              <a:rPr lang="en-US" sz="1300" kern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How does your chosen subject (object, place or person) connect to your identity, memories or experiences over time?</a:t>
            </a:r>
            <a:endParaRPr lang="en-AU" sz="1300" kern="10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458EE2-14D2-41C4-291F-D4CDD73AADF2}"/>
              </a:ext>
            </a:extLst>
          </p:cNvPr>
          <p:cNvSpPr txBox="1"/>
          <p:nvPr/>
        </p:nvSpPr>
        <p:spPr>
          <a:xfrm>
            <a:off x="9363505" y="5434650"/>
            <a:ext cx="2730735" cy="1041349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sz="1300" b="1" kern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Contemporary Context: </a:t>
            </a:r>
            <a:r>
              <a:rPr lang="en-US" sz="1300" kern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How do contemporary artists use time-based media to explore identity, change and lived experience?</a:t>
            </a:r>
            <a:endParaRPr lang="en-AU" sz="1300" kern="10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C1C518-8B24-4D2A-1F33-A2819090D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162" y="72773"/>
            <a:ext cx="1986902" cy="6401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C51883-9B7A-546A-7ADF-91D525A49B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709" b="5186"/>
          <a:stretch>
            <a:fillRect/>
          </a:stretch>
        </p:blipFill>
        <p:spPr>
          <a:xfrm>
            <a:off x="3992257" y="108489"/>
            <a:ext cx="6266581" cy="5687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E0899BE-8D0A-DC35-2230-EF4244CDF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4091" y="3077118"/>
            <a:ext cx="3251112" cy="2167408"/>
          </a:xfrm>
          <a:prstGeom prst="roundRect">
            <a:avLst/>
          </a:prstGeom>
        </p:spPr>
      </p:pic>
      <p:pic>
        <p:nvPicPr>
          <p:cNvPr id="2050" name="Picture 2" descr="Pin by Antonia Mejia Arango on 42a | Installation art, Time based art,  Exhibition design">
            <a:extLst>
              <a:ext uri="{FF2B5EF4-FFF2-40B4-BE49-F238E27FC236}">
                <a16:creationId xmlns:a16="http://schemas.microsoft.com/office/drawing/2014/main" id="{C3B4C4C7-E28D-7CD2-3BB1-8AFF3F3FFA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612" y="1137916"/>
            <a:ext cx="3620244" cy="242669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9EFD80E4-D028-407A-962C-72A55F0811AD}"/>
              </a:ext>
            </a:extLst>
          </p:cNvPr>
          <p:cNvSpPr txBox="1"/>
          <p:nvPr/>
        </p:nvSpPr>
        <p:spPr>
          <a:xfrm rot="1102350">
            <a:off x="9477069" y="775107"/>
            <a:ext cx="2661554" cy="1459018"/>
          </a:xfrm>
          <a:custGeom>
            <a:avLst/>
            <a:gdLst>
              <a:gd name="csX0" fmla="*/ 0 w 2661554"/>
              <a:gd name="csY0" fmla="*/ 729509 h 1459018"/>
              <a:gd name="csX1" fmla="*/ 1330777 w 2661554"/>
              <a:gd name="csY1" fmla="*/ 0 h 1459018"/>
              <a:gd name="csX2" fmla="*/ 2661554 w 2661554"/>
              <a:gd name="csY2" fmla="*/ 729509 h 1459018"/>
              <a:gd name="csX3" fmla="*/ 1330777 w 2661554"/>
              <a:gd name="csY3" fmla="*/ 1459018 h 1459018"/>
              <a:gd name="csX4" fmla="*/ 0 w 2661554"/>
              <a:gd name="csY4" fmla="*/ 729509 h 14590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61554" h="1459018" fill="none" extrusionOk="0">
                <a:moveTo>
                  <a:pt x="0" y="729509"/>
                </a:moveTo>
                <a:cubicBezTo>
                  <a:pt x="47747" y="320496"/>
                  <a:pt x="772845" y="97033"/>
                  <a:pt x="1330777" y="0"/>
                </a:cubicBezTo>
                <a:cubicBezTo>
                  <a:pt x="2024908" y="-11263"/>
                  <a:pt x="2733273" y="342804"/>
                  <a:pt x="2661554" y="729509"/>
                </a:cubicBezTo>
                <a:cubicBezTo>
                  <a:pt x="2679920" y="1130569"/>
                  <a:pt x="2040904" y="1485379"/>
                  <a:pt x="1330777" y="1459018"/>
                </a:cubicBezTo>
                <a:cubicBezTo>
                  <a:pt x="614715" y="1517131"/>
                  <a:pt x="7857" y="1212535"/>
                  <a:pt x="0" y="729509"/>
                </a:cubicBezTo>
                <a:close/>
              </a:path>
              <a:path w="2661554" h="1459018" stroke="0" extrusionOk="0">
                <a:moveTo>
                  <a:pt x="0" y="729509"/>
                </a:moveTo>
                <a:cubicBezTo>
                  <a:pt x="86323" y="249345"/>
                  <a:pt x="473147" y="106740"/>
                  <a:pt x="1330777" y="0"/>
                </a:cubicBezTo>
                <a:cubicBezTo>
                  <a:pt x="2059922" y="-28643"/>
                  <a:pt x="2632579" y="362680"/>
                  <a:pt x="2661554" y="729509"/>
                </a:cubicBezTo>
                <a:cubicBezTo>
                  <a:pt x="2700124" y="1221981"/>
                  <a:pt x="2067856" y="1392370"/>
                  <a:pt x="1330777" y="1459018"/>
                </a:cubicBezTo>
                <a:cubicBezTo>
                  <a:pt x="585443" y="1542541"/>
                  <a:pt x="-31372" y="1124112"/>
                  <a:pt x="0" y="729509"/>
                </a:cubicBezTo>
                <a:close/>
              </a:path>
            </a:pathLst>
          </a:custGeom>
          <a:solidFill>
            <a:srgbClr val="407CBE"/>
          </a:solidFill>
          <a:ln>
            <a:solidFill>
              <a:srgbClr val="60637B"/>
            </a:solidFill>
            <a:extLst>
              <a:ext uri="{C807C97D-BFC1-408E-A445-0C87EB9F89A2}">
                <ask:lineSketchStyleProps xmlns:ask="http://schemas.microsoft.com/office/drawing/2018/sketchyshapes" sd="2091018771">
                  <a:prstGeom prst="flowChartConnector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i="1">
                <a:solidFill>
                  <a:schemeClr val="bg1"/>
                </a:solidFill>
                <a:latin typeface="+mj-lt"/>
              </a:rPr>
              <a:t>Focus</a:t>
            </a:r>
            <a:r>
              <a:rPr lang="en-AU" sz="2000" b="1" i="1">
                <a:solidFill>
                  <a:schemeClr val="bg1"/>
                </a:solidFill>
                <a:latin typeface="+mj-lt"/>
              </a:rPr>
              <a:t> Lens: </a:t>
            </a:r>
          </a:p>
          <a:p>
            <a:pPr algn="ctr"/>
            <a:r>
              <a:rPr lang="en-AU" sz="2000" b="1" i="1">
                <a:solidFill>
                  <a:schemeClr val="bg1"/>
                </a:solidFill>
                <a:latin typeface="+mj-lt"/>
              </a:rPr>
              <a:t>Psychological Over Time</a:t>
            </a:r>
          </a:p>
        </p:txBody>
      </p:sp>
    </p:spTree>
    <p:extLst>
      <p:ext uri="{BB962C8B-B14F-4D97-AF65-F5344CB8AC3E}">
        <p14:creationId xmlns:p14="http://schemas.microsoft.com/office/powerpoint/2010/main" val="1626531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BC95F97-D183-C47B-E404-04619A704F48}"/>
              </a:ext>
            </a:extLst>
          </p:cNvPr>
          <p:cNvSpPr txBox="1"/>
          <p:nvPr/>
        </p:nvSpPr>
        <p:spPr>
          <a:xfrm>
            <a:off x="377413" y="903428"/>
            <a:ext cx="7523759" cy="919401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US" sz="1600"/>
              <a:t>In art, this lens explores how meaning develops through time rather than being fixed in a single image. Instead of capturing one moment, artists use duration, sequence and change to reveal deeper emotional or conceptual ideas.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100D4211-A1D7-3857-CCD5-7F985006C7C1}"/>
              </a:ext>
            </a:extLst>
          </p:cNvPr>
          <p:cNvSpPr txBox="1"/>
          <p:nvPr/>
        </p:nvSpPr>
        <p:spPr>
          <a:xfrm rot="810856">
            <a:off x="8020531" y="761965"/>
            <a:ext cx="4007673" cy="3257191"/>
          </a:xfrm>
          <a:custGeom>
            <a:avLst/>
            <a:gdLst>
              <a:gd name="csX0" fmla="*/ 0 w 4007673"/>
              <a:gd name="csY0" fmla="*/ 1628596 h 3257191"/>
              <a:gd name="csX1" fmla="*/ 2003837 w 4007673"/>
              <a:gd name="csY1" fmla="*/ 0 h 3257191"/>
              <a:gd name="csX2" fmla="*/ 4007674 w 4007673"/>
              <a:gd name="csY2" fmla="*/ 1628596 h 3257191"/>
              <a:gd name="csX3" fmla="*/ 2003837 w 4007673"/>
              <a:gd name="csY3" fmla="*/ 3257192 h 3257191"/>
              <a:gd name="csX4" fmla="*/ 0 w 4007673"/>
              <a:gd name="csY4" fmla="*/ 1628596 h 32571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007673" h="3257191" fill="none" extrusionOk="0">
                <a:moveTo>
                  <a:pt x="0" y="1628596"/>
                </a:moveTo>
                <a:cubicBezTo>
                  <a:pt x="-179256" y="655707"/>
                  <a:pt x="821210" y="137220"/>
                  <a:pt x="2003837" y="0"/>
                </a:cubicBezTo>
                <a:cubicBezTo>
                  <a:pt x="3153743" y="49624"/>
                  <a:pt x="4158751" y="883590"/>
                  <a:pt x="4007674" y="1628596"/>
                </a:cubicBezTo>
                <a:cubicBezTo>
                  <a:pt x="3794569" y="2462740"/>
                  <a:pt x="3261645" y="3431713"/>
                  <a:pt x="2003837" y="3257192"/>
                </a:cubicBezTo>
                <a:cubicBezTo>
                  <a:pt x="809269" y="3376006"/>
                  <a:pt x="-24120" y="2505921"/>
                  <a:pt x="0" y="1628596"/>
                </a:cubicBezTo>
                <a:close/>
              </a:path>
              <a:path w="4007673" h="3257191" stroke="0" extrusionOk="0">
                <a:moveTo>
                  <a:pt x="0" y="1628596"/>
                </a:moveTo>
                <a:cubicBezTo>
                  <a:pt x="102604" y="578130"/>
                  <a:pt x="1054085" y="245988"/>
                  <a:pt x="2003837" y="0"/>
                </a:cubicBezTo>
                <a:cubicBezTo>
                  <a:pt x="3024182" y="-240341"/>
                  <a:pt x="4216151" y="853848"/>
                  <a:pt x="4007674" y="1628596"/>
                </a:cubicBezTo>
                <a:cubicBezTo>
                  <a:pt x="3979300" y="2218423"/>
                  <a:pt x="2833819" y="3381824"/>
                  <a:pt x="2003837" y="3257192"/>
                </a:cubicBezTo>
                <a:cubicBezTo>
                  <a:pt x="890331" y="3224484"/>
                  <a:pt x="22400" y="2560346"/>
                  <a:pt x="0" y="1628596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617256088">
                  <a:prstGeom prst="flowChartConnector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i="1"/>
              <a:t>How does your subject (object, place or person) change psychologically, emotionally or conceptually over time?</a:t>
            </a:r>
          </a:p>
          <a:p>
            <a:pPr algn="ctr"/>
            <a:endParaRPr lang="en-US" b="1" i="1"/>
          </a:p>
          <a:p>
            <a:pPr algn="ctr"/>
            <a:r>
              <a:rPr lang="en-US" b="1" i="1">
                <a:solidFill>
                  <a:srgbClr val="407CBE"/>
                </a:solidFill>
              </a:rPr>
              <a:t>What is different at the end compared to the beginning?</a:t>
            </a:r>
            <a:endParaRPr lang="en-AU" sz="2000" b="1" i="1">
              <a:solidFill>
                <a:srgbClr val="407CBE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26DB1E-C98C-8CD8-E3C4-DA6AD96C587D}"/>
              </a:ext>
            </a:extLst>
          </p:cNvPr>
          <p:cNvSpPr txBox="1"/>
          <p:nvPr/>
        </p:nvSpPr>
        <p:spPr>
          <a:xfrm>
            <a:off x="562963" y="2473656"/>
            <a:ext cx="3194311" cy="646986"/>
          </a:xfrm>
          <a:prstGeom prst="round2DiagRect">
            <a:avLst/>
          </a:prstGeom>
          <a:solidFill>
            <a:srgbClr val="FFFFCC"/>
          </a:solidFill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600" b="1"/>
              <a:t>Static Image: </a:t>
            </a:r>
            <a:r>
              <a:rPr lang="en-US" sz="1600"/>
              <a:t>Meaning is captured in a single moment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A39F75-0B3D-201A-AB79-3A498249C76F}"/>
              </a:ext>
            </a:extLst>
          </p:cNvPr>
          <p:cNvSpPr txBox="1"/>
          <p:nvPr/>
        </p:nvSpPr>
        <p:spPr>
          <a:xfrm>
            <a:off x="4206130" y="2297596"/>
            <a:ext cx="3779740" cy="646986"/>
          </a:xfrm>
          <a:prstGeom prst="round2DiagRect">
            <a:avLst/>
          </a:prstGeom>
          <a:solidFill>
            <a:srgbClr val="BEB2C2"/>
          </a:solidFill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600" b="1"/>
              <a:t>Time-Based Work: </a:t>
            </a:r>
            <a:r>
              <a:rPr lang="en-US" sz="1600"/>
              <a:t>Meaning develops across multiple moments</a:t>
            </a:r>
            <a:endParaRPr lang="en-AU" sz="160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63507B-01F7-6C06-DDCA-BF7597F6DE00}"/>
              </a:ext>
            </a:extLst>
          </p:cNvPr>
          <p:cNvSpPr txBox="1"/>
          <p:nvPr/>
        </p:nvSpPr>
        <p:spPr>
          <a:xfrm>
            <a:off x="377413" y="4615183"/>
            <a:ext cx="5472657" cy="2009061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US" sz="1400" b="1"/>
              <a:t>Time becomes the medium.</a:t>
            </a:r>
            <a:endParaRPr lang="en-US" sz="1400"/>
          </a:p>
          <a:p>
            <a:r>
              <a:rPr lang="en-US" sz="1400" b="1" i="1"/>
              <a:t>Artists use this lens to show:</a:t>
            </a:r>
            <a:br>
              <a:rPr lang="en-US" sz="1400"/>
            </a:br>
            <a:r>
              <a:rPr lang="en-US" sz="1400"/>
              <a:t>• emotional shifts (e.g. calm → tension → release)</a:t>
            </a:r>
            <a:br>
              <a:rPr lang="en-US" sz="1400"/>
            </a:br>
            <a:r>
              <a:rPr lang="en-US" sz="1400"/>
              <a:t>• changes in identity or perception</a:t>
            </a:r>
            <a:br>
              <a:rPr lang="en-US" sz="1400"/>
            </a:br>
            <a:r>
              <a:rPr lang="en-US" sz="1400"/>
              <a:t>• transformation of a subject (object, place or person)</a:t>
            </a:r>
            <a:br>
              <a:rPr lang="en-US" sz="1400"/>
            </a:br>
            <a:r>
              <a:rPr lang="en-US" sz="1400"/>
              <a:t>• the impact of memory, repetition or experience</a:t>
            </a:r>
          </a:p>
          <a:p>
            <a:endParaRPr lang="en-US" sz="1400"/>
          </a:p>
          <a:p>
            <a:pPr algn="ctr"/>
            <a:r>
              <a:rPr lang="en-US" sz="1400" b="1" i="1"/>
              <a:t>Meaning is not immediate, it unfolds.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4B8851F-4677-C687-2CCD-3E141371CB61}"/>
              </a:ext>
            </a:extLst>
          </p:cNvPr>
          <p:cNvCxnSpPr>
            <a:cxnSpLocks/>
          </p:cNvCxnSpPr>
          <p:nvPr/>
        </p:nvCxnSpPr>
        <p:spPr>
          <a:xfrm flipH="1">
            <a:off x="2160118" y="1693826"/>
            <a:ext cx="424543" cy="53884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A10FA8A-D70F-5082-3B80-996AB903C52F}"/>
              </a:ext>
            </a:extLst>
          </p:cNvPr>
          <p:cNvCxnSpPr>
            <a:cxnSpLocks/>
          </p:cNvCxnSpPr>
          <p:nvPr/>
        </p:nvCxnSpPr>
        <p:spPr>
          <a:xfrm>
            <a:off x="5850070" y="1782581"/>
            <a:ext cx="491857" cy="55526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CD3B6B6F-E37F-A8E5-CFC1-CB5795A46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0" y="-2947"/>
            <a:ext cx="9783540" cy="7335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77EA3A6-4327-114E-9A13-10D9A4024EA2}"/>
              </a:ext>
            </a:extLst>
          </p:cNvPr>
          <p:cNvSpPr txBox="1"/>
          <p:nvPr/>
        </p:nvSpPr>
        <p:spPr>
          <a:xfrm>
            <a:off x="6793993" y="4745979"/>
            <a:ext cx="5139120" cy="1532334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US" sz="1400" b="1"/>
              <a:t>Key Idea: </a:t>
            </a:r>
            <a:r>
              <a:rPr lang="en-US" sz="1400"/>
              <a:t>What changes over time is what creates meaning.</a:t>
            </a:r>
          </a:p>
          <a:p>
            <a:r>
              <a:rPr lang="en-US" sz="1400" b="1" i="1"/>
              <a:t>This could be:</a:t>
            </a:r>
            <a:br>
              <a:rPr lang="en-US" sz="1400"/>
            </a:br>
            <a:r>
              <a:rPr lang="en-US" sz="1400"/>
              <a:t>• movement of the body</a:t>
            </a:r>
            <a:br>
              <a:rPr lang="en-US" sz="1400"/>
            </a:br>
            <a:r>
              <a:rPr lang="en-US" sz="1400"/>
              <a:t>• change in environment or light</a:t>
            </a:r>
            <a:br>
              <a:rPr lang="en-US" sz="1400"/>
            </a:br>
            <a:r>
              <a:rPr lang="en-US" sz="1400"/>
              <a:t>• repetition of an action</a:t>
            </a:r>
            <a:br>
              <a:rPr lang="en-US" sz="1400"/>
            </a:br>
            <a:r>
              <a:rPr lang="en-US" sz="1400"/>
              <a:t>• editing, pacing or sequencing</a:t>
            </a:r>
          </a:p>
        </p:txBody>
      </p:sp>
    </p:spTree>
    <p:extLst>
      <p:ext uri="{BB962C8B-B14F-4D97-AF65-F5344CB8AC3E}">
        <p14:creationId xmlns:p14="http://schemas.microsoft.com/office/powerpoint/2010/main" val="743489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18EC57A-F63C-1F91-F8DB-C0A5AD98D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96586" cy="7811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385BA00-37A2-31FC-AFBB-430F83C6D108}"/>
              </a:ext>
            </a:extLst>
          </p:cNvPr>
          <p:cNvSpPr txBox="1"/>
          <p:nvPr/>
        </p:nvSpPr>
        <p:spPr>
          <a:xfrm>
            <a:off x="164731" y="905277"/>
            <a:ext cx="6391052" cy="282630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/>
              <a:t>Shaun Gladwell is an Australian artist who works across video, performance and photography. His practice explores movement, time and the relationship between the body and environment.</a:t>
            </a:r>
          </a:p>
          <a:p>
            <a:endParaRPr lang="en-US" sz="1600"/>
          </a:p>
          <a:p>
            <a:r>
              <a:rPr lang="en-US" sz="1600"/>
              <a:t>His work often focuses on:</a:t>
            </a:r>
            <a:br>
              <a:rPr lang="en-US" sz="1600"/>
            </a:br>
            <a:endParaRPr lang="en-US" sz="160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/>
              <a:t>repetition and duration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/>
              <a:t>slow motion and extended time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/>
              <a:t>the body moving through space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/>
              <a:t>the experience of place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77553A-B35E-298C-BDF4-E94667356716}"/>
              </a:ext>
            </a:extLst>
          </p:cNvPr>
          <p:cNvSpPr txBox="1"/>
          <p:nvPr/>
        </p:nvSpPr>
        <p:spPr>
          <a:xfrm>
            <a:off x="5096586" y="4374360"/>
            <a:ext cx="6814734" cy="2315528"/>
          </a:xfrm>
          <a:prstGeom prst="roundRect">
            <a:avLst/>
          </a:prstGeom>
          <a:solidFill>
            <a:srgbClr val="407CBE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Key Themes in Gladwell’s Work: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>
                <a:solidFill>
                  <a:schemeClr val="bg1"/>
                </a:solidFill>
              </a:rPr>
              <a:t>movement and repetition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>
                <a:solidFill>
                  <a:schemeClr val="bg1"/>
                </a:solidFill>
              </a:rPr>
              <a:t>the passage of time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>
                <a:solidFill>
                  <a:schemeClr val="bg1"/>
                </a:solidFill>
              </a:rPr>
              <a:t>the body in relation to place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>
                <a:solidFill>
                  <a:schemeClr val="bg1"/>
                </a:solidFill>
              </a:rPr>
              <a:t>physical and psychological experience</a:t>
            </a:r>
          </a:p>
          <a:p>
            <a:endParaRPr lang="en-US" sz="1600">
              <a:solidFill>
                <a:schemeClr val="bg1"/>
              </a:solidFill>
            </a:endParaRPr>
          </a:p>
          <a:p>
            <a:r>
              <a:rPr lang="en-US" sz="1600">
                <a:solidFill>
                  <a:schemeClr val="bg1"/>
                </a:solidFill>
              </a:rPr>
              <a:t>His works are not just recordings, they are carefully constructed to shape how time is experienced by the viewer.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D12274-4D6A-3A00-FB9D-A708A7075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586" y="30343"/>
            <a:ext cx="3793414" cy="812875"/>
          </a:xfrm>
          <a:prstGeom prst="rect">
            <a:avLst/>
          </a:prstGeom>
        </p:spPr>
      </p:pic>
      <p:pic>
        <p:nvPicPr>
          <p:cNvPr id="1026" name="Picture 2" descr="Shaun Gladwell | Skateboarders v's Minimalism (2016) | Artsy">
            <a:extLst>
              <a:ext uri="{FF2B5EF4-FFF2-40B4-BE49-F238E27FC236}">
                <a16:creationId xmlns:a16="http://schemas.microsoft.com/office/drawing/2014/main" id="{1A637833-70CF-4CC8-C033-53A09F0E7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818" y="905277"/>
            <a:ext cx="4648081" cy="3098721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haun Gladwell: Warp Speed - Art Collector Magazine">
            <a:extLst>
              <a:ext uri="{FF2B5EF4-FFF2-40B4-BE49-F238E27FC236}">
                <a16:creationId xmlns:a16="http://schemas.microsoft.com/office/drawing/2014/main" id="{D1B35E2B-6F23-FC85-6F32-9B8C6D185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947" y="3855701"/>
            <a:ext cx="2820692" cy="2820692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7907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699BAE1-5652-93D5-E902-000D5506C881}"/>
              </a:ext>
            </a:extLst>
          </p:cNvPr>
          <p:cNvSpPr txBox="1"/>
          <p:nvPr/>
        </p:nvSpPr>
        <p:spPr>
          <a:xfrm>
            <a:off x="53190" y="3651235"/>
            <a:ext cx="6603642" cy="3166824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/>
              <a:t>Storm Sequence — Psychological Lens</a:t>
            </a:r>
            <a:endParaRPr lang="en-US" sz="1200"/>
          </a:p>
          <a:p>
            <a:r>
              <a:rPr lang="en-US" sz="1200"/>
              <a:t>In </a:t>
            </a:r>
            <a:r>
              <a:rPr lang="en-US" sz="1200" i="1"/>
              <a:t>Storm Sequence</a:t>
            </a:r>
            <a:r>
              <a:rPr lang="en-US" sz="1200"/>
              <a:t>, Gladwell uses slow motion video to show a figure performing repetitive movement in an urban landscape. The extended duration transforms a simple action into a reflective, almost meditative experience, where time slows and meaning develops through repetition.</a:t>
            </a:r>
          </a:p>
          <a:p>
            <a:endParaRPr lang="en-US" sz="1200"/>
          </a:p>
          <a:p>
            <a:r>
              <a:rPr lang="en-US" sz="1200" b="1"/>
              <a:t>Visual Language</a:t>
            </a:r>
          </a:p>
          <a:p>
            <a:pPr lvl="1"/>
            <a:r>
              <a:rPr lang="en-US" sz="1200"/>
              <a:t>Gladwell creates meaning through:</a:t>
            </a:r>
            <a:br>
              <a:rPr lang="en-US" sz="1200"/>
            </a:br>
            <a:r>
              <a:rPr lang="en-US" sz="1200"/>
              <a:t>• slow motion</a:t>
            </a:r>
            <a:br>
              <a:rPr lang="en-US" sz="1200"/>
            </a:br>
            <a:r>
              <a:rPr lang="en-US" sz="1200"/>
              <a:t>• repetition of action</a:t>
            </a:r>
            <a:br>
              <a:rPr lang="en-US" sz="1200"/>
            </a:br>
            <a:r>
              <a:rPr lang="en-US" sz="1200"/>
              <a:t>• extended duration</a:t>
            </a:r>
            <a:br>
              <a:rPr lang="en-US" sz="1200"/>
            </a:br>
            <a:r>
              <a:rPr lang="en-US" sz="1200"/>
              <a:t>• framing of the body within space</a:t>
            </a:r>
          </a:p>
          <a:p>
            <a:endParaRPr lang="en-US" sz="1200"/>
          </a:p>
          <a:p>
            <a:pPr algn="ctr"/>
            <a:r>
              <a:rPr lang="en-US" sz="1200" b="1" i="1"/>
              <a:t>These decisions shift the work from documenting action to exploring experience over time.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BAF87F-24A8-911C-6AD4-C50F0B7760A1}"/>
              </a:ext>
            </a:extLst>
          </p:cNvPr>
          <p:cNvSpPr txBox="1"/>
          <p:nvPr/>
        </p:nvSpPr>
        <p:spPr>
          <a:xfrm>
            <a:off x="6776565" y="3758634"/>
            <a:ext cx="4800669" cy="969201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200" b="1"/>
              <a:t>Personal Context:</a:t>
            </a:r>
            <a:br>
              <a:rPr lang="en-US" sz="1200"/>
            </a:br>
            <a:r>
              <a:rPr lang="en-US" sz="1200"/>
              <a:t>Gladwell’s work reflects an interest in movement, physical experience and the relationship between the individual and their environment.</a:t>
            </a:r>
            <a:endParaRPr lang="en-AU" sz="1200" kern="10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5360BE-A5AD-2E84-2126-DA17ED46F2A8}"/>
              </a:ext>
            </a:extLst>
          </p:cNvPr>
          <p:cNvSpPr txBox="1"/>
          <p:nvPr/>
        </p:nvSpPr>
        <p:spPr>
          <a:xfrm>
            <a:off x="7050024" y="5740684"/>
            <a:ext cx="4969053" cy="969201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200" b="1"/>
              <a:t>Contemporary Context:</a:t>
            </a:r>
            <a:br>
              <a:rPr lang="en-US" sz="1200"/>
            </a:br>
            <a:r>
              <a:rPr lang="en-US" sz="1200"/>
              <a:t>His work engages with contemporary culture, including urban environments, youth culture and the use of video as an artistic medium.</a:t>
            </a:r>
            <a:endParaRPr lang="en-AU" sz="1200" kern="10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CC77DF37-287E-4A2F-19B6-EEEA0EE31A1A}"/>
              </a:ext>
            </a:extLst>
          </p:cNvPr>
          <p:cNvSpPr txBox="1"/>
          <p:nvPr/>
        </p:nvSpPr>
        <p:spPr>
          <a:xfrm rot="637460">
            <a:off x="8421409" y="4645766"/>
            <a:ext cx="3719909" cy="1177763"/>
          </a:xfrm>
          <a:custGeom>
            <a:avLst/>
            <a:gdLst>
              <a:gd name="csX0" fmla="*/ 0 w 3719909"/>
              <a:gd name="csY0" fmla="*/ 588882 h 1177763"/>
              <a:gd name="csX1" fmla="*/ 1859955 w 3719909"/>
              <a:gd name="csY1" fmla="*/ 0 h 1177763"/>
              <a:gd name="csX2" fmla="*/ 3719910 w 3719909"/>
              <a:gd name="csY2" fmla="*/ 588882 h 1177763"/>
              <a:gd name="csX3" fmla="*/ 1859955 w 3719909"/>
              <a:gd name="csY3" fmla="*/ 1177764 h 1177763"/>
              <a:gd name="csX4" fmla="*/ 0 w 3719909"/>
              <a:gd name="csY4" fmla="*/ 588882 h 11777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19909" h="1177763" fill="none" extrusionOk="0">
                <a:moveTo>
                  <a:pt x="0" y="588882"/>
                </a:moveTo>
                <a:cubicBezTo>
                  <a:pt x="124045" y="247762"/>
                  <a:pt x="905864" y="40084"/>
                  <a:pt x="1859955" y="0"/>
                </a:cubicBezTo>
                <a:cubicBezTo>
                  <a:pt x="2855735" y="-8672"/>
                  <a:pt x="3768681" y="274662"/>
                  <a:pt x="3719910" y="588882"/>
                </a:cubicBezTo>
                <a:cubicBezTo>
                  <a:pt x="3847817" y="901322"/>
                  <a:pt x="2731184" y="1343307"/>
                  <a:pt x="1859955" y="1177764"/>
                </a:cubicBezTo>
                <a:cubicBezTo>
                  <a:pt x="839432" y="1198363"/>
                  <a:pt x="2235" y="936907"/>
                  <a:pt x="0" y="588882"/>
                </a:cubicBezTo>
                <a:close/>
              </a:path>
              <a:path w="3719909" h="1177763" stroke="0" extrusionOk="0">
                <a:moveTo>
                  <a:pt x="0" y="588882"/>
                </a:moveTo>
                <a:cubicBezTo>
                  <a:pt x="84271" y="188220"/>
                  <a:pt x="778538" y="47157"/>
                  <a:pt x="1859955" y="0"/>
                </a:cubicBezTo>
                <a:cubicBezTo>
                  <a:pt x="2884538" y="-12993"/>
                  <a:pt x="3676316" y="317918"/>
                  <a:pt x="3719910" y="588882"/>
                </a:cubicBezTo>
                <a:cubicBezTo>
                  <a:pt x="3808248" y="1119267"/>
                  <a:pt x="2894718" y="939751"/>
                  <a:pt x="1859955" y="1177764"/>
                </a:cubicBezTo>
                <a:cubicBezTo>
                  <a:pt x="827918" y="1216537"/>
                  <a:pt x="-70405" y="895500"/>
                  <a:pt x="0" y="588882"/>
                </a:cubicBezTo>
                <a:close/>
              </a:path>
            </a:pathLst>
          </a:custGeom>
          <a:solidFill>
            <a:srgbClr val="D48059"/>
          </a:solidFill>
          <a:ln>
            <a:solidFill>
              <a:srgbClr val="D48059"/>
            </a:solidFill>
            <a:extLst>
              <a:ext uri="{C807C97D-BFC1-408E-A445-0C87EB9F89A2}">
                <ask:lineSketchStyleProps xmlns:ask="http://schemas.microsoft.com/office/drawing/2018/sketchyshapes" sd="2091018771">
                  <a:prstGeom prst="flowChartConnector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</a:rPr>
              <a:t>Symbolic Significance:</a:t>
            </a:r>
            <a:br>
              <a:rPr lang="en-US" sz="1400">
                <a:solidFill>
                  <a:schemeClr val="bg1"/>
                </a:solidFill>
              </a:rPr>
            </a:br>
            <a:r>
              <a:rPr lang="en-US" sz="1400">
                <a:solidFill>
                  <a:schemeClr val="bg1"/>
                </a:solidFill>
              </a:rPr>
              <a:t>The body becomes a way of exploring experience, presence and the passage of time.</a:t>
            </a:r>
            <a:endParaRPr lang="en-AU" sz="1400" b="1" i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" name="Online Media 3" title="Shaun Gladwell at new MCA Sydney Australia">
            <a:hlinkClick r:id="" action="ppaction://media"/>
            <a:extLst>
              <a:ext uri="{FF2B5EF4-FFF2-40B4-BE49-F238E27FC236}">
                <a16:creationId xmlns:a16="http://schemas.microsoft.com/office/drawing/2014/main" id="{7E8B415D-F29F-9807-6365-A1FD5676C7C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916492" y="90760"/>
            <a:ext cx="6069012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551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Kickflipper: Fragments Edit by Shaun Gladwell | MCA Australia">
            <a:extLst>
              <a:ext uri="{FF2B5EF4-FFF2-40B4-BE49-F238E27FC236}">
                <a16:creationId xmlns:a16="http://schemas.microsoft.com/office/drawing/2014/main" id="{147B9573-A17B-CEA9-6858-13FC211B4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787" y="1196061"/>
            <a:ext cx="3551768" cy="2843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F8139640-2A8B-39BD-909E-DBCEF965F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9513" y="1196061"/>
            <a:ext cx="3488696" cy="2616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0FF3A3-D25D-A310-7B00-DFBC7E9228FC}"/>
              </a:ext>
            </a:extLst>
          </p:cNvPr>
          <p:cNvSpPr txBox="1"/>
          <p:nvPr/>
        </p:nvSpPr>
        <p:spPr>
          <a:xfrm>
            <a:off x="637091" y="4324684"/>
            <a:ext cx="11337471" cy="248578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/>
              <a:t>Reverse Chronology: Shaun Gladwell → Bruce Nauman</a:t>
            </a:r>
            <a:endParaRPr lang="en-US" sz="1400"/>
          </a:p>
          <a:p>
            <a:r>
              <a:rPr lang="en-US" sz="1400"/>
              <a:t>Shaun Gladwell’s video works explore movement, repetition and duration, using the body to investigate experience, space and identity over time.</a:t>
            </a:r>
          </a:p>
          <a:p>
            <a:endParaRPr lang="en-US" sz="1400"/>
          </a:p>
          <a:p>
            <a:r>
              <a:rPr lang="en-US" sz="1400"/>
              <a:t>This connects to the work of Bruce Nauman, who used performance and video to record the body moving through space over a set duration. In works such as </a:t>
            </a:r>
            <a:r>
              <a:rPr lang="en-US" sz="1400" i="1"/>
              <a:t>Wall-Floor Positions</a:t>
            </a:r>
            <a:r>
              <a:rPr lang="en-US" sz="1400"/>
              <a:t>, Nauman explores how time, repetition and physical action can become the artwork itself.</a:t>
            </a:r>
          </a:p>
          <a:p>
            <a:r>
              <a:rPr lang="en-US" sz="1400"/>
              <a:t>While Nauman documents simple actions over time, Gladwell extends this into cinematic video works where movement, environment and duration combine to create meaning.</a:t>
            </a:r>
          </a:p>
          <a:p>
            <a:endParaRPr lang="en-US" sz="1400"/>
          </a:p>
          <a:p>
            <a:pPr algn="ctr"/>
            <a:r>
              <a:rPr lang="en-US" sz="1400" b="1" i="1"/>
              <a:t>This shows how artists move from recording time to shaping time as a key part of the artwork.</a:t>
            </a:r>
          </a:p>
        </p:txBody>
      </p:sp>
      <p:pic>
        <p:nvPicPr>
          <p:cNvPr id="2056" name="Picture 8" descr="This may contain: two black arrows pointing in opposite directions on a white background with the word k above them">
            <a:extLst>
              <a:ext uri="{FF2B5EF4-FFF2-40B4-BE49-F238E27FC236}">
                <a16:creationId xmlns:a16="http://schemas.microsoft.com/office/drawing/2014/main" id="{61877CCD-EC73-8F57-4DDD-B19544C5A9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66" t="16247" r="22089" b="16716"/>
          <a:stretch>
            <a:fillRect/>
          </a:stretch>
        </p:blipFill>
        <p:spPr bwMode="auto">
          <a:xfrm>
            <a:off x="5095990" y="2243971"/>
            <a:ext cx="1209837" cy="783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Freeform 4">
            <a:extLst>
              <a:ext uri="{FF2B5EF4-FFF2-40B4-BE49-F238E27FC236}">
                <a16:creationId xmlns:a16="http://schemas.microsoft.com/office/drawing/2014/main" id="{7298E655-D864-C9DA-062B-35BA067AAC10}"/>
              </a:ext>
            </a:extLst>
          </p:cNvPr>
          <p:cNvSpPr/>
          <p:nvPr/>
        </p:nvSpPr>
        <p:spPr>
          <a:xfrm rot="19347831" flipV="1">
            <a:off x="397935" y="3330552"/>
            <a:ext cx="1205851" cy="687335"/>
          </a:xfrm>
          <a:custGeom>
            <a:avLst/>
            <a:gdLst/>
            <a:ahLst/>
            <a:cxnLst/>
            <a:rect l="l" t="t" r="r" b="b"/>
            <a:pathLst>
              <a:path w="1867823" h="1064659">
                <a:moveTo>
                  <a:pt x="0" y="1064659"/>
                </a:moveTo>
                <a:lnTo>
                  <a:pt x="1867823" y="1064659"/>
                </a:lnTo>
                <a:lnTo>
                  <a:pt x="1867823" y="0"/>
                </a:lnTo>
                <a:lnTo>
                  <a:pt x="0" y="0"/>
                </a:lnTo>
                <a:lnTo>
                  <a:pt x="0" y="1064659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A4D24B-7DAF-143A-0784-2AFB5159917E}"/>
              </a:ext>
            </a:extLst>
          </p:cNvPr>
          <p:cNvSpPr txBox="1"/>
          <p:nvPr/>
        </p:nvSpPr>
        <p:spPr>
          <a:xfrm>
            <a:off x="76368" y="3686378"/>
            <a:ext cx="5019622" cy="692468"/>
          </a:xfrm>
          <a:prstGeom prst="ellipse">
            <a:avLst/>
          </a:prstGeom>
          <a:solidFill>
            <a:srgbClr val="DDA181"/>
          </a:solidFill>
          <a:ln w="12700">
            <a:solidFill>
              <a:schemeClr val="tx1"/>
            </a:solidFill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/>
              <a:t>Gladwell → time-based exploration of movement, space and experience</a:t>
            </a:r>
          </a:p>
        </p:txBody>
      </p:sp>
      <p:sp>
        <p:nvSpPr>
          <p:cNvPr id="18" name="Freeform 4">
            <a:extLst>
              <a:ext uri="{FF2B5EF4-FFF2-40B4-BE49-F238E27FC236}">
                <a16:creationId xmlns:a16="http://schemas.microsoft.com/office/drawing/2014/main" id="{7F259ABE-9F3F-FF6A-CBAA-5AFF4DF93B21}"/>
              </a:ext>
            </a:extLst>
          </p:cNvPr>
          <p:cNvSpPr/>
          <p:nvPr/>
        </p:nvSpPr>
        <p:spPr>
          <a:xfrm rot="13548333">
            <a:off x="11038583" y="3329077"/>
            <a:ext cx="1224526" cy="573655"/>
          </a:xfrm>
          <a:custGeom>
            <a:avLst/>
            <a:gdLst/>
            <a:ahLst/>
            <a:cxnLst/>
            <a:rect l="l" t="t" r="r" b="b"/>
            <a:pathLst>
              <a:path w="1867823" h="1064659">
                <a:moveTo>
                  <a:pt x="0" y="1064659"/>
                </a:moveTo>
                <a:lnTo>
                  <a:pt x="1867823" y="1064659"/>
                </a:lnTo>
                <a:lnTo>
                  <a:pt x="1867823" y="0"/>
                </a:lnTo>
                <a:lnTo>
                  <a:pt x="0" y="0"/>
                </a:lnTo>
                <a:lnTo>
                  <a:pt x="0" y="1064659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EDFCE7-CAFD-1885-FB2A-06789FC80441}"/>
              </a:ext>
            </a:extLst>
          </p:cNvPr>
          <p:cNvSpPr txBox="1"/>
          <p:nvPr/>
        </p:nvSpPr>
        <p:spPr>
          <a:xfrm>
            <a:off x="6305827" y="3659173"/>
            <a:ext cx="5809807" cy="692468"/>
          </a:xfrm>
          <a:prstGeom prst="ellipse">
            <a:avLst/>
          </a:prstGeom>
          <a:solidFill>
            <a:srgbClr val="D48059"/>
          </a:solidFill>
          <a:ln w="12700">
            <a:solidFill>
              <a:schemeClr val="tx1"/>
            </a:solidFill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/>
              <a:t>Nauman → performance-based exploration of time, repetition and the body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7AD2492-62A3-2919-C0FF-9EFE01EF17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" y="1"/>
            <a:ext cx="8293608" cy="69802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B7818E6-AB47-102B-E96F-E32735D699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33920" y="573654"/>
            <a:ext cx="2915048" cy="6246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59013EC-50E4-DA20-ECC6-66D5B9D5181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3034" y="616886"/>
            <a:ext cx="2595395" cy="54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108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0F2DBC-9BD9-D833-F01D-BE2080842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0378440" cy="6987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1A03B2-A0A8-2BB7-94CE-4069FDAC370C}"/>
              </a:ext>
            </a:extLst>
          </p:cNvPr>
          <p:cNvSpPr txBox="1"/>
          <p:nvPr/>
        </p:nvSpPr>
        <p:spPr>
          <a:xfrm>
            <a:off x="7690672" y="6094044"/>
            <a:ext cx="45013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/>
              <a:t>This comparison shows how artists move from recording time as an action to shaping time as an experience.</a:t>
            </a:r>
            <a:endParaRPr lang="en-AU" sz="1400" i="1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70BDF1BC-F40B-4B95-21EB-64EAD514D9D2}"/>
              </a:ext>
            </a:extLst>
          </p:cNvPr>
          <p:cNvSpPr/>
          <p:nvPr/>
        </p:nvSpPr>
        <p:spPr>
          <a:xfrm>
            <a:off x="6578972" y="5990911"/>
            <a:ext cx="1110176" cy="643200"/>
          </a:xfrm>
          <a:custGeom>
            <a:avLst/>
            <a:gdLst/>
            <a:ahLst/>
            <a:cxnLst/>
            <a:rect l="l" t="t" r="r" b="b"/>
            <a:pathLst>
              <a:path w="2629931" h="1453635">
                <a:moveTo>
                  <a:pt x="0" y="0"/>
                </a:moveTo>
                <a:lnTo>
                  <a:pt x="2629931" y="0"/>
                </a:lnTo>
                <a:lnTo>
                  <a:pt x="2629931" y="1453635"/>
                </a:lnTo>
                <a:lnTo>
                  <a:pt x="0" y="14536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1" name="Freeform 22">
            <a:extLst>
              <a:ext uri="{FF2B5EF4-FFF2-40B4-BE49-F238E27FC236}">
                <a16:creationId xmlns:a16="http://schemas.microsoft.com/office/drawing/2014/main" id="{09B4BFB5-4F71-4215-6B09-082D1B262583}"/>
              </a:ext>
            </a:extLst>
          </p:cNvPr>
          <p:cNvSpPr/>
          <p:nvPr/>
        </p:nvSpPr>
        <p:spPr>
          <a:xfrm rot="10963788">
            <a:off x="8979586" y="6625007"/>
            <a:ext cx="3014249" cy="233738"/>
          </a:xfrm>
          <a:custGeom>
            <a:avLst/>
            <a:gdLst/>
            <a:ahLst/>
            <a:cxnLst/>
            <a:rect l="l" t="t" r="r" b="b"/>
            <a:pathLst>
              <a:path w="3014249" h="233738">
                <a:moveTo>
                  <a:pt x="0" y="0"/>
                </a:moveTo>
                <a:lnTo>
                  <a:pt x="3014249" y="0"/>
                </a:lnTo>
                <a:lnTo>
                  <a:pt x="3014249" y="233738"/>
                </a:lnTo>
                <a:lnTo>
                  <a:pt x="0" y="2337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E4D92F0-9BAC-7FF1-5A51-B2620E0E3D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054702"/>
              </p:ext>
            </p:extLst>
          </p:nvPr>
        </p:nvGraphicFramePr>
        <p:xfrm>
          <a:off x="339857" y="911226"/>
          <a:ext cx="11657835" cy="497156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759804">
                  <a:extLst>
                    <a:ext uri="{9D8B030D-6E8A-4147-A177-3AD203B41FA5}">
                      <a16:colId xmlns:a16="http://schemas.microsoft.com/office/drawing/2014/main" val="1926688383"/>
                    </a:ext>
                  </a:extLst>
                </a:gridCol>
                <a:gridCol w="3812583">
                  <a:extLst>
                    <a:ext uri="{9D8B030D-6E8A-4147-A177-3AD203B41FA5}">
                      <a16:colId xmlns:a16="http://schemas.microsoft.com/office/drawing/2014/main" val="4208854815"/>
                    </a:ext>
                  </a:extLst>
                </a:gridCol>
                <a:gridCol w="5085448">
                  <a:extLst>
                    <a:ext uri="{9D8B030D-6E8A-4147-A177-3AD203B41FA5}">
                      <a16:colId xmlns:a16="http://schemas.microsoft.com/office/drawing/2014/main" val="2368295720"/>
                    </a:ext>
                  </a:extLst>
                </a:gridCol>
              </a:tblGrid>
              <a:tr h="191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/>
                        <a:t>Aspect</a:t>
                      </a:r>
                      <a:endParaRPr lang="en-AU" sz="1600"/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/>
                        <a:t>Bruce Nauman (Historical)</a:t>
                      </a:r>
                      <a:endParaRPr lang="en-AU" sz="1600"/>
                    </a:p>
                  </a:txBody>
                  <a:tcPr marL="47817" marR="47817" marT="23908" marB="23908" anchor="ctr">
                    <a:solidFill>
                      <a:srgbClr val="DDA1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>
                          <a:solidFill>
                            <a:schemeClr val="bg1"/>
                          </a:solidFill>
                        </a:rPr>
                        <a:t>Shaun Gladwell (Contemporary)</a:t>
                      </a:r>
                      <a:endParaRPr lang="en-AU" sz="1600">
                        <a:solidFill>
                          <a:schemeClr val="bg1"/>
                        </a:solidFill>
                      </a:endParaRPr>
                    </a:p>
                  </a:txBody>
                  <a:tcPr marL="47817" marR="47817" marT="23908" marB="23908" anchor="ctr">
                    <a:solidFill>
                      <a:srgbClr val="407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023421"/>
                  </a:ext>
                </a:extLst>
              </a:tr>
              <a:tr h="191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/>
                        <a:t>Time Period</a:t>
                      </a:r>
                      <a:endParaRPr lang="en-AU" sz="1600"/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Late 20th-century (1960s–70s)</a:t>
                      </a:r>
                    </a:p>
                  </a:txBody>
                  <a:tcPr marL="47817" marR="47817" marT="23908" marB="23908" anchor="ctr">
                    <a:solidFill>
                      <a:srgbClr val="DDA1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>
                          <a:solidFill>
                            <a:schemeClr val="bg1"/>
                          </a:solidFill>
                        </a:rPr>
                        <a:t>Contemporary Australian</a:t>
                      </a:r>
                    </a:p>
                  </a:txBody>
                  <a:tcPr marL="47817" marR="47817" marT="23908" marB="23908" anchor="ctr">
                    <a:solidFill>
                      <a:srgbClr val="407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04251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/>
                        <a:t>Art Movement / Tradition</a:t>
                      </a:r>
                      <a:endParaRPr lang="en-AU" sz="1600"/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Conceptual art / Performance art</a:t>
                      </a:r>
                    </a:p>
                  </a:txBody>
                  <a:tcPr marL="47817" marR="47817" marT="23908" marB="23908" anchor="ctr">
                    <a:solidFill>
                      <a:srgbClr val="DDA1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>
                          <a:solidFill>
                            <a:schemeClr val="bg1"/>
                          </a:solidFill>
                        </a:rPr>
                        <a:t>Contemporary video / performance</a:t>
                      </a:r>
                    </a:p>
                  </a:txBody>
                  <a:tcPr marL="47817" marR="47817" marT="23908" marB="23908" anchor="ctr">
                    <a:solidFill>
                      <a:srgbClr val="407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062309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/>
                        <a:t>Primary Focus</a:t>
                      </a:r>
                      <a:endParaRPr lang="en-AU" sz="1600"/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Time, repetition and the body</a:t>
                      </a:r>
                    </a:p>
                  </a:txBody>
                  <a:tcPr marL="47817" marR="47817" marT="23908" marB="23908" anchor="ctr">
                    <a:solidFill>
                      <a:srgbClr val="DDA1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>
                          <a:solidFill>
                            <a:schemeClr val="bg1"/>
                          </a:solidFill>
                        </a:rPr>
                        <a:t>Movement, duration and experience</a:t>
                      </a:r>
                    </a:p>
                  </a:txBody>
                  <a:tcPr marL="47817" marR="47817" marT="23908" marB="23908" anchor="ctr">
                    <a:solidFill>
                      <a:srgbClr val="407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49267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/>
                        <a:t>Subject Matter</a:t>
                      </a:r>
                      <a:endParaRPr lang="en-AU" sz="1600"/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The artist’s body performing simple actions</a:t>
                      </a:r>
                    </a:p>
                  </a:txBody>
                  <a:tcPr marL="47817" marR="47817" marT="23908" marB="23908" anchor="ctr">
                    <a:solidFill>
                      <a:srgbClr val="DDA1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The body moving through environments (urban, landscape)</a:t>
                      </a:r>
                    </a:p>
                  </a:txBody>
                  <a:tcPr marL="47817" marR="47817" marT="23908" marB="23908" anchor="ctr">
                    <a:solidFill>
                      <a:srgbClr val="407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21498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/>
                        <a:t>Use of Time</a:t>
                      </a:r>
                      <a:endParaRPr lang="en-AU" sz="1600"/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Time recorded through repeated actions over a set duration</a:t>
                      </a:r>
                    </a:p>
                  </a:txBody>
                  <a:tcPr marL="47817" marR="47817" marT="23908" marB="23908" anchor="ctr">
                    <a:solidFill>
                      <a:srgbClr val="DDA1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Time shaped through slow motion, pacing and editing</a:t>
                      </a:r>
                    </a:p>
                  </a:txBody>
                  <a:tcPr marL="47817" marR="47817" marT="23908" marB="23908" anchor="ctr">
                    <a:solidFill>
                      <a:srgbClr val="407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654086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/>
                        <a:t>Use of Movement</a:t>
                      </a:r>
                      <a:endParaRPr lang="en-AU" sz="1600"/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Minimal, repetitive, often constrained movement</a:t>
                      </a:r>
                    </a:p>
                  </a:txBody>
                  <a:tcPr marL="47817" marR="47817" marT="23908" marB="23908" anchor="ctr">
                    <a:solidFill>
                      <a:srgbClr val="DDA1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Fluid, extended, often stylised movement</a:t>
                      </a:r>
                    </a:p>
                  </a:txBody>
                  <a:tcPr marL="47817" marR="47817" marT="23908" marB="23908" anchor="ctr">
                    <a:solidFill>
                      <a:srgbClr val="407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42680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/>
                        <a:t>Composition</a:t>
                      </a:r>
                      <a:endParaRPr lang="en-AU" sz="1600"/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Static camera, fixed viewpoint</a:t>
                      </a:r>
                    </a:p>
                  </a:txBody>
                  <a:tcPr marL="47817" marR="47817" marT="23908" marB="23908" anchor="ctr">
                    <a:solidFill>
                      <a:srgbClr val="DDA1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Cinematic framing and considered composition</a:t>
                      </a:r>
                    </a:p>
                  </a:txBody>
                  <a:tcPr marL="47817" marR="47817" marT="23908" marB="23908" anchor="ctr">
                    <a:solidFill>
                      <a:srgbClr val="407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669453"/>
                  </a:ext>
                </a:extLst>
              </a:tr>
              <a:tr h="478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/>
                        <a:t>Lens Application</a:t>
                      </a:r>
                      <a:endParaRPr lang="en-AU" sz="1600"/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Body used to explore time and physical limits</a:t>
                      </a:r>
                    </a:p>
                  </a:txBody>
                  <a:tcPr marL="47817" marR="47817" marT="23908" marB="23908" anchor="ctr">
                    <a:solidFill>
                      <a:srgbClr val="DDA1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Body used to explore psychological and spatial experience</a:t>
                      </a:r>
                    </a:p>
                  </a:txBody>
                  <a:tcPr marL="47817" marR="47817" marT="23908" marB="23908" anchor="ctr">
                    <a:solidFill>
                      <a:srgbClr val="407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431443"/>
                  </a:ext>
                </a:extLst>
              </a:tr>
              <a:tr h="478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/>
                        <a:t>Meaning Shift</a:t>
                      </a:r>
                      <a:endParaRPr lang="en-AU" sz="1600"/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Focus on process, duration and action as the artwork</a:t>
                      </a:r>
                    </a:p>
                  </a:txBody>
                  <a:tcPr marL="47817" marR="47817" marT="23908" marB="23908" anchor="ctr">
                    <a:solidFill>
                      <a:srgbClr val="DDA1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Focus on experience, perception and emotional resonance over time</a:t>
                      </a:r>
                    </a:p>
                  </a:txBody>
                  <a:tcPr marL="47817" marR="47817" marT="23908" marB="23908" anchor="ctr">
                    <a:solidFill>
                      <a:srgbClr val="407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103292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/>
                        <a:t>Context</a:t>
                      </a:r>
                      <a:endParaRPr lang="en-AU" sz="1600"/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Reaction against traditional art forms, focus on idea over object</a:t>
                      </a:r>
                    </a:p>
                  </a:txBody>
                  <a:tcPr marL="47817" marR="47817" marT="23908" marB="23908" anchor="ctr">
                    <a:solidFill>
                      <a:srgbClr val="DDA1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Contemporary interest in identity, environment and media</a:t>
                      </a:r>
                    </a:p>
                  </a:txBody>
                  <a:tcPr marL="47817" marR="47817" marT="23908" marB="23908" anchor="ctr">
                    <a:solidFill>
                      <a:srgbClr val="407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3257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/>
                        <a:t>Key Similarity</a:t>
                      </a:r>
                      <a:endParaRPr lang="en-AU" sz="1600"/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Uses time and the body as central to meaning</a:t>
                      </a:r>
                    </a:p>
                  </a:txBody>
                  <a:tcPr marL="47817" marR="47817" marT="23908" marB="23908" anchor="ctr">
                    <a:solidFill>
                      <a:srgbClr val="DDA1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Uses time and the body as central to meaning</a:t>
                      </a:r>
                    </a:p>
                  </a:txBody>
                  <a:tcPr marL="47817" marR="47817" marT="23908" marB="23908" anchor="ctr">
                    <a:solidFill>
                      <a:srgbClr val="407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67228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600" b="1"/>
                        <a:t>Key Difference</a:t>
                      </a:r>
                      <a:endParaRPr lang="en-AU" sz="1600"/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Records time through simple repeated action</a:t>
                      </a:r>
                    </a:p>
                  </a:txBody>
                  <a:tcPr marL="47817" marR="47817" marT="23908" marB="23908" anchor="ctr">
                    <a:solidFill>
                      <a:srgbClr val="DDA1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Shapes time through cinematic and environmental experience</a:t>
                      </a:r>
                    </a:p>
                  </a:txBody>
                  <a:tcPr marL="47817" marR="47817" marT="23908" marB="23908" anchor="ctr">
                    <a:solidFill>
                      <a:srgbClr val="407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772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8134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9b8a18a-7af3-4931-9d08-29df45da2bd9}" enabled="0" method="" siteId="{49b8a18a-7af3-4931-9d08-29df45da2bd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Southport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Jacqueline Ockwell</dc:creator>
  <cp:revision>1</cp:revision>
  <dcterms:created xsi:type="dcterms:W3CDTF">2024-09-30T09:58:02Z</dcterms:created>
  <dcterms:modified xsi:type="dcterms:W3CDTF">2026-03-19T23:17:03Z</dcterms:modified>
</cp:coreProperties>
</file>