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5"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896917-3087-4BFC-ABBF-03E9C439E150}" v="7" dt="2025-04-25T06:38:57.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9" autoAdjust="0"/>
    <p:restoredTop sz="94660"/>
  </p:normalViewPr>
  <p:slideViewPr>
    <p:cSldViewPr snapToGrid="0">
      <p:cViewPr varScale="1">
        <p:scale>
          <a:sx n="59" d="100"/>
          <a:sy n="59" d="100"/>
        </p:scale>
        <p:origin x="78" y="8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queline Ockwell" userId="79a11ae1-9a6a-4dce-9c68-e7607b2827ec" providerId="ADAL" clId="{10896917-3087-4BFC-ABBF-03E9C439E150}"/>
    <pc:docChg chg="undo custSel addSld delSld modSld sldOrd">
      <pc:chgData name="Jacqueline Ockwell" userId="79a11ae1-9a6a-4dce-9c68-e7607b2827ec" providerId="ADAL" clId="{10896917-3087-4BFC-ABBF-03E9C439E150}" dt="2025-04-25T06:48:44.556" v="116" actId="1076"/>
      <pc:docMkLst>
        <pc:docMk/>
      </pc:docMkLst>
      <pc:sldChg chg="addSp modSp">
        <pc:chgData name="Jacqueline Ockwell" userId="79a11ae1-9a6a-4dce-9c68-e7607b2827ec" providerId="ADAL" clId="{10896917-3087-4BFC-ABBF-03E9C439E150}" dt="2025-04-25T04:05:15.309" v="0"/>
        <pc:sldMkLst>
          <pc:docMk/>
          <pc:sldMk cId="4012898906" sldId="257"/>
        </pc:sldMkLst>
        <pc:picChg chg="add mod">
          <ac:chgData name="Jacqueline Ockwell" userId="79a11ae1-9a6a-4dce-9c68-e7607b2827ec" providerId="ADAL" clId="{10896917-3087-4BFC-ABBF-03E9C439E150}" dt="2025-04-25T04:05:15.309" v="0"/>
          <ac:picMkLst>
            <pc:docMk/>
            <pc:sldMk cId="4012898906" sldId="257"/>
            <ac:picMk id="3" creationId="{E5D0E7DF-1469-4F9B-A9E4-D5E6639FC252}"/>
          </ac:picMkLst>
        </pc:picChg>
      </pc:sldChg>
      <pc:sldChg chg="addSp delSp modSp mod">
        <pc:chgData name="Jacqueline Ockwell" userId="79a11ae1-9a6a-4dce-9c68-e7607b2827ec" providerId="ADAL" clId="{10896917-3087-4BFC-ABBF-03E9C439E150}" dt="2025-04-25T06:48:44.556" v="116" actId="1076"/>
        <pc:sldMkLst>
          <pc:docMk/>
          <pc:sldMk cId="4128378383" sldId="258"/>
        </pc:sldMkLst>
        <pc:spChg chg="add del mod">
          <ac:chgData name="Jacqueline Ockwell" userId="79a11ae1-9a6a-4dce-9c68-e7607b2827ec" providerId="ADAL" clId="{10896917-3087-4BFC-ABBF-03E9C439E150}" dt="2025-04-25T06:38:53.088" v="90" actId="478"/>
          <ac:spMkLst>
            <pc:docMk/>
            <pc:sldMk cId="4128378383" sldId="258"/>
            <ac:spMk id="2" creationId="{56AA95E1-471A-3646-30B0-CC80FF21E59F}"/>
          </ac:spMkLst>
        </pc:spChg>
        <pc:spChg chg="add del mod">
          <ac:chgData name="Jacqueline Ockwell" userId="79a11ae1-9a6a-4dce-9c68-e7607b2827ec" providerId="ADAL" clId="{10896917-3087-4BFC-ABBF-03E9C439E150}" dt="2025-04-25T06:37:30.786" v="70" actId="1076"/>
          <ac:spMkLst>
            <pc:docMk/>
            <pc:sldMk cId="4128378383" sldId="258"/>
            <ac:spMk id="3" creationId="{862E5DB7-0A31-8BFD-4877-2CA93C7CD9FA}"/>
          </ac:spMkLst>
        </pc:spChg>
        <pc:spChg chg="add mod">
          <ac:chgData name="Jacqueline Ockwell" userId="79a11ae1-9a6a-4dce-9c68-e7607b2827ec" providerId="ADAL" clId="{10896917-3087-4BFC-ABBF-03E9C439E150}" dt="2025-04-25T06:38:57.373" v="91"/>
          <ac:spMkLst>
            <pc:docMk/>
            <pc:sldMk cId="4128378383" sldId="258"/>
            <ac:spMk id="4" creationId="{862E5DB7-0A31-8BFD-4877-2CA93C7CD9FA}"/>
          </ac:spMkLst>
        </pc:spChg>
        <pc:spChg chg="mod">
          <ac:chgData name="Jacqueline Ockwell" userId="79a11ae1-9a6a-4dce-9c68-e7607b2827ec" providerId="ADAL" clId="{10896917-3087-4BFC-ABBF-03E9C439E150}" dt="2025-04-25T06:48:44.556" v="116" actId="1076"/>
          <ac:spMkLst>
            <pc:docMk/>
            <pc:sldMk cId="4128378383" sldId="258"/>
            <ac:spMk id="6" creationId="{1A76CD37-2F06-6076-DEAC-70EF157F52FE}"/>
          </ac:spMkLst>
        </pc:spChg>
        <pc:spChg chg="mod">
          <ac:chgData name="Jacqueline Ockwell" userId="79a11ae1-9a6a-4dce-9c68-e7607b2827ec" providerId="ADAL" clId="{10896917-3087-4BFC-ABBF-03E9C439E150}" dt="2025-04-25T06:40:08.345" v="105" actId="20577"/>
          <ac:spMkLst>
            <pc:docMk/>
            <pc:sldMk cId="4128378383" sldId="258"/>
            <ac:spMk id="7" creationId="{863822AC-4FD9-C461-7459-50548772BC00}"/>
          </ac:spMkLst>
        </pc:spChg>
      </pc:sldChg>
      <pc:sldChg chg="addSp modSp new del mod ord">
        <pc:chgData name="Jacqueline Ockwell" userId="79a11ae1-9a6a-4dce-9c68-e7607b2827ec" providerId="ADAL" clId="{10896917-3087-4BFC-ABBF-03E9C439E150}" dt="2025-04-25T06:37:37.066" v="79" actId="680"/>
        <pc:sldMkLst>
          <pc:docMk/>
          <pc:sldMk cId="4027160367" sldId="266"/>
        </pc:sldMkLst>
        <pc:spChg chg="add mod">
          <ac:chgData name="Jacqueline Ockwell" userId="79a11ae1-9a6a-4dce-9c68-e7607b2827ec" providerId="ADAL" clId="{10896917-3087-4BFC-ABBF-03E9C439E150}" dt="2025-04-25T06:37:35.548" v="78" actId="20577"/>
          <ac:spMkLst>
            <pc:docMk/>
            <pc:sldMk cId="4027160367" sldId="266"/>
            <ac:spMk id="2" creationId="{87528A6F-50A7-02F8-E3C8-E23DAB750E4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ADFC7-D449-BB36-0FC4-2E8B9A2733D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67DC48CF-6DA1-0B52-7FC3-A625225F9C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4F95769A-C124-3E46-D422-000F99902554}"/>
              </a:ext>
            </a:extLst>
          </p:cNvPr>
          <p:cNvSpPr>
            <a:spLocks noGrp="1"/>
          </p:cNvSpPr>
          <p:nvPr>
            <p:ph type="dt" sz="half" idx="10"/>
          </p:nvPr>
        </p:nvSpPr>
        <p:spPr/>
        <p:txBody>
          <a:bodyPr/>
          <a:lstStyle/>
          <a:p>
            <a:fld id="{C2F6F1AA-0848-44C6-BBFF-E299B2948886}" type="datetimeFigureOut">
              <a:rPr lang="en-AU" smtClean="0"/>
              <a:t>25/04/2025</a:t>
            </a:fld>
            <a:endParaRPr lang="en-AU"/>
          </a:p>
        </p:txBody>
      </p:sp>
      <p:sp>
        <p:nvSpPr>
          <p:cNvPr id="5" name="Footer Placeholder 4">
            <a:extLst>
              <a:ext uri="{FF2B5EF4-FFF2-40B4-BE49-F238E27FC236}">
                <a16:creationId xmlns:a16="http://schemas.microsoft.com/office/drawing/2014/main" id="{270640BF-2BE2-AA3A-8840-E958EF29A9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18B881C-4538-B068-C8A6-54B22F2BBDA1}"/>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3303383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04AAB-939F-54C5-1FC9-158DCDB4C61F}"/>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E1107360-FB1B-80B7-2BE5-D70D7B0FCB4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82A333EB-E9AC-BB35-2B08-F8CE3F74C044}"/>
              </a:ext>
            </a:extLst>
          </p:cNvPr>
          <p:cNvSpPr>
            <a:spLocks noGrp="1"/>
          </p:cNvSpPr>
          <p:nvPr>
            <p:ph type="dt" sz="half" idx="10"/>
          </p:nvPr>
        </p:nvSpPr>
        <p:spPr/>
        <p:txBody>
          <a:bodyPr/>
          <a:lstStyle/>
          <a:p>
            <a:fld id="{C2F6F1AA-0848-44C6-BBFF-E299B2948886}" type="datetimeFigureOut">
              <a:rPr lang="en-AU" smtClean="0"/>
              <a:t>25/04/2025</a:t>
            </a:fld>
            <a:endParaRPr lang="en-AU"/>
          </a:p>
        </p:txBody>
      </p:sp>
      <p:sp>
        <p:nvSpPr>
          <p:cNvPr id="5" name="Footer Placeholder 4">
            <a:extLst>
              <a:ext uri="{FF2B5EF4-FFF2-40B4-BE49-F238E27FC236}">
                <a16:creationId xmlns:a16="http://schemas.microsoft.com/office/drawing/2014/main" id="{45411FA1-64C0-C551-4749-A68228E5418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674D7FA-9A19-7197-14F1-8926E2AFA6FC}"/>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247746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301B4-7570-F7F4-4310-17DBF06194A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8720FB0D-7CE4-5AFD-6C23-89C4826DCF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B4EA3AC-7DE1-C541-A643-8BD5C960D64C}"/>
              </a:ext>
            </a:extLst>
          </p:cNvPr>
          <p:cNvSpPr>
            <a:spLocks noGrp="1"/>
          </p:cNvSpPr>
          <p:nvPr>
            <p:ph type="dt" sz="half" idx="10"/>
          </p:nvPr>
        </p:nvSpPr>
        <p:spPr/>
        <p:txBody>
          <a:bodyPr/>
          <a:lstStyle/>
          <a:p>
            <a:fld id="{C2F6F1AA-0848-44C6-BBFF-E299B2948886}" type="datetimeFigureOut">
              <a:rPr lang="en-AU" smtClean="0"/>
              <a:t>25/04/2025</a:t>
            </a:fld>
            <a:endParaRPr lang="en-AU"/>
          </a:p>
        </p:txBody>
      </p:sp>
      <p:sp>
        <p:nvSpPr>
          <p:cNvPr id="5" name="Footer Placeholder 4">
            <a:extLst>
              <a:ext uri="{FF2B5EF4-FFF2-40B4-BE49-F238E27FC236}">
                <a16:creationId xmlns:a16="http://schemas.microsoft.com/office/drawing/2014/main" id="{AA091BB3-A19C-218C-1879-97436665E9D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7784655-062B-67ED-2224-B2F7E362E618}"/>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2962372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87C3D-0602-AC5B-3CC5-C5E636CC6CB4}"/>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2C232D92-770E-F42E-0CBB-8C526C55A79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AA8CB6B8-C732-01EE-2C4E-98F9DBB8593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49C41362-6C4A-603E-3FB7-29251F6153F4}"/>
              </a:ext>
            </a:extLst>
          </p:cNvPr>
          <p:cNvSpPr>
            <a:spLocks noGrp="1"/>
          </p:cNvSpPr>
          <p:nvPr>
            <p:ph type="dt" sz="half" idx="10"/>
          </p:nvPr>
        </p:nvSpPr>
        <p:spPr/>
        <p:txBody>
          <a:bodyPr/>
          <a:lstStyle/>
          <a:p>
            <a:fld id="{C2F6F1AA-0848-44C6-BBFF-E299B2948886}" type="datetimeFigureOut">
              <a:rPr lang="en-AU" smtClean="0"/>
              <a:t>25/04/2025</a:t>
            </a:fld>
            <a:endParaRPr lang="en-AU"/>
          </a:p>
        </p:txBody>
      </p:sp>
      <p:sp>
        <p:nvSpPr>
          <p:cNvPr id="6" name="Footer Placeholder 5">
            <a:extLst>
              <a:ext uri="{FF2B5EF4-FFF2-40B4-BE49-F238E27FC236}">
                <a16:creationId xmlns:a16="http://schemas.microsoft.com/office/drawing/2014/main" id="{7E9ED348-F315-F286-09B8-1A7E53C55C4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918FD0D-2DFF-939F-B142-AB74ED391B56}"/>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1376563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722B-69AB-BC7A-90E8-A4C01F40B07B}"/>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17F11933-E5FC-489E-3215-9596B7AD08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CA47CF4-AF95-5CD9-B36B-5AC9E2A707F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B1810B58-C753-9509-3AA4-99E7E30784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CC5D2DF-94CB-F765-A9EE-C888CE3234A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994EFA0C-453B-8F7B-0198-31213902C28A}"/>
              </a:ext>
            </a:extLst>
          </p:cNvPr>
          <p:cNvSpPr>
            <a:spLocks noGrp="1"/>
          </p:cNvSpPr>
          <p:nvPr>
            <p:ph type="dt" sz="half" idx="10"/>
          </p:nvPr>
        </p:nvSpPr>
        <p:spPr/>
        <p:txBody>
          <a:bodyPr/>
          <a:lstStyle/>
          <a:p>
            <a:fld id="{C2F6F1AA-0848-44C6-BBFF-E299B2948886}" type="datetimeFigureOut">
              <a:rPr lang="en-AU" smtClean="0"/>
              <a:t>25/04/2025</a:t>
            </a:fld>
            <a:endParaRPr lang="en-AU"/>
          </a:p>
        </p:txBody>
      </p:sp>
      <p:sp>
        <p:nvSpPr>
          <p:cNvPr id="8" name="Footer Placeholder 7">
            <a:extLst>
              <a:ext uri="{FF2B5EF4-FFF2-40B4-BE49-F238E27FC236}">
                <a16:creationId xmlns:a16="http://schemas.microsoft.com/office/drawing/2014/main" id="{2E6E641A-F7F4-6C19-FEBF-3EB08DB75F2D}"/>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3CA9974-2321-335D-BEBE-C297F1DE170C}"/>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653245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7A712-DED0-1710-E659-EDABA51724B9}"/>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331E7B0C-6799-946D-54F3-61080E980536}"/>
              </a:ext>
            </a:extLst>
          </p:cNvPr>
          <p:cNvSpPr>
            <a:spLocks noGrp="1"/>
          </p:cNvSpPr>
          <p:nvPr>
            <p:ph type="dt" sz="half" idx="10"/>
          </p:nvPr>
        </p:nvSpPr>
        <p:spPr/>
        <p:txBody>
          <a:bodyPr/>
          <a:lstStyle/>
          <a:p>
            <a:fld id="{C2F6F1AA-0848-44C6-BBFF-E299B2948886}" type="datetimeFigureOut">
              <a:rPr lang="en-AU" smtClean="0"/>
              <a:t>25/04/2025</a:t>
            </a:fld>
            <a:endParaRPr lang="en-AU"/>
          </a:p>
        </p:txBody>
      </p:sp>
      <p:sp>
        <p:nvSpPr>
          <p:cNvPr id="4" name="Footer Placeholder 3">
            <a:extLst>
              <a:ext uri="{FF2B5EF4-FFF2-40B4-BE49-F238E27FC236}">
                <a16:creationId xmlns:a16="http://schemas.microsoft.com/office/drawing/2014/main" id="{81CBC7D6-80CA-D967-BA6F-35C18A67DAD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B0CAE4AA-747F-9411-39C0-A197ABADC98E}"/>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274374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CA40B8-9C34-B42B-C3D8-73595FC5091D}"/>
              </a:ext>
            </a:extLst>
          </p:cNvPr>
          <p:cNvSpPr>
            <a:spLocks noGrp="1"/>
          </p:cNvSpPr>
          <p:nvPr>
            <p:ph type="dt" sz="half" idx="10"/>
          </p:nvPr>
        </p:nvSpPr>
        <p:spPr/>
        <p:txBody>
          <a:bodyPr/>
          <a:lstStyle/>
          <a:p>
            <a:fld id="{C2F6F1AA-0848-44C6-BBFF-E299B2948886}" type="datetimeFigureOut">
              <a:rPr lang="en-AU" smtClean="0"/>
              <a:t>25/04/2025</a:t>
            </a:fld>
            <a:endParaRPr lang="en-AU"/>
          </a:p>
        </p:txBody>
      </p:sp>
      <p:sp>
        <p:nvSpPr>
          <p:cNvPr id="3" name="Footer Placeholder 2">
            <a:extLst>
              <a:ext uri="{FF2B5EF4-FFF2-40B4-BE49-F238E27FC236}">
                <a16:creationId xmlns:a16="http://schemas.microsoft.com/office/drawing/2014/main" id="{D9C9B682-B3A4-CCCE-E117-21F2CF35484C}"/>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5B3C190-34AE-40DC-338C-0DED0FA9F63F}"/>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68746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2184A-E799-5A4D-D609-A02617AEFD5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CEF47EDC-D2ED-9B92-3EBF-A4EECFB2BE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AC1947D0-253B-8861-DC54-C5CD5FEBCF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3EB7B87-B72D-4398-9862-DC2A88EF50A2}"/>
              </a:ext>
            </a:extLst>
          </p:cNvPr>
          <p:cNvSpPr>
            <a:spLocks noGrp="1"/>
          </p:cNvSpPr>
          <p:nvPr>
            <p:ph type="dt" sz="half" idx="10"/>
          </p:nvPr>
        </p:nvSpPr>
        <p:spPr/>
        <p:txBody>
          <a:bodyPr/>
          <a:lstStyle/>
          <a:p>
            <a:fld id="{C2F6F1AA-0848-44C6-BBFF-E299B2948886}" type="datetimeFigureOut">
              <a:rPr lang="en-AU" smtClean="0"/>
              <a:t>25/04/2025</a:t>
            </a:fld>
            <a:endParaRPr lang="en-AU"/>
          </a:p>
        </p:txBody>
      </p:sp>
      <p:sp>
        <p:nvSpPr>
          <p:cNvPr id="6" name="Footer Placeholder 5">
            <a:extLst>
              <a:ext uri="{FF2B5EF4-FFF2-40B4-BE49-F238E27FC236}">
                <a16:creationId xmlns:a16="http://schemas.microsoft.com/office/drawing/2014/main" id="{E1090AFE-8A03-507C-6905-92C686D04A0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E62E744-BD19-397F-DB31-1C09E6DC0303}"/>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4232401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A8C2D-9E9F-3261-EF33-6D721BF9C8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A3D72440-E44F-8483-2C30-4D7E560043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72961AA-82DE-BD6E-9C08-920173328D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0551FA7-6148-8060-EE62-5570B7212E5A}"/>
              </a:ext>
            </a:extLst>
          </p:cNvPr>
          <p:cNvSpPr>
            <a:spLocks noGrp="1"/>
          </p:cNvSpPr>
          <p:nvPr>
            <p:ph type="dt" sz="half" idx="10"/>
          </p:nvPr>
        </p:nvSpPr>
        <p:spPr/>
        <p:txBody>
          <a:bodyPr/>
          <a:lstStyle/>
          <a:p>
            <a:fld id="{C2F6F1AA-0848-44C6-BBFF-E299B2948886}" type="datetimeFigureOut">
              <a:rPr lang="en-AU" smtClean="0"/>
              <a:t>25/04/2025</a:t>
            </a:fld>
            <a:endParaRPr lang="en-AU"/>
          </a:p>
        </p:txBody>
      </p:sp>
      <p:sp>
        <p:nvSpPr>
          <p:cNvPr id="6" name="Footer Placeholder 5">
            <a:extLst>
              <a:ext uri="{FF2B5EF4-FFF2-40B4-BE49-F238E27FC236}">
                <a16:creationId xmlns:a16="http://schemas.microsoft.com/office/drawing/2014/main" id="{22CF5981-49EC-8B96-D0CD-9D99DA09FEE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3FC7729-77EE-EA95-2570-A7C996BE8199}"/>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4246865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B83C5-9DE1-CEB5-5083-FAB8FC1CDB46}"/>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41F58955-66E9-8910-CD39-D78DB86F293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660E3B0C-77C6-EE24-5EC6-964399680C49}"/>
              </a:ext>
            </a:extLst>
          </p:cNvPr>
          <p:cNvSpPr>
            <a:spLocks noGrp="1"/>
          </p:cNvSpPr>
          <p:nvPr>
            <p:ph type="dt" sz="half" idx="10"/>
          </p:nvPr>
        </p:nvSpPr>
        <p:spPr/>
        <p:txBody>
          <a:bodyPr/>
          <a:lstStyle/>
          <a:p>
            <a:fld id="{C2F6F1AA-0848-44C6-BBFF-E299B2948886}" type="datetimeFigureOut">
              <a:rPr lang="en-AU" smtClean="0"/>
              <a:t>25/04/2025</a:t>
            </a:fld>
            <a:endParaRPr lang="en-AU"/>
          </a:p>
        </p:txBody>
      </p:sp>
      <p:sp>
        <p:nvSpPr>
          <p:cNvPr id="5" name="Footer Placeholder 4">
            <a:extLst>
              <a:ext uri="{FF2B5EF4-FFF2-40B4-BE49-F238E27FC236}">
                <a16:creationId xmlns:a16="http://schemas.microsoft.com/office/drawing/2014/main" id="{86DFA455-1BD9-462A-A018-ADF4FC8E9F2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F178541-10DB-E47A-104C-194CF60F4BB5}"/>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1311193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3F69DA-EE4B-FC3D-3482-7B9199A3D50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BF64F0DB-CED8-71FD-F2D4-C7C4CC69DE1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F4F3C1CF-0980-37D2-691D-CACB606395EA}"/>
              </a:ext>
            </a:extLst>
          </p:cNvPr>
          <p:cNvSpPr>
            <a:spLocks noGrp="1"/>
          </p:cNvSpPr>
          <p:nvPr>
            <p:ph type="dt" sz="half" idx="10"/>
          </p:nvPr>
        </p:nvSpPr>
        <p:spPr/>
        <p:txBody>
          <a:bodyPr/>
          <a:lstStyle/>
          <a:p>
            <a:fld id="{C2F6F1AA-0848-44C6-BBFF-E299B2948886}" type="datetimeFigureOut">
              <a:rPr lang="en-AU" smtClean="0"/>
              <a:t>25/04/2025</a:t>
            </a:fld>
            <a:endParaRPr lang="en-AU"/>
          </a:p>
        </p:txBody>
      </p:sp>
      <p:sp>
        <p:nvSpPr>
          <p:cNvPr id="5" name="Footer Placeholder 4">
            <a:extLst>
              <a:ext uri="{FF2B5EF4-FFF2-40B4-BE49-F238E27FC236}">
                <a16:creationId xmlns:a16="http://schemas.microsoft.com/office/drawing/2014/main" id="{C3A59D5C-1F95-C366-F77A-2406D29EAF4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191D7C2-3C5E-3FED-43A3-9A1E1B431F4E}"/>
              </a:ext>
            </a:extLst>
          </p:cNvPr>
          <p:cNvSpPr>
            <a:spLocks noGrp="1"/>
          </p:cNvSpPr>
          <p:nvPr>
            <p:ph type="sldNum" sz="quarter" idx="12"/>
          </p:nvPr>
        </p:nvSpPr>
        <p:spPr/>
        <p:txBody>
          <a:bodyPr/>
          <a:lstStyle/>
          <a:p>
            <a:fld id="{36F096E7-AC38-4ED7-B36E-DFE32605C4BA}" type="slidenum">
              <a:rPr lang="en-AU" smtClean="0"/>
              <a:t>‹#›</a:t>
            </a:fld>
            <a:endParaRPr lang="en-AU"/>
          </a:p>
        </p:txBody>
      </p:sp>
    </p:spTree>
    <p:extLst>
      <p:ext uri="{BB962C8B-B14F-4D97-AF65-F5344CB8AC3E}">
        <p14:creationId xmlns:p14="http://schemas.microsoft.com/office/powerpoint/2010/main" val="793110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3BC4F9-AB9A-1D66-B5B9-C47CD13339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2F52C344-B360-8EF6-54FA-FCAF76368F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D3DCBA8E-E1DF-EDF4-DA3D-AD8ECAEB16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F6F1AA-0848-44C6-BBFF-E299B2948886}" type="datetimeFigureOut">
              <a:rPr lang="en-AU" smtClean="0"/>
              <a:t>25/04/2025</a:t>
            </a:fld>
            <a:endParaRPr lang="en-AU"/>
          </a:p>
        </p:txBody>
      </p:sp>
      <p:sp>
        <p:nvSpPr>
          <p:cNvPr id="5" name="Footer Placeholder 4">
            <a:extLst>
              <a:ext uri="{FF2B5EF4-FFF2-40B4-BE49-F238E27FC236}">
                <a16:creationId xmlns:a16="http://schemas.microsoft.com/office/drawing/2014/main" id="{8153F2CD-1AD3-852D-512C-1AEF65CA2F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AFBB5286-C2F9-817C-3877-027A870179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6F096E7-AC38-4ED7-B36E-DFE32605C4BA}" type="slidenum">
              <a:rPr lang="en-AU" smtClean="0"/>
              <a:t>‹#›</a:t>
            </a:fld>
            <a:endParaRPr lang="en-AU"/>
          </a:p>
        </p:txBody>
      </p:sp>
    </p:spTree>
    <p:extLst>
      <p:ext uri="{BB962C8B-B14F-4D97-AF65-F5344CB8AC3E}">
        <p14:creationId xmlns:p14="http://schemas.microsoft.com/office/powerpoint/2010/main" val="3623641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A87333-03B6-F58D-5D4D-B2FA52B2F5BC}"/>
              </a:ext>
            </a:extLst>
          </p:cNvPr>
          <p:cNvPicPr>
            <a:picLocks noChangeAspect="1"/>
          </p:cNvPicPr>
          <p:nvPr/>
        </p:nvPicPr>
        <p:blipFill>
          <a:blip r:embed="rId2"/>
          <a:stretch>
            <a:fillRect/>
          </a:stretch>
        </p:blipFill>
        <p:spPr>
          <a:xfrm>
            <a:off x="2042547" y="188659"/>
            <a:ext cx="8106906" cy="695422"/>
          </a:xfrm>
          <a:prstGeom prst="rect">
            <a:avLst/>
          </a:prstGeom>
        </p:spPr>
      </p:pic>
      <p:pic>
        <p:nvPicPr>
          <p:cNvPr id="5" name="Picture 4">
            <a:extLst>
              <a:ext uri="{FF2B5EF4-FFF2-40B4-BE49-F238E27FC236}">
                <a16:creationId xmlns:a16="http://schemas.microsoft.com/office/drawing/2014/main" id="{FDE216BA-F50C-1A45-662E-0D2C623DFDD6}"/>
              </a:ext>
            </a:extLst>
          </p:cNvPr>
          <p:cNvPicPr>
            <a:picLocks noChangeAspect="1"/>
          </p:cNvPicPr>
          <p:nvPr/>
        </p:nvPicPr>
        <p:blipFill>
          <a:blip r:embed="rId3"/>
          <a:stretch>
            <a:fillRect/>
          </a:stretch>
        </p:blipFill>
        <p:spPr>
          <a:xfrm>
            <a:off x="4783438" y="901646"/>
            <a:ext cx="2200582" cy="704948"/>
          </a:xfrm>
          <a:prstGeom prst="rect">
            <a:avLst/>
          </a:prstGeom>
        </p:spPr>
      </p:pic>
      <p:pic>
        <p:nvPicPr>
          <p:cNvPr id="6" name="Picture 5">
            <a:extLst>
              <a:ext uri="{FF2B5EF4-FFF2-40B4-BE49-F238E27FC236}">
                <a16:creationId xmlns:a16="http://schemas.microsoft.com/office/drawing/2014/main" id="{4EA21AE4-BDAC-57E9-D5D3-EE94DF4D27A6}"/>
              </a:ext>
            </a:extLst>
          </p:cNvPr>
          <p:cNvPicPr>
            <a:picLocks noChangeAspect="1"/>
          </p:cNvPicPr>
          <p:nvPr/>
        </p:nvPicPr>
        <p:blipFill>
          <a:blip r:embed="rId4"/>
          <a:stretch>
            <a:fillRect/>
          </a:stretch>
        </p:blipFill>
        <p:spPr>
          <a:xfrm>
            <a:off x="546913" y="1645073"/>
            <a:ext cx="11098174" cy="733527"/>
          </a:xfrm>
          <a:prstGeom prst="rect">
            <a:avLst/>
          </a:prstGeom>
        </p:spPr>
      </p:pic>
      <p:pic>
        <p:nvPicPr>
          <p:cNvPr id="7" name="Picture 2">
            <a:extLst>
              <a:ext uri="{FF2B5EF4-FFF2-40B4-BE49-F238E27FC236}">
                <a16:creationId xmlns:a16="http://schemas.microsoft.com/office/drawing/2014/main" id="{0C1F9C8E-674E-1260-0E66-B5AC4A7A44F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4350" b="21013"/>
          <a:stretch/>
        </p:blipFill>
        <p:spPr bwMode="auto">
          <a:xfrm>
            <a:off x="0" y="2417080"/>
            <a:ext cx="12192000" cy="4440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05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F8E48B-C873-87E5-E557-EBC5339B9C92}"/>
              </a:ext>
            </a:extLst>
          </p:cNvPr>
          <p:cNvSpPr txBox="1"/>
          <p:nvPr/>
        </p:nvSpPr>
        <p:spPr>
          <a:xfrm>
            <a:off x="276633" y="228123"/>
            <a:ext cx="11638734" cy="6401753"/>
          </a:xfrm>
          <a:prstGeom prst="round2DiagRect">
            <a:avLst/>
          </a:prstGeom>
          <a:noFill/>
          <a:ln w="12700">
            <a:solidFill>
              <a:schemeClr val="tx1"/>
            </a:solidFill>
            <a:prstDash val="dash"/>
          </a:ln>
        </p:spPr>
        <p:txBody>
          <a:bodyPr wrap="square" rtlCol="0">
            <a:spAutoFit/>
          </a:bodyPr>
          <a:lstStyle/>
          <a:p>
            <a:pPr>
              <a:buNone/>
            </a:pPr>
            <a:r>
              <a:rPr lang="en-US" sz="1600" b="1" dirty="0"/>
              <a:t>Reflection Activity – Cultural Signals &amp; Conventions </a:t>
            </a:r>
          </a:p>
          <a:p>
            <a:r>
              <a:rPr lang="en-US" sz="1400" b="1" dirty="0"/>
              <a:t>Instructions: </a:t>
            </a:r>
            <a:r>
              <a:rPr lang="en-US" sz="1400" dirty="0"/>
              <a:t>Choose </a:t>
            </a:r>
            <a:r>
              <a:rPr lang="en-US" sz="1400" b="1" dirty="0"/>
              <a:t>one artist</a:t>
            </a:r>
            <a:r>
              <a:rPr lang="en-US" sz="1400" dirty="0"/>
              <a:t> from the </a:t>
            </a:r>
            <a:r>
              <a:rPr lang="en-US" sz="1400" b="1" dirty="0"/>
              <a:t>“Cultural Signals &amp; Conventions” PowerPoint</a:t>
            </a:r>
            <a:r>
              <a:rPr lang="en-US" sz="1400" dirty="0"/>
              <a:t> to reflect on. our options are: </a:t>
            </a:r>
            <a:r>
              <a:rPr lang="en-AU" sz="1400" i="1" dirty="0"/>
              <a:t>Teho </a:t>
            </a:r>
            <a:r>
              <a:rPr lang="en-AU" sz="1400" i="1" dirty="0" err="1"/>
              <a:t>Ropeyarn</a:t>
            </a:r>
            <a:r>
              <a:rPr lang="en-AU" sz="1400" i="1" dirty="0"/>
              <a:t>, Brian Robinson, Simryn Gill, Jenna Lee</a:t>
            </a:r>
            <a:r>
              <a:rPr lang="en-US" sz="1400" i="1" dirty="0"/>
              <a:t>. A</a:t>
            </a:r>
            <a:r>
              <a:rPr lang="en-US" sz="1400" dirty="0"/>
              <a:t>nswer the following questions based on how your chosen artist</a:t>
            </a:r>
            <a:endParaRPr lang="en-US" sz="1600" b="1" dirty="0"/>
          </a:p>
          <a:p>
            <a:endParaRPr lang="en-US" sz="1400" b="1" dirty="0"/>
          </a:p>
          <a:p>
            <a:pPr>
              <a:buFont typeface="+mj-lt"/>
              <a:buAutoNum type="arabicPeriod"/>
            </a:pPr>
            <a:r>
              <a:rPr lang="en-US" sz="1400" b="1" dirty="0"/>
              <a:t>How does this artist use codes such as pattern, repetition, symbols, or text to communicate meaning?</a:t>
            </a:r>
          </a:p>
          <a:p>
            <a:pPr>
              <a:buFont typeface="+mj-lt"/>
              <a:buAutoNum type="arabicPeriod"/>
            </a:pPr>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r>
              <a:rPr lang="en-US" sz="1400" b="1" dirty="0"/>
              <a:t>How does the artist’s process of developing, researching, reflecting, and resolving shape their final work?</a:t>
            </a:r>
          </a:p>
          <a:p>
            <a:pPr>
              <a:buFont typeface="+mj-lt"/>
              <a:buAutoNum type="arabicPeriod"/>
            </a:pPr>
            <a:endParaRPr lang="en-US" sz="1400" b="1" dirty="0"/>
          </a:p>
          <a:p>
            <a:pPr>
              <a:buFont typeface="+mj-lt"/>
              <a:buAutoNum type="arabicPeriod"/>
            </a:pPr>
            <a:endParaRPr lang="en-US" sz="1400" b="1" dirty="0"/>
          </a:p>
          <a:p>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r>
              <a:rPr lang="en-US" sz="1400" b="1" dirty="0"/>
              <a:t>In what ways does the artist’s cultural or personal identity influence the materials, symbols, or language used?</a:t>
            </a:r>
          </a:p>
          <a:p>
            <a:pPr>
              <a:buFont typeface="+mj-lt"/>
              <a:buAutoNum type="arabicPeriod"/>
            </a:pPr>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endParaRPr lang="en-US" sz="1400" b="1" dirty="0"/>
          </a:p>
          <a:p>
            <a:pPr>
              <a:buFont typeface="+mj-lt"/>
              <a:buAutoNum type="arabicPeriod"/>
            </a:pPr>
            <a:r>
              <a:rPr lang="en-US" sz="1400" b="1" dirty="0"/>
              <a:t>How can you apply similar strategies to express a story, feeling, or place important to you?</a:t>
            </a:r>
          </a:p>
          <a:p>
            <a:endParaRPr lang="en-US" sz="1600" b="1" dirty="0"/>
          </a:p>
          <a:p>
            <a:endParaRPr lang="en-US" sz="1600" b="1" dirty="0"/>
          </a:p>
        </p:txBody>
      </p:sp>
    </p:spTree>
    <p:extLst>
      <p:ext uri="{BB962C8B-B14F-4D97-AF65-F5344CB8AC3E}">
        <p14:creationId xmlns:p14="http://schemas.microsoft.com/office/powerpoint/2010/main" val="4012898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A76CD37-2F06-6076-DEAC-70EF157F52FE}"/>
              </a:ext>
            </a:extLst>
          </p:cNvPr>
          <p:cNvSpPr txBox="1"/>
          <p:nvPr/>
        </p:nvSpPr>
        <p:spPr>
          <a:xfrm>
            <a:off x="6313404" y="3798198"/>
            <a:ext cx="2639786" cy="2680308"/>
          </a:xfrm>
          <a:prstGeom prst="round2DiagRect">
            <a:avLst/>
          </a:prstGeom>
          <a:noFill/>
          <a:ln w="12700">
            <a:solidFill>
              <a:schemeClr val="tx1"/>
            </a:solidFill>
            <a:prstDash val="dash"/>
          </a:ln>
        </p:spPr>
        <p:txBody>
          <a:bodyPr wrap="square" rtlCol="0">
            <a:spAutoFit/>
          </a:bodyPr>
          <a:lstStyle/>
          <a:p>
            <a:pPr>
              <a:lnSpc>
                <a:spcPct val="107000"/>
              </a:lnSpc>
              <a:spcAft>
                <a:spcPts val="800"/>
              </a:spcAft>
              <a:buSzPts val="1000"/>
              <a:tabLst>
                <a:tab pos="457200" algn="l"/>
              </a:tabLst>
            </a:pPr>
            <a:r>
              <a:rPr lang="en-AU" sz="1600" b="1" kern="0" dirty="0">
                <a:latin typeface="+mj-lt"/>
                <a:ea typeface="Times New Roman" panose="02020603050405020304" pitchFamily="18" charset="0"/>
                <a:cs typeface="Times New Roman" panose="02020603050405020304" pitchFamily="18" charset="0"/>
              </a:rPr>
              <a:t>Formal </a:t>
            </a:r>
            <a:r>
              <a:rPr lang="en-AU" sz="1600" b="1" kern="0" dirty="0">
                <a:effectLst/>
                <a:latin typeface="+mj-lt"/>
                <a:ea typeface="Times New Roman" panose="02020603050405020304" pitchFamily="18" charset="0"/>
                <a:cs typeface="Times New Roman" panose="02020603050405020304" pitchFamily="18" charset="0"/>
              </a:rPr>
              <a:t>Context: </a:t>
            </a:r>
            <a:r>
              <a:rPr lang="en-US" sz="1400" dirty="0"/>
              <a:t>Consider how repetition, symmetry, and compositional layout enhance the clarity and rhythm of your pattern. Use contrast, </a:t>
            </a:r>
            <a:r>
              <a:rPr lang="en-US" sz="1400" dirty="0" err="1"/>
              <a:t>colour</a:t>
            </a:r>
            <a:r>
              <a:rPr lang="en-US" sz="1400" dirty="0"/>
              <a:t> harmony, shape reduction, and negative space to refine the symbol into a visually striking design. </a:t>
            </a:r>
          </a:p>
        </p:txBody>
      </p:sp>
      <p:sp>
        <p:nvSpPr>
          <p:cNvPr id="7" name="TextBox 6">
            <a:extLst>
              <a:ext uri="{FF2B5EF4-FFF2-40B4-BE49-F238E27FC236}">
                <a16:creationId xmlns:a16="http://schemas.microsoft.com/office/drawing/2014/main" id="{863822AC-4FD9-C461-7459-50548772BC00}"/>
              </a:ext>
            </a:extLst>
          </p:cNvPr>
          <p:cNvSpPr txBox="1"/>
          <p:nvPr/>
        </p:nvSpPr>
        <p:spPr>
          <a:xfrm>
            <a:off x="9326782" y="3654032"/>
            <a:ext cx="2639786" cy="2909685"/>
          </a:xfrm>
          <a:prstGeom prst="round2DiagRect">
            <a:avLst/>
          </a:prstGeom>
          <a:noFill/>
          <a:ln w="12700">
            <a:solidFill>
              <a:schemeClr val="tx1"/>
            </a:solidFill>
            <a:prstDash val="dash"/>
          </a:ln>
        </p:spPr>
        <p:txBody>
          <a:bodyPr wrap="square" rtlCol="0">
            <a:spAutoFit/>
          </a:bodyPr>
          <a:lstStyle/>
          <a:p>
            <a:pPr>
              <a:lnSpc>
                <a:spcPct val="107000"/>
              </a:lnSpc>
              <a:spcAft>
                <a:spcPts val="800"/>
              </a:spcAft>
              <a:buSzPts val="1000"/>
              <a:tabLst>
                <a:tab pos="457200" algn="l"/>
              </a:tabLst>
            </a:pPr>
            <a:r>
              <a:rPr lang="en-AU" sz="1600" b="1" kern="0" dirty="0">
                <a:latin typeface="+mj-lt"/>
                <a:ea typeface="Times New Roman" panose="02020603050405020304" pitchFamily="18" charset="0"/>
                <a:cs typeface="Times New Roman" panose="02020603050405020304" pitchFamily="18" charset="0"/>
              </a:rPr>
              <a:t>Cultural </a:t>
            </a:r>
            <a:r>
              <a:rPr lang="en-AU" sz="1600" b="1" kern="0" dirty="0">
                <a:effectLst/>
                <a:latin typeface="+mj-lt"/>
                <a:ea typeface="Times New Roman" panose="02020603050405020304" pitchFamily="18" charset="0"/>
                <a:cs typeface="Times New Roman" panose="02020603050405020304" pitchFamily="18" charset="0"/>
              </a:rPr>
              <a:t>Context:</a:t>
            </a:r>
            <a:r>
              <a:rPr lang="en-AU" sz="1600" b="1" kern="0" dirty="0">
                <a:latin typeface="+mj-lt"/>
                <a:ea typeface="Times New Roman" panose="02020603050405020304" pitchFamily="18" charset="0"/>
                <a:cs typeface="Times New Roman" panose="02020603050405020304" pitchFamily="18" charset="0"/>
              </a:rPr>
              <a:t> </a:t>
            </a:r>
            <a:r>
              <a:rPr lang="en-US" sz="1400" dirty="0"/>
              <a:t>Consider how your work reflects aspects of your personal, community, or cultural identity. Think about how the artists you studied draw on heritage, memory, place, or language, and how you can do the same to express meaning in your mixed media response.</a:t>
            </a:r>
          </a:p>
        </p:txBody>
      </p:sp>
      <p:pic>
        <p:nvPicPr>
          <p:cNvPr id="1026" name="Picture 2" descr="This may contain: an abstract painting with many different shapes and colors on the paper, as well as words">
            <a:extLst>
              <a:ext uri="{FF2B5EF4-FFF2-40B4-BE49-F238E27FC236}">
                <a16:creationId xmlns:a16="http://schemas.microsoft.com/office/drawing/2014/main" id="{43ED1BA4-CD89-E02C-B4DC-72E566E668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7347421" y="-381498"/>
            <a:ext cx="3245304" cy="43756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62E5DB7-0A31-8BFD-4877-2CA93C7CD9FA}"/>
              </a:ext>
            </a:extLst>
          </p:cNvPr>
          <p:cNvSpPr txBox="1"/>
          <p:nvPr/>
        </p:nvSpPr>
        <p:spPr>
          <a:xfrm>
            <a:off x="286644" y="447675"/>
            <a:ext cx="5591954" cy="5716699"/>
          </a:xfrm>
          <a:prstGeom prst="round2DiagRect">
            <a:avLst/>
          </a:prstGeom>
          <a:noFill/>
          <a:ln w="12700">
            <a:solidFill>
              <a:schemeClr val="tx1"/>
            </a:solidFill>
            <a:prstDash val="dash"/>
          </a:ln>
        </p:spPr>
        <p:txBody>
          <a:bodyPr wrap="square" rtlCol="0">
            <a:spAutoFit/>
          </a:bodyPr>
          <a:lstStyle/>
          <a:p>
            <a:pPr lvl="0" algn="ctr">
              <a:lnSpc>
                <a:spcPct val="107000"/>
              </a:lnSpc>
              <a:spcAft>
                <a:spcPts val="800"/>
              </a:spcAft>
              <a:buSzPts val="1000"/>
              <a:tabLst>
                <a:tab pos="457200" algn="l"/>
              </a:tabLst>
            </a:pPr>
            <a:r>
              <a:rPr lang="en-AU" sz="2000" b="1" kern="0" dirty="0">
                <a:effectLst/>
                <a:latin typeface="+mj-lt"/>
                <a:ea typeface="Times New Roman" panose="02020603050405020304" pitchFamily="18" charset="0"/>
                <a:cs typeface="Times New Roman" panose="02020603050405020304" pitchFamily="18" charset="0"/>
              </a:rPr>
              <a:t>PRACTICAL ACTIVITY </a:t>
            </a:r>
          </a:p>
          <a:p>
            <a:pPr>
              <a:buNone/>
            </a:pPr>
            <a:r>
              <a:rPr lang="en-AU" sz="1600" b="1" kern="0" dirty="0">
                <a:effectLst/>
                <a:latin typeface="+mj-lt"/>
                <a:ea typeface="Times New Roman" panose="02020603050405020304" pitchFamily="18" charset="0"/>
                <a:cs typeface="Times New Roman" panose="02020603050405020304" pitchFamily="18" charset="0"/>
              </a:rPr>
              <a:t>Task: </a:t>
            </a:r>
            <a:endParaRPr lang="en-US" sz="1600" dirty="0">
              <a:latin typeface="+mj-lt"/>
            </a:endParaRPr>
          </a:p>
          <a:p>
            <a:pPr marL="285750" indent="-285750">
              <a:buFont typeface="Courier New" panose="02070309020205020404" pitchFamily="49" charset="0"/>
              <a:buChar char="o"/>
            </a:pPr>
            <a:r>
              <a:rPr lang="en-US" sz="1600" dirty="0">
                <a:latin typeface="+mj-lt"/>
              </a:rPr>
              <a:t>Combine </a:t>
            </a:r>
            <a:r>
              <a:rPr lang="en-US" sz="1600" b="1" dirty="0">
                <a:latin typeface="+mj-lt"/>
              </a:rPr>
              <a:t>abstract and symbolic imagery</a:t>
            </a:r>
            <a:r>
              <a:rPr lang="en-US" sz="1600" dirty="0">
                <a:latin typeface="+mj-lt"/>
              </a:rPr>
              <a:t> (e.g., animals, icons, patterns, natural forms, maps)</a:t>
            </a:r>
          </a:p>
          <a:p>
            <a:pPr marL="285750" indent="-285750">
              <a:buFont typeface="Courier New" panose="02070309020205020404" pitchFamily="49" charset="0"/>
              <a:buChar char="o"/>
            </a:pPr>
            <a:r>
              <a:rPr lang="en-US" sz="1600" dirty="0">
                <a:latin typeface="+mj-lt"/>
              </a:rPr>
              <a:t>Incorporate </a:t>
            </a:r>
            <a:r>
              <a:rPr lang="en-US" sz="1600" b="1" dirty="0">
                <a:latin typeface="+mj-lt"/>
              </a:rPr>
              <a:t>text</a:t>
            </a:r>
            <a:r>
              <a:rPr lang="en-US" sz="1600" dirty="0">
                <a:latin typeface="+mj-lt"/>
              </a:rPr>
              <a:t> (family words, place names, personal language, script or invented marks)</a:t>
            </a:r>
          </a:p>
          <a:p>
            <a:pPr marL="285750" indent="-285750">
              <a:buFont typeface="Courier New" panose="02070309020205020404" pitchFamily="49" charset="0"/>
              <a:buChar char="o"/>
            </a:pPr>
            <a:r>
              <a:rPr lang="en-US" sz="1600" dirty="0">
                <a:latin typeface="+mj-lt"/>
              </a:rPr>
              <a:t>Experiment with layering, fragmentation, concealment, and rhythm to build meaning</a:t>
            </a:r>
          </a:p>
          <a:p>
            <a:pPr marL="285750" indent="-285750">
              <a:buFont typeface="Courier New" panose="02070309020205020404" pitchFamily="49" charset="0"/>
              <a:buChar char="o"/>
            </a:pPr>
            <a:r>
              <a:rPr lang="en-US" sz="1600" dirty="0">
                <a:latin typeface="+mj-lt"/>
              </a:rPr>
              <a:t>Mediums may include: collage, drawing, ink, paper layering, thread, printmaking, or found materials</a:t>
            </a:r>
          </a:p>
          <a:p>
            <a:pPr lvl="0">
              <a:lnSpc>
                <a:spcPct val="107000"/>
              </a:lnSpc>
              <a:spcAft>
                <a:spcPts val="800"/>
              </a:spcAft>
              <a:buSzPts val="1000"/>
              <a:tabLst>
                <a:tab pos="457200" algn="l"/>
              </a:tabLst>
            </a:pPr>
            <a:endParaRPr lang="en-AU" kern="0" dirty="0">
              <a:latin typeface="+mj-lt"/>
              <a:ea typeface="Aptos" panose="020B0004020202020204" pitchFamily="34" charset="0"/>
              <a:cs typeface="Times New Roman" panose="02020603050405020304" pitchFamily="18" charset="0"/>
            </a:endParaRPr>
          </a:p>
          <a:p>
            <a:pPr>
              <a:lnSpc>
                <a:spcPct val="107000"/>
              </a:lnSpc>
              <a:spcAft>
                <a:spcPts val="800"/>
              </a:spcAft>
              <a:buSzPts val="1000"/>
              <a:tabLst>
                <a:tab pos="457200" algn="l"/>
              </a:tabLst>
            </a:pPr>
            <a:r>
              <a:rPr lang="en-AU" b="1" kern="0" dirty="0">
                <a:effectLst/>
                <a:latin typeface="+mj-lt"/>
                <a:ea typeface="Aptos" panose="020B0004020202020204" pitchFamily="34" charset="0"/>
                <a:cs typeface="Times New Roman" panose="02020603050405020304" pitchFamily="18" charset="0"/>
              </a:rPr>
              <a:t>Objective: </a:t>
            </a:r>
            <a:r>
              <a:rPr lang="en-US" sz="1600" dirty="0">
                <a:latin typeface="+mj-lt"/>
              </a:rPr>
              <a:t>To explore how cultural identity, memory, and place can be expressed through mixed media using pattern, repetition, text, and symbolism.</a:t>
            </a:r>
          </a:p>
          <a:p>
            <a:pPr>
              <a:lnSpc>
                <a:spcPct val="107000"/>
              </a:lnSpc>
              <a:spcAft>
                <a:spcPts val="800"/>
              </a:spcAft>
              <a:buSzPts val="1000"/>
              <a:tabLst>
                <a:tab pos="457200" algn="l"/>
              </a:tabLst>
            </a:pPr>
            <a:endParaRPr lang="en-US" sz="1600" b="1" kern="0" dirty="0">
              <a:effectLst/>
              <a:latin typeface="+mj-lt"/>
              <a:ea typeface="Times New Roman" panose="02020603050405020304" pitchFamily="18" charset="0"/>
              <a:cs typeface="Times New Roman" panose="02020603050405020304" pitchFamily="18" charset="0"/>
            </a:endParaRPr>
          </a:p>
          <a:p>
            <a:pPr algn="ctr">
              <a:lnSpc>
                <a:spcPct val="107000"/>
              </a:lnSpc>
              <a:spcAft>
                <a:spcPts val="800"/>
              </a:spcAft>
              <a:buSzPts val="1000"/>
              <a:tabLst>
                <a:tab pos="457200" algn="l"/>
              </a:tabLst>
            </a:pPr>
            <a:r>
              <a:rPr lang="en-US" sz="1600" b="1" i="1" dirty="0"/>
              <a:t>What stories live within your place or identity? What materials, marks, or messages help you communicate them visually?</a:t>
            </a:r>
            <a:endParaRPr lang="en-AU" sz="1600" b="1" kern="0" dirty="0">
              <a:effectLst/>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8378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F12ADD-E9C6-C8A9-6295-E1033A0FA6AF}"/>
              </a:ext>
            </a:extLst>
          </p:cNvPr>
          <p:cNvPicPr>
            <a:picLocks noChangeAspect="1"/>
          </p:cNvPicPr>
          <p:nvPr/>
        </p:nvPicPr>
        <p:blipFill>
          <a:blip r:embed="rId2"/>
          <a:stretch>
            <a:fillRect/>
          </a:stretch>
        </p:blipFill>
        <p:spPr>
          <a:xfrm>
            <a:off x="0" y="29175"/>
            <a:ext cx="9323614" cy="580864"/>
          </a:xfrm>
          <a:prstGeom prst="rect">
            <a:avLst/>
          </a:prstGeom>
        </p:spPr>
      </p:pic>
      <p:sp>
        <p:nvSpPr>
          <p:cNvPr id="5" name="Google Shape;114;p17">
            <a:extLst>
              <a:ext uri="{FF2B5EF4-FFF2-40B4-BE49-F238E27FC236}">
                <a16:creationId xmlns:a16="http://schemas.microsoft.com/office/drawing/2014/main" id="{7D2FD7BB-97F1-95C3-AF95-41F4F4BF87EA}"/>
              </a:ext>
            </a:extLst>
          </p:cNvPr>
          <p:cNvSpPr/>
          <p:nvPr/>
        </p:nvSpPr>
        <p:spPr>
          <a:xfrm>
            <a:off x="597589" y="1224642"/>
            <a:ext cx="4888811" cy="4408715"/>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i="1" dirty="0">
                <a:latin typeface="+mj-lt"/>
                <a:ea typeface="Lato"/>
                <a:cs typeface="Lato"/>
                <a:sym typeface="Lato"/>
              </a:rPr>
              <a:t>Insert clear image of artwork </a:t>
            </a:r>
          </a:p>
          <a:p>
            <a:pPr marL="0" lvl="0" indent="0" algn="ctr" rtl="0">
              <a:spcBef>
                <a:spcPts val="0"/>
              </a:spcBef>
              <a:spcAft>
                <a:spcPts val="0"/>
              </a:spcAft>
              <a:buNone/>
            </a:pPr>
            <a:r>
              <a:rPr lang="en-US" i="1" dirty="0">
                <a:latin typeface="+mj-lt"/>
                <a:ea typeface="Lato"/>
                <a:cs typeface="Lato"/>
                <a:sym typeface="Lato"/>
              </a:rPr>
              <a:t>Crop the image to frame the work (nothing in the background)</a:t>
            </a:r>
          </a:p>
        </p:txBody>
      </p:sp>
      <p:sp>
        <p:nvSpPr>
          <p:cNvPr id="6" name="TextBox 5">
            <a:extLst>
              <a:ext uri="{FF2B5EF4-FFF2-40B4-BE49-F238E27FC236}">
                <a16:creationId xmlns:a16="http://schemas.microsoft.com/office/drawing/2014/main" id="{30D495C8-FE8E-83E2-032F-0DA07C0337BF}"/>
              </a:ext>
            </a:extLst>
          </p:cNvPr>
          <p:cNvSpPr txBox="1"/>
          <p:nvPr/>
        </p:nvSpPr>
        <p:spPr>
          <a:xfrm>
            <a:off x="6153521" y="696838"/>
            <a:ext cx="5498411" cy="1055608"/>
          </a:xfrm>
          <a:prstGeom prst="round2DiagRect">
            <a:avLst/>
          </a:prstGeom>
          <a:noFill/>
          <a:ln w="12700">
            <a:solidFill>
              <a:schemeClr val="tx1"/>
            </a:solidFill>
            <a:prstDash val="dash"/>
          </a:ln>
        </p:spPr>
        <p:txBody>
          <a:bodyPr wrap="square" rtlCol="0">
            <a:spAutoFit/>
          </a:bodyPr>
          <a:lstStyle/>
          <a:p>
            <a:r>
              <a:rPr lang="en-US" sz="1400" b="1" dirty="0"/>
              <a:t>Researching: </a:t>
            </a:r>
            <a:r>
              <a:rPr lang="en-US" sz="1400" dirty="0"/>
              <a:t>How did you react to stimulus?</a:t>
            </a:r>
            <a:endParaRPr lang="en-US" sz="1400" b="1" dirty="0"/>
          </a:p>
          <a:p>
            <a:endParaRPr lang="en-US" sz="1400" b="1" dirty="0"/>
          </a:p>
          <a:p>
            <a:endParaRPr lang="en-US" sz="1400" b="1" dirty="0"/>
          </a:p>
          <a:p>
            <a:endParaRPr lang="en-US" sz="1400" b="1" dirty="0"/>
          </a:p>
        </p:txBody>
      </p:sp>
      <p:sp>
        <p:nvSpPr>
          <p:cNvPr id="7" name="TextBox 6">
            <a:extLst>
              <a:ext uri="{FF2B5EF4-FFF2-40B4-BE49-F238E27FC236}">
                <a16:creationId xmlns:a16="http://schemas.microsoft.com/office/drawing/2014/main" id="{1C325750-AAF8-3A5C-3F81-65982FAC83D9}"/>
              </a:ext>
            </a:extLst>
          </p:cNvPr>
          <p:cNvSpPr txBox="1"/>
          <p:nvPr/>
        </p:nvSpPr>
        <p:spPr>
          <a:xfrm>
            <a:off x="6153519" y="1943961"/>
            <a:ext cx="5498411" cy="578882"/>
          </a:xfrm>
          <a:prstGeom prst="round2DiagRect">
            <a:avLst/>
          </a:prstGeom>
          <a:noFill/>
          <a:ln w="12700">
            <a:solidFill>
              <a:schemeClr val="tx1"/>
            </a:solidFill>
            <a:prstDash val="dash"/>
          </a:ln>
        </p:spPr>
        <p:txBody>
          <a:bodyPr wrap="square" rtlCol="0">
            <a:spAutoFit/>
          </a:bodyPr>
          <a:lstStyle/>
          <a:p>
            <a:r>
              <a:rPr lang="en-US" sz="1400" b="1" dirty="0"/>
              <a:t>Developing: </a:t>
            </a:r>
            <a:r>
              <a:rPr lang="en-US" sz="1400" dirty="0"/>
              <a:t>How did you generate solutions to visual problems? Insert a photograph/s detail of the artwork below</a:t>
            </a:r>
            <a:endParaRPr lang="en-US" sz="1400" b="1" dirty="0"/>
          </a:p>
        </p:txBody>
      </p:sp>
      <p:sp>
        <p:nvSpPr>
          <p:cNvPr id="8" name="Google Shape;117;p17">
            <a:extLst>
              <a:ext uri="{FF2B5EF4-FFF2-40B4-BE49-F238E27FC236}">
                <a16:creationId xmlns:a16="http://schemas.microsoft.com/office/drawing/2014/main" id="{1A9FD799-B9A1-AA12-2069-C198E8968797}"/>
              </a:ext>
            </a:extLst>
          </p:cNvPr>
          <p:cNvSpPr/>
          <p:nvPr/>
        </p:nvSpPr>
        <p:spPr>
          <a:xfrm>
            <a:off x="7048502" y="2676716"/>
            <a:ext cx="1645529" cy="1136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7;p17">
            <a:extLst>
              <a:ext uri="{FF2B5EF4-FFF2-40B4-BE49-F238E27FC236}">
                <a16:creationId xmlns:a16="http://schemas.microsoft.com/office/drawing/2014/main" id="{40E7B6F6-2733-C349-D73E-148878CBE3A7}"/>
              </a:ext>
            </a:extLst>
          </p:cNvPr>
          <p:cNvSpPr/>
          <p:nvPr/>
        </p:nvSpPr>
        <p:spPr>
          <a:xfrm>
            <a:off x="9323614" y="2676716"/>
            <a:ext cx="1645529" cy="1136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TextBox 9">
            <a:extLst>
              <a:ext uri="{FF2B5EF4-FFF2-40B4-BE49-F238E27FC236}">
                <a16:creationId xmlns:a16="http://schemas.microsoft.com/office/drawing/2014/main" id="{FAD8E30A-6B71-D0D7-7BCA-AAF99987BFEE}"/>
              </a:ext>
            </a:extLst>
          </p:cNvPr>
          <p:cNvSpPr txBox="1"/>
          <p:nvPr/>
        </p:nvSpPr>
        <p:spPr>
          <a:xfrm>
            <a:off x="6153519" y="4016510"/>
            <a:ext cx="5498411" cy="1293971"/>
          </a:xfrm>
          <a:prstGeom prst="round2DiagRect">
            <a:avLst/>
          </a:prstGeom>
          <a:noFill/>
          <a:ln w="12700">
            <a:solidFill>
              <a:schemeClr val="tx1"/>
            </a:solidFill>
            <a:prstDash val="dash"/>
          </a:ln>
        </p:spPr>
        <p:txBody>
          <a:bodyPr wrap="square" rtlCol="0">
            <a:spAutoFit/>
          </a:bodyPr>
          <a:lstStyle/>
          <a:p>
            <a:r>
              <a:rPr lang="en-US" sz="1400" b="1" dirty="0"/>
              <a:t>Reflecting: </a:t>
            </a:r>
            <a:r>
              <a:rPr lang="en-US" sz="1400" dirty="0"/>
              <a:t>How did you consider ideas and information, media techniques and processes?</a:t>
            </a:r>
          </a:p>
          <a:p>
            <a:endParaRPr lang="en-US" sz="1400" b="1" dirty="0"/>
          </a:p>
          <a:p>
            <a:endParaRPr lang="en-US" sz="1400" b="1" dirty="0"/>
          </a:p>
          <a:p>
            <a:endParaRPr lang="en-US" sz="1400" b="1" dirty="0"/>
          </a:p>
        </p:txBody>
      </p:sp>
      <p:sp>
        <p:nvSpPr>
          <p:cNvPr id="12" name="TextBox 11">
            <a:extLst>
              <a:ext uri="{FF2B5EF4-FFF2-40B4-BE49-F238E27FC236}">
                <a16:creationId xmlns:a16="http://schemas.microsoft.com/office/drawing/2014/main" id="{FE5CD907-AA3A-F0B2-C514-F49CCAC64DF7}"/>
              </a:ext>
            </a:extLst>
          </p:cNvPr>
          <p:cNvSpPr txBox="1"/>
          <p:nvPr/>
        </p:nvSpPr>
        <p:spPr>
          <a:xfrm>
            <a:off x="6153518" y="5514175"/>
            <a:ext cx="5498411" cy="1055608"/>
          </a:xfrm>
          <a:prstGeom prst="round2DiagRect">
            <a:avLst/>
          </a:prstGeom>
          <a:noFill/>
          <a:ln w="12700">
            <a:solidFill>
              <a:schemeClr val="tx1"/>
            </a:solidFill>
            <a:prstDash val="dash"/>
          </a:ln>
        </p:spPr>
        <p:txBody>
          <a:bodyPr wrap="square" rtlCol="0">
            <a:spAutoFit/>
          </a:bodyPr>
          <a:lstStyle/>
          <a:p>
            <a:r>
              <a:rPr lang="en-US" sz="1400" b="1" dirty="0"/>
              <a:t>Evaluate: </a:t>
            </a:r>
            <a:r>
              <a:rPr lang="en-US" sz="1400" dirty="0"/>
              <a:t>How successful was the experiment? Why? </a:t>
            </a:r>
            <a:endParaRPr lang="en-US" sz="1400" b="1" dirty="0"/>
          </a:p>
          <a:p>
            <a:endParaRPr lang="en-US" sz="1400" b="1" dirty="0"/>
          </a:p>
          <a:p>
            <a:endParaRPr lang="en-US" sz="1400" b="1" dirty="0"/>
          </a:p>
          <a:p>
            <a:endParaRPr lang="en-US" sz="1400" b="1" dirty="0"/>
          </a:p>
        </p:txBody>
      </p:sp>
      <p:pic>
        <p:nvPicPr>
          <p:cNvPr id="2" name="Picture 1">
            <a:extLst>
              <a:ext uri="{FF2B5EF4-FFF2-40B4-BE49-F238E27FC236}">
                <a16:creationId xmlns:a16="http://schemas.microsoft.com/office/drawing/2014/main" id="{C92D0303-17B6-53F5-117D-23EFD9A8B98C}"/>
              </a:ext>
            </a:extLst>
          </p:cNvPr>
          <p:cNvPicPr>
            <a:picLocks noChangeAspect="1"/>
          </p:cNvPicPr>
          <p:nvPr/>
        </p:nvPicPr>
        <p:blipFill>
          <a:blip r:embed="rId3"/>
          <a:stretch>
            <a:fillRect/>
          </a:stretch>
        </p:blipFill>
        <p:spPr>
          <a:xfrm>
            <a:off x="10495887" y="66696"/>
            <a:ext cx="1696113" cy="543343"/>
          </a:xfrm>
          <a:prstGeom prst="rect">
            <a:avLst/>
          </a:prstGeom>
        </p:spPr>
      </p:pic>
    </p:spTree>
    <p:extLst>
      <p:ext uri="{BB962C8B-B14F-4D97-AF65-F5344CB8AC3E}">
        <p14:creationId xmlns:p14="http://schemas.microsoft.com/office/powerpoint/2010/main" val="4115079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9b8a18a-7af3-4931-9d08-29df45da2bd9}" enabled="0" method="" siteId="{49b8a18a-7af3-4931-9d08-29df45da2bd9}" removed="1"/>
</clbl:labelList>
</file>

<file path=docProps/app.xml><?xml version="1.0" encoding="utf-8"?>
<Properties xmlns="http://schemas.openxmlformats.org/officeDocument/2006/extended-properties" xmlns:vt="http://schemas.openxmlformats.org/officeDocument/2006/docPropsVTypes">
  <TotalTime>277</TotalTime>
  <Words>423</Words>
  <Application>Microsoft Office PowerPoint</Application>
  <PresentationFormat>Widescreen</PresentationFormat>
  <Paragraphs>44</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vector>
  </TitlesOfParts>
  <Company>The Southport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Jacqueline Ockwell</dc:creator>
  <cp:lastModifiedBy>Jacqueline Ockwell</cp:lastModifiedBy>
  <cp:revision>1</cp:revision>
  <dcterms:created xsi:type="dcterms:W3CDTF">2025-04-25T02:11:06Z</dcterms:created>
  <dcterms:modified xsi:type="dcterms:W3CDTF">2025-04-25T06:48:48Z</dcterms:modified>
</cp:coreProperties>
</file>