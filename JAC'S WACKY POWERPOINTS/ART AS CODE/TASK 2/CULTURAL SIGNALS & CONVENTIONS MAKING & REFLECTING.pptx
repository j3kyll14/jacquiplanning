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6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4CE4DF-528A-4F21-98E5-DBDFFB0BDA5E}" v="174" dt="2025-05-06T01:57:59.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9" autoAdjust="0"/>
    <p:restoredTop sz="94660"/>
  </p:normalViewPr>
  <p:slideViewPr>
    <p:cSldViewPr snapToGrid="0">
      <p:cViewPr varScale="1">
        <p:scale>
          <a:sx n="94" d="100"/>
          <a:sy n="94" d="100"/>
        </p:scale>
        <p:origin x="108"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10896917-3087-4BFC-ABBF-03E9C439E150}"/>
    <pc:docChg chg="undo custSel addSld delSld modSld sldOrd">
      <pc:chgData name="Jacqueline Ockwell" userId="79a11ae1-9a6a-4dce-9c68-e7607b2827ec" providerId="ADAL" clId="{10896917-3087-4BFC-ABBF-03E9C439E150}" dt="2025-04-25T06:48:44.556" v="116" actId="1076"/>
      <pc:docMkLst>
        <pc:docMk/>
      </pc:docMkLst>
      <pc:sldChg chg="addSp modSp">
        <pc:chgData name="Jacqueline Ockwell" userId="79a11ae1-9a6a-4dce-9c68-e7607b2827ec" providerId="ADAL" clId="{10896917-3087-4BFC-ABBF-03E9C439E150}" dt="2025-04-25T04:05:15.309" v="0"/>
        <pc:sldMkLst>
          <pc:docMk/>
          <pc:sldMk cId="4012898906" sldId="257"/>
        </pc:sldMkLst>
      </pc:sldChg>
      <pc:sldChg chg="addSp delSp modSp mod">
        <pc:chgData name="Jacqueline Ockwell" userId="79a11ae1-9a6a-4dce-9c68-e7607b2827ec" providerId="ADAL" clId="{10896917-3087-4BFC-ABBF-03E9C439E150}" dt="2025-04-25T06:48:44.556" v="116" actId="1076"/>
        <pc:sldMkLst>
          <pc:docMk/>
          <pc:sldMk cId="4128378383" sldId="258"/>
        </pc:sldMkLst>
        <pc:spChg chg="add mod">
          <ac:chgData name="Jacqueline Ockwell" userId="79a11ae1-9a6a-4dce-9c68-e7607b2827ec" providerId="ADAL" clId="{10896917-3087-4BFC-ABBF-03E9C439E150}" dt="2025-04-25T06:38:57.373" v="91"/>
          <ac:spMkLst>
            <pc:docMk/>
            <pc:sldMk cId="4128378383" sldId="258"/>
            <ac:spMk id="4" creationId="{862E5DB7-0A31-8BFD-4877-2CA93C7CD9FA}"/>
          </ac:spMkLst>
        </pc:spChg>
        <pc:spChg chg="mod">
          <ac:chgData name="Jacqueline Ockwell" userId="79a11ae1-9a6a-4dce-9c68-e7607b2827ec" providerId="ADAL" clId="{10896917-3087-4BFC-ABBF-03E9C439E150}" dt="2025-04-25T06:48:44.556" v="116" actId="1076"/>
          <ac:spMkLst>
            <pc:docMk/>
            <pc:sldMk cId="4128378383" sldId="258"/>
            <ac:spMk id="6" creationId="{1A76CD37-2F06-6076-DEAC-70EF157F52FE}"/>
          </ac:spMkLst>
        </pc:spChg>
        <pc:spChg chg="mod">
          <ac:chgData name="Jacqueline Ockwell" userId="79a11ae1-9a6a-4dce-9c68-e7607b2827ec" providerId="ADAL" clId="{10896917-3087-4BFC-ABBF-03E9C439E150}" dt="2025-04-25T06:40:08.345" v="105" actId="20577"/>
          <ac:spMkLst>
            <pc:docMk/>
            <pc:sldMk cId="4128378383" sldId="258"/>
            <ac:spMk id="7" creationId="{863822AC-4FD9-C461-7459-50548772BC00}"/>
          </ac:spMkLst>
        </pc:spChg>
      </pc:sldChg>
      <pc:sldChg chg="addSp modSp new del mod ord">
        <pc:chgData name="Jacqueline Ockwell" userId="79a11ae1-9a6a-4dce-9c68-e7607b2827ec" providerId="ADAL" clId="{10896917-3087-4BFC-ABBF-03E9C439E150}" dt="2025-04-25T06:37:37.066" v="79" actId="680"/>
        <pc:sldMkLst>
          <pc:docMk/>
          <pc:sldMk cId="4027160367" sldId="266"/>
        </pc:sldMkLst>
      </pc:sldChg>
    </pc:docChg>
  </pc:docChgLst>
  <pc:docChgLst>
    <pc:chgData name="Jacqueline Ockwell" userId="79a11ae1-9a6a-4dce-9c68-e7607b2827ec" providerId="ADAL" clId="{3D4CE4DF-528A-4F21-98E5-DBDFFB0BDA5E}"/>
    <pc:docChg chg="undo custSel addSld modSld">
      <pc:chgData name="Jacqueline Ockwell" userId="79a11ae1-9a6a-4dce-9c68-e7607b2827ec" providerId="ADAL" clId="{3D4CE4DF-528A-4F21-98E5-DBDFFB0BDA5E}" dt="2025-05-06T01:57:59.442" v="788" actId="1076"/>
      <pc:docMkLst>
        <pc:docMk/>
      </pc:docMkLst>
      <pc:sldChg chg="addSp delSp modSp mod">
        <pc:chgData name="Jacqueline Ockwell" userId="79a11ae1-9a6a-4dce-9c68-e7607b2827ec" providerId="ADAL" clId="{3D4CE4DF-528A-4F21-98E5-DBDFFB0BDA5E}" dt="2025-05-06T01:52:39.079" v="731" actId="1076"/>
        <pc:sldMkLst>
          <pc:docMk/>
          <pc:sldMk cId="4128378383" sldId="258"/>
        </pc:sldMkLst>
        <pc:spChg chg="add">
          <ac:chgData name="Jacqueline Ockwell" userId="79a11ae1-9a6a-4dce-9c68-e7607b2827ec" providerId="ADAL" clId="{3D4CE4DF-528A-4F21-98E5-DBDFFB0BDA5E}" dt="2025-05-06T00:36:54.207" v="2"/>
          <ac:spMkLst>
            <pc:docMk/>
            <pc:sldMk cId="4128378383" sldId="258"/>
            <ac:spMk id="2" creationId="{9F79CBDF-4476-23C5-41CB-A7233DED14E3}"/>
          </ac:spMkLst>
        </pc:spChg>
        <pc:spChg chg="add">
          <ac:chgData name="Jacqueline Ockwell" userId="79a11ae1-9a6a-4dce-9c68-e7607b2827ec" providerId="ADAL" clId="{3D4CE4DF-528A-4F21-98E5-DBDFFB0BDA5E}" dt="2025-05-06T00:39:11.223" v="62"/>
          <ac:spMkLst>
            <pc:docMk/>
            <pc:sldMk cId="4128378383" sldId="258"/>
            <ac:spMk id="3" creationId="{A46361A2-B574-E381-8958-D3980205223C}"/>
          </ac:spMkLst>
        </pc:spChg>
        <pc:spChg chg="mod">
          <ac:chgData name="Jacqueline Ockwell" userId="79a11ae1-9a6a-4dce-9c68-e7607b2827ec" providerId="ADAL" clId="{3D4CE4DF-528A-4F21-98E5-DBDFFB0BDA5E}" dt="2025-05-06T01:31:58.109" v="162" actId="20577"/>
          <ac:spMkLst>
            <pc:docMk/>
            <pc:sldMk cId="4128378383" sldId="258"/>
            <ac:spMk id="4" creationId="{862E5DB7-0A31-8BFD-4877-2CA93C7CD9FA}"/>
          </ac:spMkLst>
        </pc:spChg>
        <pc:spChg chg="mod">
          <ac:chgData name="Jacqueline Ockwell" userId="79a11ae1-9a6a-4dce-9c68-e7607b2827ec" providerId="ADAL" clId="{3D4CE4DF-528A-4F21-98E5-DBDFFB0BDA5E}" dt="2025-05-06T01:33:39.596" v="180" actId="1076"/>
          <ac:spMkLst>
            <pc:docMk/>
            <pc:sldMk cId="4128378383" sldId="258"/>
            <ac:spMk id="6" creationId="{1A76CD37-2F06-6076-DEAC-70EF157F52FE}"/>
          </ac:spMkLst>
        </pc:spChg>
        <pc:spChg chg="mod">
          <ac:chgData name="Jacqueline Ockwell" userId="79a11ae1-9a6a-4dce-9c68-e7607b2827ec" providerId="ADAL" clId="{3D4CE4DF-528A-4F21-98E5-DBDFFB0BDA5E}" dt="2025-05-06T01:33:43.679" v="181" actId="1076"/>
          <ac:spMkLst>
            <pc:docMk/>
            <pc:sldMk cId="4128378383" sldId="258"/>
            <ac:spMk id="7" creationId="{863822AC-4FD9-C461-7459-50548772BC00}"/>
          </ac:spMkLst>
        </pc:spChg>
        <pc:spChg chg="add mod">
          <ac:chgData name="Jacqueline Ockwell" userId="79a11ae1-9a6a-4dce-9c68-e7607b2827ec" providerId="ADAL" clId="{3D4CE4DF-528A-4F21-98E5-DBDFFB0BDA5E}" dt="2025-05-06T01:45:28.389" v="648" actId="255"/>
          <ac:spMkLst>
            <pc:docMk/>
            <pc:sldMk cId="4128378383" sldId="258"/>
            <ac:spMk id="13" creationId="{D7E9DB9D-9834-00A3-2BE0-4F710BCB817A}"/>
          </ac:spMkLst>
        </pc:spChg>
        <pc:spChg chg="add mod">
          <ac:chgData name="Jacqueline Ockwell" userId="79a11ae1-9a6a-4dce-9c68-e7607b2827ec" providerId="ADAL" clId="{3D4CE4DF-528A-4F21-98E5-DBDFFB0BDA5E}" dt="2025-05-06T01:45:35.352" v="651" actId="1076"/>
          <ac:spMkLst>
            <pc:docMk/>
            <pc:sldMk cId="4128378383" sldId="258"/>
            <ac:spMk id="17" creationId="{182BBA3E-12D2-CD11-56CE-DBDF01487881}"/>
          </ac:spMkLst>
        </pc:spChg>
        <pc:spChg chg="add mod">
          <ac:chgData name="Jacqueline Ockwell" userId="79a11ae1-9a6a-4dce-9c68-e7607b2827ec" providerId="ADAL" clId="{3D4CE4DF-528A-4F21-98E5-DBDFFB0BDA5E}" dt="2025-05-06T01:46:26.798" v="693" actId="1076"/>
          <ac:spMkLst>
            <pc:docMk/>
            <pc:sldMk cId="4128378383" sldId="258"/>
            <ac:spMk id="20" creationId="{D8B094EC-EA8C-4344-1FB0-417B4FD55955}"/>
          </ac:spMkLst>
        </pc:spChg>
        <pc:picChg chg="add del mod modCrop">
          <ac:chgData name="Jacqueline Ockwell" userId="79a11ae1-9a6a-4dce-9c68-e7607b2827ec" providerId="ADAL" clId="{3D4CE4DF-528A-4F21-98E5-DBDFFB0BDA5E}" dt="2025-05-06T01:40:53.339" v="377" actId="21"/>
          <ac:picMkLst>
            <pc:docMk/>
            <pc:sldMk cId="4128378383" sldId="258"/>
            <ac:picMk id="5" creationId="{1D47FCBA-04C2-87BD-88C8-3E722139ADF0}"/>
          </ac:picMkLst>
        </pc:picChg>
        <pc:picChg chg="add mod">
          <ac:chgData name="Jacqueline Ockwell" userId="79a11ae1-9a6a-4dce-9c68-e7607b2827ec" providerId="ADAL" clId="{3D4CE4DF-528A-4F21-98E5-DBDFFB0BDA5E}" dt="2025-05-06T01:42:05.966" v="395" actId="1076"/>
          <ac:picMkLst>
            <pc:docMk/>
            <pc:sldMk cId="4128378383" sldId="258"/>
            <ac:picMk id="8" creationId="{1E80A8D4-4F00-90C3-8258-1F3352A7EE29}"/>
          </ac:picMkLst>
        </pc:picChg>
        <pc:picChg chg="add mod">
          <ac:chgData name="Jacqueline Ockwell" userId="79a11ae1-9a6a-4dce-9c68-e7607b2827ec" providerId="ADAL" clId="{3D4CE4DF-528A-4F21-98E5-DBDFFB0BDA5E}" dt="2025-05-06T01:43:20.774" v="455" actId="1076"/>
          <ac:picMkLst>
            <pc:docMk/>
            <pc:sldMk cId="4128378383" sldId="258"/>
            <ac:picMk id="9" creationId="{43ED1BA4-CD89-E02C-B4DC-72E566E66891}"/>
          </ac:picMkLst>
        </pc:picChg>
        <pc:picChg chg="del mod">
          <ac:chgData name="Jacqueline Ockwell" userId="79a11ae1-9a6a-4dce-9c68-e7607b2827ec" providerId="ADAL" clId="{3D4CE4DF-528A-4F21-98E5-DBDFFB0BDA5E}" dt="2025-05-06T01:33:03.921" v="171" actId="21"/>
          <ac:picMkLst>
            <pc:docMk/>
            <pc:sldMk cId="4128378383" sldId="258"/>
            <ac:picMk id="1026" creationId="{43ED1BA4-CD89-E02C-B4DC-72E566E66891}"/>
          </ac:picMkLst>
        </pc:picChg>
        <pc:picChg chg="add del mod">
          <ac:chgData name="Jacqueline Ockwell" userId="79a11ae1-9a6a-4dce-9c68-e7607b2827ec" providerId="ADAL" clId="{3D4CE4DF-528A-4F21-98E5-DBDFFB0BDA5E}" dt="2025-05-06T01:35:55.153" v="361" actId="21"/>
          <ac:picMkLst>
            <pc:docMk/>
            <pc:sldMk cId="4128378383" sldId="258"/>
            <ac:picMk id="1028" creationId="{90B8E14D-0D1B-E886-A43E-652014F617BD}"/>
          </ac:picMkLst>
        </pc:picChg>
        <pc:picChg chg="add del mod">
          <ac:chgData name="Jacqueline Ockwell" userId="79a11ae1-9a6a-4dce-9c68-e7607b2827ec" providerId="ADAL" clId="{3D4CE4DF-528A-4F21-98E5-DBDFFB0BDA5E}" dt="2025-05-06T01:41:08.864" v="383" actId="21"/>
          <ac:picMkLst>
            <pc:docMk/>
            <pc:sldMk cId="4128378383" sldId="258"/>
            <ac:picMk id="1030" creationId="{4F648B16-686C-2B08-248F-A5FB51931CF2}"/>
          </ac:picMkLst>
        </pc:picChg>
        <pc:picChg chg="add del mod">
          <ac:chgData name="Jacqueline Ockwell" userId="79a11ae1-9a6a-4dce-9c68-e7607b2827ec" providerId="ADAL" clId="{3D4CE4DF-528A-4F21-98E5-DBDFFB0BDA5E}" dt="2025-05-06T01:36:05.411" v="364" actId="21"/>
          <ac:picMkLst>
            <pc:docMk/>
            <pc:sldMk cId="4128378383" sldId="258"/>
            <ac:picMk id="1032" creationId="{C21ADCCE-4DC8-7D89-8864-C2A215AFCDE7}"/>
          </ac:picMkLst>
        </pc:picChg>
        <pc:picChg chg="add mod">
          <ac:chgData name="Jacqueline Ockwell" userId="79a11ae1-9a6a-4dce-9c68-e7607b2827ec" providerId="ADAL" clId="{3D4CE4DF-528A-4F21-98E5-DBDFFB0BDA5E}" dt="2025-05-06T01:41:29.775" v="392" actId="1076"/>
          <ac:picMkLst>
            <pc:docMk/>
            <pc:sldMk cId="4128378383" sldId="258"/>
            <ac:picMk id="1034" creationId="{C9DD21DD-0F88-DEE1-A21C-D25D5EDF6BC7}"/>
          </ac:picMkLst>
        </pc:picChg>
        <pc:picChg chg="add mod">
          <ac:chgData name="Jacqueline Ockwell" userId="79a11ae1-9a6a-4dce-9c68-e7607b2827ec" providerId="ADAL" clId="{3D4CE4DF-528A-4F21-98E5-DBDFFB0BDA5E}" dt="2025-05-06T01:50:29.887" v="720" actId="14100"/>
          <ac:picMkLst>
            <pc:docMk/>
            <pc:sldMk cId="4128378383" sldId="258"/>
            <ac:picMk id="1036" creationId="{FA5C48FD-847D-0C95-DE1E-D76568256951}"/>
          </ac:picMkLst>
        </pc:picChg>
        <pc:picChg chg="add mod">
          <ac:chgData name="Jacqueline Ockwell" userId="79a11ae1-9a6a-4dce-9c68-e7607b2827ec" providerId="ADAL" clId="{3D4CE4DF-528A-4F21-98E5-DBDFFB0BDA5E}" dt="2025-05-06T01:50:09.425" v="714" actId="1076"/>
          <ac:picMkLst>
            <pc:docMk/>
            <pc:sldMk cId="4128378383" sldId="258"/>
            <ac:picMk id="1038" creationId="{4E509607-C4F8-A2F7-355D-08F2CDD248CC}"/>
          </ac:picMkLst>
        </pc:picChg>
        <pc:picChg chg="add mod">
          <ac:chgData name="Jacqueline Ockwell" userId="79a11ae1-9a6a-4dce-9c68-e7607b2827ec" providerId="ADAL" clId="{3D4CE4DF-528A-4F21-98E5-DBDFFB0BDA5E}" dt="2025-05-06T01:50:04.348" v="713" actId="1076"/>
          <ac:picMkLst>
            <pc:docMk/>
            <pc:sldMk cId="4128378383" sldId="258"/>
            <ac:picMk id="1040" creationId="{7B692448-E468-F46D-4424-1D5E91AAB1E4}"/>
          </ac:picMkLst>
        </pc:picChg>
        <pc:picChg chg="add mod">
          <ac:chgData name="Jacqueline Ockwell" userId="79a11ae1-9a6a-4dce-9c68-e7607b2827ec" providerId="ADAL" clId="{3D4CE4DF-528A-4F21-98E5-DBDFFB0BDA5E}" dt="2025-05-06T01:52:39.079" v="731" actId="1076"/>
          <ac:picMkLst>
            <pc:docMk/>
            <pc:sldMk cId="4128378383" sldId="258"/>
            <ac:picMk id="1042" creationId="{974D57CA-6179-9A1E-52A9-46E5E9056102}"/>
          </ac:picMkLst>
        </pc:picChg>
        <pc:picChg chg="add mod">
          <ac:chgData name="Jacqueline Ockwell" userId="79a11ae1-9a6a-4dce-9c68-e7607b2827ec" providerId="ADAL" clId="{3D4CE4DF-528A-4F21-98E5-DBDFFB0BDA5E}" dt="2025-05-06T01:52:36.940" v="730" actId="1076"/>
          <ac:picMkLst>
            <pc:docMk/>
            <pc:sldMk cId="4128378383" sldId="258"/>
            <ac:picMk id="1044" creationId="{A3D52566-0B59-BE5B-8974-8B4E125C7B67}"/>
          </ac:picMkLst>
        </pc:picChg>
        <pc:cxnChg chg="add mod">
          <ac:chgData name="Jacqueline Ockwell" userId="79a11ae1-9a6a-4dce-9c68-e7607b2827ec" providerId="ADAL" clId="{3D4CE4DF-528A-4F21-98E5-DBDFFB0BDA5E}" dt="2025-05-06T01:43:18.620" v="454" actId="14100"/>
          <ac:cxnSpMkLst>
            <pc:docMk/>
            <pc:sldMk cId="4128378383" sldId="258"/>
            <ac:cxnSpMk id="11" creationId="{024CE3B7-FE73-7B0F-643C-1E1BA03E2426}"/>
          </ac:cxnSpMkLst>
        </pc:cxnChg>
        <pc:cxnChg chg="add mod">
          <ac:chgData name="Jacqueline Ockwell" userId="79a11ae1-9a6a-4dce-9c68-e7607b2827ec" providerId="ADAL" clId="{3D4CE4DF-528A-4F21-98E5-DBDFFB0BDA5E}" dt="2025-05-06T01:45:49.844" v="654" actId="13822"/>
          <ac:cxnSpMkLst>
            <pc:docMk/>
            <pc:sldMk cId="4128378383" sldId="258"/>
            <ac:cxnSpMk id="19" creationId="{2443A8F1-FD18-C63F-81D4-550F225A7827}"/>
          </ac:cxnSpMkLst>
        </pc:cxnChg>
      </pc:sldChg>
      <pc:sldChg chg="addSp delSp modSp new mod">
        <pc:chgData name="Jacqueline Ockwell" userId="79a11ae1-9a6a-4dce-9c68-e7607b2827ec" providerId="ADAL" clId="{3D4CE4DF-528A-4F21-98E5-DBDFFB0BDA5E}" dt="2025-05-06T01:57:59.442" v="788" actId="1076"/>
        <pc:sldMkLst>
          <pc:docMk/>
          <pc:sldMk cId="2409400468" sldId="266"/>
        </pc:sldMkLst>
        <pc:spChg chg="add del mod">
          <ac:chgData name="Jacqueline Ockwell" userId="79a11ae1-9a6a-4dce-9c68-e7607b2827ec" providerId="ADAL" clId="{3D4CE4DF-528A-4F21-98E5-DBDFFB0BDA5E}" dt="2025-05-06T01:36:44.551" v="374" actId="478"/>
          <ac:spMkLst>
            <pc:docMk/>
            <pc:sldMk cId="2409400468" sldId="266"/>
            <ac:spMk id="2" creationId="{3DD64B67-8FC4-23EC-F309-F8F7C817EB9D}"/>
          </ac:spMkLst>
        </pc:spChg>
        <pc:spChg chg="add mod">
          <ac:chgData name="Jacqueline Ockwell" userId="79a11ae1-9a6a-4dce-9c68-e7607b2827ec" providerId="ADAL" clId="{3D4CE4DF-528A-4F21-98E5-DBDFFB0BDA5E}" dt="2025-05-06T01:36:50.381" v="376" actId="1076"/>
          <ac:spMkLst>
            <pc:docMk/>
            <pc:sldMk cId="2409400468" sldId="266"/>
            <ac:spMk id="4" creationId="{FBCDBBE2-6730-934B-4AA9-C24585B75B91}"/>
          </ac:spMkLst>
        </pc:spChg>
        <pc:picChg chg="add mod">
          <ac:chgData name="Jacqueline Ockwell" userId="79a11ae1-9a6a-4dce-9c68-e7607b2827ec" providerId="ADAL" clId="{3D4CE4DF-528A-4F21-98E5-DBDFFB0BDA5E}" dt="2025-05-06T01:57:46.121" v="780" actId="14100"/>
          <ac:picMkLst>
            <pc:docMk/>
            <pc:sldMk cId="2409400468" sldId="266"/>
            <ac:picMk id="5" creationId="{1EE6D8AC-9BB1-6247-B030-C08B8518BF85}"/>
          </ac:picMkLst>
        </pc:picChg>
        <pc:picChg chg="add mod">
          <ac:chgData name="Jacqueline Ockwell" userId="79a11ae1-9a6a-4dce-9c68-e7607b2827ec" providerId="ADAL" clId="{3D4CE4DF-528A-4F21-98E5-DBDFFB0BDA5E}" dt="2025-05-06T01:57:57.368" v="786" actId="1076"/>
          <ac:picMkLst>
            <pc:docMk/>
            <pc:sldMk cId="2409400468" sldId="266"/>
            <ac:picMk id="1028" creationId="{90B8E14D-0D1B-E886-A43E-652014F617BD}"/>
          </ac:picMkLst>
        </pc:picChg>
        <pc:picChg chg="add mod">
          <ac:chgData name="Jacqueline Ockwell" userId="79a11ae1-9a6a-4dce-9c68-e7607b2827ec" providerId="ADAL" clId="{3D4CE4DF-528A-4F21-98E5-DBDFFB0BDA5E}" dt="2025-05-06T01:57:59.442" v="788" actId="1076"/>
          <ac:picMkLst>
            <pc:docMk/>
            <pc:sldMk cId="2409400468" sldId="266"/>
            <ac:picMk id="1030" creationId="{4F648B16-686C-2B08-248F-A5FB51931CF2}"/>
          </ac:picMkLst>
        </pc:picChg>
        <pc:picChg chg="add mod">
          <ac:chgData name="Jacqueline Ockwell" userId="79a11ae1-9a6a-4dce-9c68-e7607b2827ec" providerId="ADAL" clId="{3D4CE4DF-528A-4F21-98E5-DBDFFB0BDA5E}" dt="2025-05-06T01:57:58.532" v="787" actId="1076"/>
          <ac:picMkLst>
            <pc:docMk/>
            <pc:sldMk cId="2409400468" sldId="266"/>
            <ac:picMk id="1032" creationId="{C21ADCCE-4DC8-7D89-8864-C2A215AFCDE7}"/>
          </ac:picMkLst>
        </pc:picChg>
        <pc:picChg chg="add mod">
          <ac:chgData name="Jacqueline Ockwell" userId="79a11ae1-9a6a-4dce-9c68-e7607b2827ec" providerId="ADAL" clId="{3D4CE4DF-528A-4F21-98E5-DBDFFB0BDA5E}" dt="2025-05-06T01:57:52.529" v="783" actId="1076"/>
          <ac:picMkLst>
            <pc:docMk/>
            <pc:sldMk cId="2409400468" sldId="266"/>
            <ac:picMk id="2050" creationId="{59F6302F-B90F-1036-4ABB-8A31DA5BF5D2}"/>
          </ac:picMkLst>
        </pc:picChg>
        <pc:picChg chg="add mod">
          <ac:chgData name="Jacqueline Ockwell" userId="79a11ae1-9a6a-4dce-9c68-e7607b2827ec" providerId="ADAL" clId="{3D4CE4DF-528A-4F21-98E5-DBDFFB0BDA5E}" dt="2025-05-06T01:53:31.134" v="742" actId="1076"/>
          <ac:picMkLst>
            <pc:docMk/>
            <pc:sldMk cId="2409400468" sldId="266"/>
            <ac:picMk id="2052" creationId="{30CF5E57-8A57-7D23-1C53-C08F8E2FF803}"/>
          </ac:picMkLst>
        </pc:picChg>
        <pc:picChg chg="add mod">
          <ac:chgData name="Jacqueline Ockwell" userId="79a11ae1-9a6a-4dce-9c68-e7607b2827ec" providerId="ADAL" clId="{3D4CE4DF-528A-4F21-98E5-DBDFFB0BDA5E}" dt="2025-05-06T01:55:52.972" v="771" actId="1076"/>
          <ac:picMkLst>
            <pc:docMk/>
            <pc:sldMk cId="2409400468" sldId="266"/>
            <ac:picMk id="2054" creationId="{E6D5E893-0C79-F189-3737-CE248F7B76DF}"/>
          </ac:picMkLst>
        </pc:picChg>
        <pc:picChg chg="add mod">
          <ac:chgData name="Jacqueline Ockwell" userId="79a11ae1-9a6a-4dce-9c68-e7607b2827ec" providerId="ADAL" clId="{3D4CE4DF-528A-4F21-98E5-DBDFFB0BDA5E}" dt="2025-05-06T01:57:44.187" v="779" actId="14100"/>
          <ac:picMkLst>
            <pc:docMk/>
            <pc:sldMk cId="2409400468" sldId="266"/>
            <ac:picMk id="2056" creationId="{0927B413-B778-D992-3C49-10A0B27BA6A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ADFC7-D449-BB36-0FC4-2E8B9A2733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67DC48CF-6DA1-0B52-7FC3-A625225F9C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4F95769A-C124-3E46-D422-000F99902554}"/>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5" name="Footer Placeholder 4">
            <a:extLst>
              <a:ext uri="{FF2B5EF4-FFF2-40B4-BE49-F238E27FC236}">
                <a16:creationId xmlns:a16="http://schemas.microsoft.com/office/drawing/2014/main" id="{270640BF-2BE2-AA3A-8840-E958EF29A9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18B881C-4538-B068-C8A6-54B22F2BBDA1}"/>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3303383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4AAB-939F-54C5-1FC9-158DCDB4C61F}"/>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E1107360-FB1B-80B7-2BE5-D70D7B0FCB4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82A333EB-E9AC-BB35-2B08-F8CE3F74C044}"/>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5" name="Footer Placeholder 4">
            <a:extLst>
              <a:ext uri="{FF2B5EF4-FFF2-40B4-BE49-F238E27FC236}">
                <a16:creationId xmlns:a16="http://schemas.microsoft.com/office/drawing/2014/main" id="{45411FA1-64C0-C551-4749-A68228E541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674D7FA-9A19-7197-14F1-8926E2AFA6FC}"/>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247746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301B4-7570-F7F4-4310-17DBF06194A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8720FB0D-7CE4-5AFD-6C23-89C4826DC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B4EA3AC-7DE1-C541-A643-8BD5C960D64C}"/>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5" name="Footer Placeholder 4">
            <a:extLst>
              <a:ext uri="{FF2B5EF4-FFF2-40B4-BE49-F238E27FC236}">
                <a16:creationId xmlns:a16="http://schemas.microsoft.com/office/drawing/2014/main" id="{AA091BB3-A19C-218C-1879-97436665E9D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7784655-062B-67ED-2224-B2F7E362E618}"/>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2962372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87C3D-0602-AC5B-3CC5-C5E636CC6CB4}"/>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2C232D92-770E-F42E-0CBB-8C526C55A79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AA8CB6B8-C732-01EE-2C4E-98F9DBB8593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49C41362-6C4A-603E-3FB7-29251F6153F4}"/>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6" name="Footer Placeholder 5">
            <a:extLst>
              <a:ext uri="{FF2B5EF4-FFF2-40B4-BE49-F238E27FC236}">
                <a16:creationId xmlns:a16="http://schemas.microsoft.com/office/drawing/2014/main" id="{7E9ED348-F315-F286-09B8-1A7E53C55C4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18FD0D-2DFF-939F-B142-AB74ED391B56}"/>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1376563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722B-69AB-BC7A-90E8-A4C01F40B07B}"/>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17F11933-E5FC-489E-3215-9596B7AD0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CA47CF4-AF95-5CD9-B36B-5AC9E2A707F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B1810B58-C753-9509-3AA4-99E7E30784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C5D2DF-94CB-F765-A9EE-C888CE3234A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994EFA0C-453B-8F7B-0198-31213902C28A}"/>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8" name="Footer Placeholder 7">
            <a:extLst>
              <a:ext uri="{FF2B5EF4-FFF2-40B4-BE49-F238E27FC236}">
                <a16:creationId xmlns:a16="http://schemas.microsoft.com/office/drawing/2014/main" id="{2E6E641A-F7F4-6C19-FEBF-3EB08DB75F2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3CA9974-2321-335D-BEBE-C297F1DE170C}"/>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653245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A712-DED0-1710-E659-EDABA51724B9}"/>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331E7B0C-6799-946D-54F3-61080E980536}"/>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4" name="Footer Placeholder 3">
            <a:extLst>
              <a:ext uri="{FF2B5EF4-FFF2-40B4-BE49-F238E27FC236}">
                <a16:creationId xmlns:a16="http://schemas.microsoft.com/office/drawing/2014/main" id="{81CBC7D6-80CA-D967-BA6F-35C18A67DA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0CAE4AA-747F-9411-39C0-A197ABADC98E}"/>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274374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A40B8-9C34-B42B-C3D8-73595FC5091D}"/>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3" name="Footer Placeholder 2">
            <a:extLst>
              <a:ext uri="{FF2B5EF4-FFF2-40B4-BE49-F238E27FC236}">
                <a16:creationId xmlns:a16="http://schemas.microsoft.com/office/drawing/2014/main" id="{D9C9B682-B3A4-CCCE-E117-21F2CF35484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5B3C190-34AE-40DC-338C-0DED0FA9F63F}"/>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68746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184A-E799-5A4D-D609-A02617AEFD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CEF47EDC-D2ED-9B92-3EBF-A4EECFB2BE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AC1947D0-253B-8861-DC54-C5CD5FEBCF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EB7B87-B72D-4398-9862-DC2A88EF50A2}"/>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6" name="Footer Placeholder 5">
            <a:extLst>
              <a:ext uri="{FF2B5EF4-FFF2-40B4-BE49-F238E27FC236}">
                <a16:creationId xmlns:a16="http://schemas.microsoft.com/office/drawing/2014/main" id="{E1090AFE-8A03-507C-6905-92C686D04A0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E62E744-BD19-397F-DB31-1C09E6DC0303}"/>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423240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8C2D-9E9F-3261-EF33-6D721BF9C8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A3D72440-E44F-8483-2C30-4D7E56004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72961AA-82DE-BD6E-9C08-920173328D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0551FA7-6148-8060-EE62-5570B7212E5A}"/>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6" name="Footer Placeholder 5">
            <a:extLst>
              <a:ext uri="{FF2B5EF4-FFF2-40B4-BE49-F238E27FC236}">
                <a16:creationId xmlns:a16="http://schemas.microsoft.com/office/drawing/2014/main" id="{22CF5981-49EC-8B96-D0CD-9D99DA09FEE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3FC7729-77EE-EA95-2570-A7C996BE8199}"/>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4246865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B83C5-9DE1-CEB5-5083-FAB8FC1CDB46}"/>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41F58955-66E9-8910-CD39-D78DB86F293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60E3B0C-77C6-EE24-5EC6-964399680C49}"/>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5" name="Footer Placeholder 4">
            <a:extLst>
              <a:ext uri="{FF2B5EF4-FFF2-40B4-BE49-F238E27FC236}">
                <a16:creationId xmlns:a16="http://schemas.microsoft.com/office/drawing/2014/main" id="{86DFA455-1BD9-462A-A018-ADF4FC8E9F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F178541-10DB-E47A-104C-194CF60F4BB5}"/>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1311193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3F69DA-EE4B-FC3D-3482-7B9199A3D50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BF64F0DB-CED8-71FD-F2D4-C7C4CC69DE1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4F3C1CF-0980-37D2-691D-CACB606395EA}"/>
              </a:ext>
            </a:extLst>
          </p:cNvPr>
          <p:cNvSpPr>
            <a:spLocks noGrp="1"/>
          </p:cNvSpPr>
          <p:nvPr>
            <p:ph type="dt" sz="half" idx="10"/>
          </p:nvPr>
        </p:nvSpPr>
        <p:spPr/>
        <p:txBody>
          <a:bodyPr/>
          <a:lstStyle/>
          <a:p>
            <a:fld id="{C2F6F1AA-0848-44C6-BBFF-E299B2948886}" type="datetimeFigureOut">
              <a:rPr lang="en-AU" smtClean="0"/>
              <a:t>6/05/2025</a:t>
            </a:fld>
            <a:endParaRPr lang="en-AU"/>
          </a:p>
        </p:txBody>
      </p:sp>
      <p:sp>
        <p:nvSpPr>
          <p:cNvPr id="5" name="Footer Placeholder 4">
            <a:extLst>
              <a:ext uri="{FF2B5EF4-FFF2-40B4-BE49-F238E27FC236}">
                <a16:creationId xmlns:a16="http://schemas.microsoft.com/office/drawing/2014/main" id="{C3A59D5C-1F95-C366-F77A-2406D29EAF4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191D7C2-3C5E-3FED-43A3-9A1E1B431F4E}"/>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793110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3BC4F9-AB9A-1D66-B5B9-C47CD1333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2F52C344-B360-8EF6-54FA-FCAF76368F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3DCBA8E-E1DF-EDF4-DA3D-AD8ECAEB16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F6F1AA-0848-44C6-BBFF-E299B2948886}" type="datetimeFigureOut">
              <a:rPr lang="en-AU" smtClean="0"/>
              <a:t>6/05/2025</a:t>
            </a:fld>
            <a:endParaRPr lang="en-AU"/>
          </a:p>
        </p:txBody>
      </p:sp>
      <p:sp>
        <p:nvSpPr>
          <p:cNvPr id="5" name="Footer Placeholder 4">
            <a:extLst>
              <a:ext uri="{FF2B5EF4-FFF2-40B4-BE49-F238E27FC236}">
                <a16:creationId xmlns:a16="http://schemas.microsoft.com/office/drawing/2014/main" id="{8153F2CD-1AD3-852D-512C-1AEF65CA2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AFBB5286-C2F9-817C-3877-027A87017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F096E7-AC38-4ED7-B36E-DFE32605C4BA}" type="slidenum">
              <a:rPr lang="en-AU" smtClean="0"/>
              <a:t>‹#›</a:t>
            </a:fld>
            <a:endParaRPr lang="en-AU"/>
          </a:p>
        </p:txBody>
      </p:sp>
    </p:spTree>
    <p:extLst>
      <p:ext uri="{BB962C8B-B14F-4D97-AF65-F5344CB8AC3E}">
        <p14:creationId xmlns:p14="http://schemas.microsoft.com/office/powerpoint/2010/main" val="3623641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 Id="rId9" Type="http://schemas.openxmlformats.org/officeDocument/2006/relationships/image" Target="../media/image20.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A87333-03B6-F58D-5D4D-B2FA52B2F5BC}"/>
              </a:ext>
            </a:extLst>
          </p:cNvPr>
          <p:cNvPicPr>
            <a:picLocks noChangeAspect="1"/>
          </p:cNvPicPr>
          <p:nvPr/>
        </p:nvPicPr>
        <p:blipFill>
          <a:blip r:embed="rId2"/>
          <a:stretch>
            <a:fillRect/>
          </a:stretch>
        </p:blipFill>
        <p:spPr>
          <a:xfrm>
            <a:off x="2042547" y="188659"/>
            <a:ext cx="8106906" cy="695422"/>
          </a:xfrm>
          <a:prstGeom prst="rect">
            <a:avLst/>
          </a:prstGeom>
        </p:spPr>
      </p:pic>
      <p:pic>
        <p:nvPicPr>
          <p:cNvPr id="5" name="Picture 4">
            <a:extLst>
              <a:ext uri="{FF2B5EF4-FFF2-40B4-BE49-F238E27FC236}">
                <a16:creationId xmlns:a16="http://schemas.microsoft.com/office/drawing/2014/main" id="{FDE216BA-F50C-1A45-662E-0D2C623DFDD6}"/>
              </a:ext>
            </a:extLst>
          </p:cNvPr>
          <p:cNvPicPr>
            <a:picLocks noChangeAspect="1"/>
          </p:cNvPicPr>
          <p:nvPr/>
        </p:nvPicPr>
        <p:blipFill>
          <a:blip r:embed="rId3"/>
          <a:stretch>
            <a:fillRect/>
          </a:stretch>
        </p:blipFill>
        <p:spPr>
          <a:xfrm>
            <a:off x="4783438" y="901646"/>
            <a:ext cx="2200582" cy="704948"/>
          </a:xfrm>
          <a:prstGeom prst="rect">
            <a:avLst/>
          </a:prstGeom>
        </p:spPr>
      </p:pic>
      <p:pic>
        <p:nvPicPr>
          <p:cNvPr id="6" name="Picture 5">
            <a:extLst>
              <a:ext uri="{FF2B5EF4-FFF2-40B4-BE49-F238E27FC236}">
                <a16:creationId xmlns:a16="http://schemas.microsoft.com/office/drawing/2014/main" id="{4EA21AE4-BDAC-57E9-D5D3-EE94DF4D27A6}"/>
              </a:ext>
            </a:extLst>
          </p:cNvPr>
          <p:cNvPicPr>
            <a:picLocks noChangeAspect="1"/>
          </p:cNvPicPr>
          <p:nvPr/>
        </p:nvPicPr>
        <p:blipFill>
          <a:blip r:embed="rId4"/>
          <a:stretch>
            <a:fillRect/>
          </a:stretch>
        </p:blipFill>
        <p:spPr>
          <a:xfrm>
            <a:off x="546913" y="1645073"/>
            <a:ext cx="11098174" cy="733527"/>
          </a:xfrm>
          <a:prstGeom prst="rect">
            <a:avLst/>
          </a:prstGeom>
        </p:spPr>
      </p:pic>
      <p:pic>
        <p:nvPicPr>
          <p:cNvPr id="7" name="Picture 2">
            <a:extLst>
              <a:ext uri="{FF2B5EF4-FFF2-40B4-BE49-F238E27FC236}">
                <a16:creationId xmlns:a16="http://schemas.microsoft.com/office/drawing/2014/main" id="{0C1F9C8E-674E-1260-0E66-B5AC4A7A44F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4350" b="21013"/>
          <a:stretch/>
        </p:blipFill>
        <p:spPr bwMode="auto">
          <a:xfrm>
            <a:off x="0" y="2417080"/>
            <a:ext cx="12192000" cy="4440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0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F8E48B-C873-87E5-E557-EBC5339B9C92}"/>
              </a:ext>
            </a:extLst>
          </p:cNvPr>
          <p:cNvSpPr txBox="1"/>
          <p:nvPr/>
        </p:nvSpPr>
        <p:spPr>
          <a:xfrm>
            <a:off x="276633" y="228123"/>
            <a:ext cx="11638734" cy="6401753"/>
          </a:xfrm>
          <a:prstGeom prst="round2DiagRect">
            <a:avLst/>
          </a:prstGeom>
          <a:noFill/>
          <a:ln w="12700">
            <a:solidFill>
              <a:schemeClr val="tx1"/>
            </a:solidFill>
            <a:prstDash val="dash"/>
          </a:ln>
        </p:spPr>
        <p:txBody>
          <a:bodyPr wrap="square" rtlCol="0">
            <a:spAutoFit/>
          </a:bodyPr>
          <a:lstStyle/>
          <a:p>
            <a:pPr>
              <a:buNone/>
            </a:pPr>
            <a:r>
              <a:rPr lang="en-US" sz="1600" b="1" dirty="0"/>
              <a:t>Reflection Activity – Cultural Signals &amp; Conventions </a:t>
            </a:r>
          </a:p>
          <a:p>
            <a:r>
              <a:rPr lang="en-US" sz="1400" b="1" dirty="0"/>
              <a:t>Instructions: </a:t>
            </a:r>
            <a:r>
              <a:rPr lang="en-US" sz="1400" dirty="0"/>
              <a:t>Choose </a:t>
            </a:r>
            <a:r>
              <a:rPr lang="en-US" sz="1400" b="1" dirty="0"/>
              <a:t>one artist</a:t>
            </a:r>
            <a:r>
              <a:rPr lang="en-US" sz="1400" dirty="0"/>
              <a:t> from the </a:t>
            </a:r>
            <a:r>
              <a:rPr lang="en-US" sz="1400" b="1" dirty="0"/>
              <a:t>“Cultural Signals &amp; Conventions” PowerPoint</a:t>
            </a:r>
            <a:r>
              <a:rPr lang="en-US" sz="1400" dirty="0"/>
              <a:t> to reflect on. our options are: </a:t>
            </a:r>
            <a:r>
              <a:rPr lang="en-AU" sz="1400" i="1" dirty="0"/>
              <a:t>Teho </a:t>
            </a:r>
            <a:r>
              <a:rPr lang="en-AU" sz="1400" i="1" dirty="0" err="1"/>
              <a:t>Ropeyarn</a:t>
            </a:r>
            <a:r>
              <a:rPr lang="en-AU" sz="1400" i="1" dirty="0"/>
              <a:t>, Brian Robinson, Simryn Gill, Jenna Lee</a:t>
            </a:r>
            <a:r>
              <a:rPr lang="en-US" sz="1400" i="1" dirty="0"/>
              <a:t>. A</a:t>
            </a:r>
            <a:r>
              <a:rPr lang="en-US" sz="1400" dirty="0"/>
              <a:t>nswer the following questions based on how your chosen artist</a:t>
            </a:r>
            <a:endParaRPr lang="en-US" sz="1600" b="1" dirty="0"/>
          </a:p>
          <a:p>
            <a:endParaRPr lang="en-US" sz="1400" b="1" dirty="0"/>
          </a:p>
          <a:p>
            <a:pPr>
              <a:buFont typeface="+mj-lt"/>
              <a:buAutoNum type="arabicPeriod"/>
            </a:pPr>
            <a:r>
              <a:rPr lang="en-US" sz="1400" b="1" dirty="0"/>
              <a:t>How does this artist use codes such as pattern, repetition, symbols, or text to communicate meaning?</a:t>
            </a:r>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r>
              <a:rPr lang="en-US" sz="1400" b="1" dirty="0"/>
              <a:t>How does the artist’s process of developing, researching, reflecting, and resolving shape their final work?</a:t>
            </a:r>
          </a:p>
          <a:p>
            <a:pPr>
              <a:buFont typeface="+mj-lt"/>
              <a:buAutoNum type="arabicPeriod"/>
            </a:pPr>
            <a:endParaRPr lang="en-US" sz="1400" b="1" dirty="0"/>
          </a:p>
          <a:p>
            <a:pPr>
              <a:buFont typeface="+mj-lt"/>
              <a:buAutoNum type="arabicPeriod"/>
            </a:pPr>
            <a:endParaRPr lang="en-US" sz="1400" b="1" dirty="0"/>
          </a:p>
          <a:p>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r>
              <a:rPr lang="en-US" sz="1400" b="1" dirty="0"/>
              <a:t>In what ways does the artist’s cultural or personal identity influence the materials, symbols, or language used?</a:t>
            </a:r>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r>
              <a:rPr lang="en-US" sz="1400" b="1" dirty="0"/>
              <a:t>How can you apply similar strategies to express a story, feeling, or place important to you?</a:t>
            </a:r>
          </a:p>
          <a:p>
            <a:endParaRPr lang="en-US" sz="1600" b="1" dirty="0"/>
          </a:p>
          <a:p>
            <a:endParaRPr lang="en-US" sz="1600" b="1" dirty="0"/>
          </a:p>
        </p:txBody>
      </p:sp>
    </p:spTree>
    <p:extLst>
      <p:ext uri="{BB962C8B-B14F-4D97-AF65-F5344CB8AC3E}">
        <p14:creationId xmlns:p14="http://schemas.microsoft.com/office/powerpoint/2010/main" val="401289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76CD37-2F06-6076-DEAC-70EF157F52FE}"/>
              </a:ext>
            </a:extLst>
          </p:cNvPr>
          <p:cNvSpPr txBox="1"/>
          <p:nvPr/>
        </p:nvSpPr>
        <p:spPr>
          <a:xfrm>
            <a:off x="4619200" y="5686262"/>
            <a:ext cx="3558167" cy="1006800"/>
          </a:xfrm>
          <a:prstGeom prst="round2DiagRect">
            <a:avLst/>
          </a:prstGeom>
          <a:noFill/>
          <a:ln w="12700">
            <a:solidFill>
              <a:schemeClr val="tx1"/>
            </a:solidFill>
            <a:prstDash val="dash"/>
          </a:ln>
        </p:spPr>
        <p:txBody>
          <a:bodyPr wrap="square" rtlCol="0">
            <a:spAutoFit/>
          </a:bodyPr>
          <a:lstStyle/>
          <a:p>
            <a:pPr>
              <a:lnSpc>
                <a:spcPct val="107000"/>
              </a:lnSpc>
              <a:spcAft>
                <a:spcPts val="800"/>
              </a:spcAft>
              <a:buSzPts val="1000"/>
              <a:tabLst>
                <a:tab pos="457200" algn="l"/>
              </a:tabLst>
            </a:pPr>
            <a:r>
              <a:rPr lang="en-AU" sz="1000" b="1" kern="0" dirty="0">
                <a:latin typeface="+mj-lt"/>
                <a:ea typeface="Times New Roman" panose="02020603050405020304" pitchFamily="18" charset="0"/>
                <a:cs typeface="Times New Roman" panose="02020603050405020304" pitchFamily="18" charset="0"/>
              </a:rPr>
              <a:t>Formal </a:t>
            </a:r>
            <a:r>
              <a:rPr lang="en-AU" sz="1000" b="1" kern="0" dirty="0">
                <a:effectLst/>
                <a:latin typeface="+mj-lt"/>
                <a:ea typeface="Times New Roman" panose="02020603050405020304" pitchFamily="18" charset="0"/>
                <a:cs typeface="Times New Roman" panose="02020603050405020304" pitchFamily="18" charset="0"/>
              </a:rPr>
              <a:t>Context: </a:t>
            </a:r>
            <a:r>
              <a:rPr lang="en-US" sz="1000" dirty="0">
                <a:latin typeface="+mj-lt"/>
              </a:rPr>
              <a:t>Consider how repetition, symmetry, and compositional layout enhance the clarity and rhythm of your pattern. Use contrast, </a:t>
            </a:r>
            <a:r>
              <a:rPr lang="en-US" sz="1000" dirty="0" err="1">
                <a:latin typeface="+mj-lt"/>
              </a:rPr>
              <a:t>colour</a:t>
            </a:r>
            <a:r>
              <a:rPr lang="en-US" sz="1000" dirty="0">
                <a:latin typeface="+mj-lt"/>
              </a:rPr>
              <a:t> harmony, shape reduction, and negative space to refine the symbol into a visually striking design. </a:t>
            </a:r>
          </a:p>
        </p:txBody>
      </p:sp>
      <p:sp>
        <p:nvSpPr>
          <p:cNvPr id="7" name="TextBox 6">
            <a:extLst>
              <a:ext uri="{FF2B5EF4-FFF2-40B4-BE49-F238E27FC236}">
                <a16:creationId xmlns:a16="http://schemas.microsoft.com/office/drawing/2014/main" id="{863822AC-4FD9-C461-7459-50548772BC00}"/>
              </a:ext>
            </a:extLst>
          </p:cNvPr>
          <p:cNvSpPr txBox="1"/>
          <p:nvPr/>
        </p:nvSpPr>
        <p:spPr>
          <a:xfrm>
            <a:off x="8454123" y="5644602"/>
            <a:ext cx="3558166" cy="1006800"/>
          </a:xfrm>
          <a:prstGeom prst="round2DiagRect">
            <a:avLst/>
          </a:prstGeom>
          <a:noFill/>
          <a:ln w="12700">
            <a:solidFill>
              <a:schemeClr val="tx1"/>
            </a:solidFill>
            <a:prstDash val="dash"/>
          </a:ln>
        </p:spPr>
        <p:txBody>
          <a:bodyPr wrap="square" rtlCol="0">
            <a:spAutoFit/>
          </a:bodyPr>
          <a:lstStyle/>
          <a:p>
            <a:pPr>
              <a:lnSpc>
                <a:spcPct val="107000"/>
              </a:lnSpc>
              <a:spcAft>
                <a:spcPts val="800"/>
              </a:spcAft>
              <a:buSzPts val="1000"/>
              <a:tabLst>
                <a:tab pos="457200" algn="l"/>
              </a:tabLst>
            </a:pPr>
            <a:r>
              <a:rPr lang="en-AU" sz="1000" b="1" kern="0" dirty="0">
                <a:latin typeface="+mj-lt"/>
                <a:ea typeface="Times New Roman" panose="02020603050405020304" pitchFamily="18" charset="0"/>
                <a:cs typeface="Times New Roman" panose="02020603050405020304" pitchFamily="18" charset="0"/>
              </a:rPr>
              <a:t>Cultural </a:t>
            </a:r>
            <a:r>
              <a:rPr lang="en-AU" sz="1000" b="1" kern="0" dirty="0">
                <a:effectLst/>
                <a:latin typeface="+mj-lt"/>
                <a:ea typeface="Times New Roman" panose="02020603050405020304" pitchFamily="18" charset="0"/>
                <a:cs typeface="Times New Roman" panose="02020603050405020304" pitchFamily="18" charset="0"/>
              </a:rPr>
              <a:t>Context:</a:t>
            </a:r>
            <a:r>
              <a:rPr lang="en-AU" sz="1000" b="1" kern="0" dirty="0">
                <a:latin typeface="+mj-lt"/>
                <a:ea typeface="Times New Roman" panose="02020603050405020304" pitchFamily="18" charset="0"/>
                <a:cs typeface="Times New Roman" panose="02020603050405020304" pitchFamily="18" charset="0"/>
              </a:rPr>
              <a:t> </a:t>
            </a:r>
            <a:r>
              <a:rPr lang="en-US" sz="1000" dirty="0">
                <a:latin typeface="+mj-lt"/>
              </a:rPr>
              <a:t>Consider how your work reflects aspects of your personal, community, or cultural identity. Think about how the artists you studied draw on heritage, memory, place, or language, and how you can do the same to express meaning in your mixed media response.</a:t>
            </a:r>
          </a:p>
        </p:txBody>
      </p:sp>
      <p:sp>
        <p:nvSpPr>
          <p:cNvPr id="4" name="TextBox 3">
            <a:extLst>
              <a:ext uri="{FF2B5EF4-FFF2-40B4-BE49-F238E27FC236}">
                <a16:creationId xmlns:a16="http://schemas.microsoft.com/office/drawing/2014/main" id="{862E5DB7-0A31-8BFD-4877-2CA93C7CD9FA}"/>
              </a:ext>
            </a:extLst>
          </p:cNvPr>
          <p:cNvSpPr txBox="1"/>
          <p:nvPr/>
        </p:nvSpPr>
        <p:spPr>
          <a:xfrm>
            <a:off x="269760" y="233131"/>
            <a:ext cx="4165080" cy="6267805"/>
          </a:xfrm>
          <a:prstGeom prst="round2DiagRect">
            <a:avLst/>
          </a:prstGeom>
          <a:noFill/>
          <a:ln w="12700">
            <a:solidFill>
              <a:schemeClr val="tx1"/>
            </a:solidFill>
            <a:prstDash val="dash"/>
          </a:ln>
        </p:spPr>
        <p:txBody>
          <a:bodyPr wrap="square" rtlCol="0">
            <a:spAutoFit/>
          </a:bodyPr>
          <a:lstStyle/>
          <a:p>
            <a:pPr lvl="0" algn="ctr">
              <a:lnSpc>
                <a:spcPct val="107000"/>
              </a:lnSpc>
              <a:spcAft>
                <a:spcPts val="800"/>
              </a:spcAft>
              <a:buSzPts val="1000"/>
              <a:tabLst>
                <a:tab pos="457200" algn="l"/>
              </a:tabLst>
            </a:pPr>
            <a:r>
              <a:rPr lang="en-AU" b="1" kern="0" dirty="0">
                <a:effectLst/>
                <a:latin typeface="+mj-lt"/>
                <a:ea typeface="Times New Roman" panose="02020603050405020304" pitchFamily="18" charset="0"/>
                <a:cs typeface="Times New Roman" panose="02020603050405020304" pitchFamily="18" charset="0"/>
              </a:rPr>
              <a:t>PRACTICAL ACTIVITY </a:t>
            </a:r>
          </a:p>
          <a:p>
            <a:pPr>
              <a:buNone/>
            </a:pPr>
            <a:r>
              <a:rPr lang="en-AU" sz="1600" b="1" kern="0" dirty="0">
                <a:effectLst/>
                <a:latin typeface="+mj-lt"/>
                <a:ea typeface="Times New Roman" panose="02020603050405020304" pitchFamily="18" charset="0"/>
                <a:cs typeface="Times New Roman" panose="02020603050405020304" pitchFamily="18" charset="0"/>
              </a:rPr>
              <a:t>Task: </a:t>
            </a:r>
            <a:endParaRPr lang="en-US" sz="1600" dirty="0">
              <a:latin typeface="+mj-lt"/>
            </a:endParaRPr>
          </a:p>
          <a:p>
            <a:pPr marL="285750" indent="-285750">
              <a:buFont typeface="Courier New" panose="02070309020205020404" pitchFamily="49" charset="0"/>
              <a:buChar char="o"/>
            </a:pPr>
            <a:r>
              <a:rPr lang="en-US" sz="1200" dirty="0">
                <a:latin typeface="+mj-lt"/>
              </a:rPr>
              <a:t>Combine </a:t>
            </a:r>
            <a:r>
              <a:rPr lang="en-US" sz="1200" b="1" dirty="0">
                <a:latin typeface="+mj-lt"/>
              </a:rPr>
              <a:t>abstract and symbolic imagery</a:t>
            </a:r>
            <a:r>
              <a:rPr lang="en-US" sz="1200" dirty="0">
                <a:latin typeface="+mj-lt"/>
              </a:rPr>
              <a:t> (e.g., animals, icons, patterns, natural forms, maps)</a:t>
            </a:r>
          </a:p>
          <a:p>
            <a:pPr marL="285750" indent="-285750">
              <a:buFont typeface="Courier New" panose="02070309020205020404" pitchFamily="49" charset="0"/>
              <a:buChar char="o"/>
            </a:pPr>
            <a:r>
              <a:rPr lang="en-US" sz="1200" dirty="0">
                <a:latin typeface="+mj-lt"/>
              </a:rPr>
              <a:t>Incorporate </a:t>
            </a:r>
            <a:r>
              <a:rPr lang="en-US" sz="1200" b="1" dirty="0">
                <a:latin typeface="+mj-lt"/>
              </a:rPr>
              <a:t>text</a:t>
            </a:r>
            <a:r>
              <a:rPr lang="en-US" sz="1200" dirty="0">
                <a:latin typeface="+mj-lt"/>
              </a:rPr>
              <a:t> (family words, place names, personal language, script or invented marks)</a:t>
            </a:r>
          </a:p>
          <a:p>
            <a:pPr marL="285750" indent="-285750">
              <a:buFont typeface="Courier New" panose="02070309020205020404" pitchFamily="49" charset="0"/>
              <a:buChar char="o"/>
            </a:pPr>
            <a:r>
              <a:rPr lang="en-US" sz="1200" dirty="0">
                <a:latin typeface="+mj-lt"/>
              </a:rPr>
              <a:t>Focus on pattern, repetition, contrast, negative space, and symbolism to communicate meaning.</a:t>
            </a:r>
          </a:p>
          <a:p>
            <a:pPr marL="285750" indent="-285750">
              <a:buFont typeface="Courier New" panose="02070309020205020404" pitchFamily="49" charset="0"/>
              <a:buChar char="o"/>
            </a:pPr>
            <a:r>
              <a:rPr lang="en-US" sz="1200" dirty="0">
                <a:latin typeface="+mj-lt"/>
              </a:rPr>
              <a:t>Develop a black and white A4 graphic design that reflects aspects of your cultural, community, or personal identity.</a:t>
            </a:r>
          </a:p>
          <a:p>
            <a:pPr lvl="0">
              <a:lnSpc>
                <a:spcPct val="107000"/>
              </a:lnSpc>
              <a:spcAft>
                <a:spcPts val="800"/>
              </a:spcAft>
              <a:buSzPts val="1000"/>
              <a:tabLst>
                <a:tab pos="457200" algn="l"/>
              </a:tabLst>
            </a:pPr>
            <a:endParaRPr lang="en-AU" sz="1200" kern="0" dirty="0">
              <a:latin typeface="+mj-lt"/>
              <a:ea typeface="Aptos" panose="020B0004020202020204" pitchFamily="34" charset="0"/>
              <a:cs typeface="Times New Roman" panose="02020603050405020304" pitchFamily="18" charset="0"/>
            </a:endParaRPr>
          </a:p>
          <a:p>
            <a:pPr lvl="0">
              <a:lnSpc>
                <a:spcPct val="107000"/>
              </a:lnSpc>
              <a:buSzPts val="1000"/>
              <a:tabLst>
                <a:tab pos="457200" algn="l"/>
              </a:tabLst>
            </a:pPr>
            <a:r>
              <a:rPr lang="en-AU" sz="1400" b="1" kern="0" dirty="0">
                <a:latin typeface="+mj-lt"/>
                <a:ea typeface="Aptos" panose="020B0004020202020204" pitchFamily="34" charset="0"/>
                <a:cs typeface="Times New Roman" panose="02020603050405020304" pitchFamily="18" charset="0"/>
              </a:rPr>
              <a:t>Process: </a:t>
            </a:r>
          </a:p>
          <a:p>
            <a:pPr marL="285750" lvl="0" indent="-285750">
              <a:buSzPts val="1000"/>
              <a:buFont typeface="Courier New" panose="02070309020205020404" pitchFamily="49" charset="0"/>
              <a:buChar char="o"/>
              <a:tabLst>
                <a:tab pos="457200" algn="l"/>
              </a:tabLst>
            </a:pPr>
            <a:r>
              <a:rPr lang="en-US" sz="1200" kern="0" dirty="0">
                <a:latin typeface="+mj-lt"/>
                <a:ea typeface="Aptos" panose="020B0004020202020204" pitchFamily="34" charset="0"/>
                <a:cs typeface="Times New Roman" panose="02020603050405020304" pitchFamily="18" charset="0"/>
              </a:rPr>
              <a:t>Photocopy or print your design onto A4 acetate transparency.</a:t>
            </a:r>
          </a:p>
          <a:p>
            <a:pPr marL="285750" lvl="0" indent="-285750">
              <a:buSzPts val="1000"/>
              <a:buFont typeface="Courier New" panose="02070309020205020404" pitchFamily="49" charset="0"/>
              <a:buChar char="o"/>
              <a:tabLst>
                <a:tab pos="457200" algn="l"/>
              </a:tabLst>
            </a:pPr>
            <a:r>
              <a:rPr lang="en-US" sz="1200" kern="0" dirty="0">
                <a:latin typeface="+mj-lt"/>
                <a:ea typeface="Aptos" panose="020B0004020202020204" pitchFamily="34" charset="0"/>
                <a:cs typeface="Times New Roman" panose="02020603050405020304" pitchFamily="18" charset="0"/>
              </a:rPr>
              <a:t>Coat fabric or paper with cyanotype solution and expose your design using sunlight to create a </a:t>
            </a:r>
            <a:r>
              <a:rPr lang="en-US" sz="1200" kern="0" dirty="0" err="1">
                <a:latin typeface="+mj-lt"/>
                <a:ea typeface="Aptos" panose="020B0004020202020204" pitchFamily="34" charset="0"/>
                <a:cs typeface="Times New Roman" panose="02020603050405020304" pitchFamily="18" charset="0"/>
              </a:rPr>
              <a:t>sunprint</a:t>
            </a:r>
            <a:r>
              <a:rPr lang="en-US" sz="1200" kern="0" dirty="0">
                <a:latin typeface="+mj-lt"/>
                <a:ea typeface="Aptos" panose="020B0004020202020204" pitchFamily="34" charset="0"/>
                <a:cs typeface="Times New Roman" panose="02020603050405020304" pitchFamily="18" charset="0"/>
              </a:rPr>
              <a:t>.</a:t>
            </a:r>
          </a:p>
          <a:p>
            <a:pPr marL="285750" lvl="0" indent="-285750">
              <a:buSzPts val="1000"/>
              <a:buFont typeface="Courier New" panose="02070309020205020404" pitchFamily="49" charset="0"/>
              <a:buChar char="o"/>
              <a:tabLst>
                <a:tab pos="457200" algn="l"/>
              </a:tabLst>
            </a:pPr>
            <a:r>
              <a:rPr lang="en-US" sz="1200" kern="0" dirty="0">
                <a:latin typeface="+mj-lt"/>
                <a:ea typeface="Aptos" panose="020B0004020202020204" pitchFamily="34" charset="0"/>
                <a:cs typeface="Times New Roman" panose="02020603050405020304" pitchFamily="18" charset="0"/>
              </a:rPr>
              <a:t>Wrap your </a:t>
            </a:r>
            <a:r>
              <a:rPr lang="en-US" sz="1200" kern="0" dirty="0" err="1">
                <a:latin typeface="+mj-lt"/>
                <a:ea typeface="Aptos" panose="020B0004020202020204" pitchFamily="34" charset="0"/>
                <a:cs typeface="Times New Roman" panose="02020603050405020304" pitchFamily="18" charset="0"/>
              </a:rPr>
              <a:t>sunprint</a:t>
            </a:r>
            <a:r>
              <a:rPr lang="en-US" sz="1200" kern="0" dirty="0">
                <a:latin typeface="+mj-lt"/>
                <a:ea typeface="Aptos" panose="020B0004020202020204" pitchFamily="34" charset="0"/>
                <a:cs typeface="Times New Roman" panose="02020603050405020304" pitchFamily="18" charset="0"/>
              </a:rPr>
              <a:t> into a cylindrical form and assemble it as a lantern.</a:t>
            </a:r>
            <a:endParaRPr lang="en-AU" sz="1200" kern="0" dirty="0">
              <a:latin typeface="+mj-lt"/>
              <a:ea typeface="Aptos" panose="020B0004020202020204" pitchFamily="34" charset="0"/>
              <a:cs typeface="Times New Roman" panose="02020603050405020304" pitchFamily="18" charset="0"/>
            </a:endParaRPr>
          </a:p>
          <a:p>
            <a:pPr>
              <a:lnSpc>
                <a:spcPct val="107000"/>
              </a:lnSpc>
              <a:spcAft>
                <a:spcPts val="800"/>
              </a:spcAft>
              <a:buSzPts val="1000"/>
              <a:tabLst>
                <a:tab pos="457200" algn="l"/>
              </a:tabLst>
            </a:pPr>
            <a:endParaRPr lang="en-AU" sz="1400" b="1" kern="0" dirty="0">
              <a:effectLst/>
              <a:latin typeface="+mj-lt"/>
              <a:ea typeface="Aptos" panose="020B0004020202020204" pitchFamily="34" charset="0"/>
              <a:cs typeface="Times New Roman" panose="02020603050405020304" pitchFamily="18" charset="0"/>
            </a:endParaRPr>
          </a:p>
          <a:p>
            <a:pPr>
              <a:lnSpc>
                <a:spcPct val="107000"/>
              </a:lnSpc>
              <a:spcAft>
                <a:spcPts val="800"/>
              </a:spcAft>
              <a:buSzPts val="1000"/>
              <a:tabLst>
                <a:tab pos="457200" algn="l"/>
              </a:tabLst>
            </a:pPr>
            <a:r>
              <a:rPr lang="en-AU" sz="1400" b="1" kern="0" dirty="0">
                <a:effectLst/>
                <a:latin typeface="+mj-lt"/>
                <a:ea typeface="Aptos" panose="020B0004020202020204" pitchFamily="34" charset="0"/>
                <a:cs typeface="Times New Roman" panose="02020603050405020304" pitchFamily="18" charset="0"/>
              </a:rPr>
              <a:t>Objective: </a:t>
            </a:r>
            <a:r>
              <a:rPr lang="en-US" sz="1200" dirty="0">
                <a:latin typeface="+mj-lt"/>
              </a:rPr>
              <a:t>To explore how cultural identity, memory, and place can be expressed through pattern, repetition, text, and symbolism, using mixed media and light.</a:t>
            </a:r>
            <a:endParaRPr lang="en-US" sz="1200" b="1" i="1" dirty="0">
              <a:latin typeface="+mj-lt"/>
            </a:endParaRPr>
          </a:p>
          <a:p>
            <a:pPr algn="ctr">
              <a:lnSpc>
                <a:spcPct val="107000"/>
              </a:lnSpc>
              <a:spcAft>
                <a:spcPts val="800"/>
              </a:spcAft>
              <a:buSzPts val="1000"/>
              <a:tabLst>
                <a:tab pos="457200" algn="l"/>
              </a:tabLst>
            </a:pPr>
            <a:r>
              <a:rPr lang="en-US" sz="1200" b="1" i="1" dirty="0">
                <a:latin typeface="+mj-lt"/>
              </a:rPr>
              <a:t>What stories live within your place or identity? What materials, marks, or messages help you communicate them visually?</a:t>
            </a:r>
            <a:endParaRPr lang="en-AU" sz="1200" b="1" kern="0" dirty="0">
              <a:effectLst/>
              <a:latin typeface="+mj-lt"/>
              <a:ea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E80A8D4-4F00-90C3-8258-1F3352A7EE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19200" y="689150"/>
            <a:ext cx="2157604" cy="1540698"/>
          </a:xfrm>
          <a:prstGeom prst="rect">
            <a:avLst/>
          </a:prstGeom>
        </p:spPr>
      </p:pic>
      <p:pic>
        <p:nvPicPr>
          <p:cNvPr id="1034" name="Picture 10" descr="This may contain: a piece of art that has been collaged together">
            <a:extLst>
              <a:ext uri="{FF2B5EF4-FFF2-40B4-BE49-F238E27FC236}">
                <a16:creationId xmlns:a16="http://schemas.microsoft.com/office/drawing/2014/main" id="{C9DD21DD-0F88-DEE1-A21C-D25D5EDF6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4755" y="3154888"/>
            <a:ext cx="1666494" cy="22219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This may contain: an abstract painting with many different shapes and colors on the paper, as well as words">
            <a:extLst>
              <a:ext uri="{FF2B5EF4-FFF2-40B4-BE49-F238E27FC236}">
                <a16:creationId xmlns:a16="http://schemas.microsoft.com/office/drawing/2014/main" id="{43ED1BA4-CD89-E02C-B4DC-72E566E668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2214" y="1889618"/>
            <a:ext cx="1417900" cy="191177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024CE3B7-FE73-7B0F-643C-1E1BA03E2426}"/>
              </a:ext>
            </a:extLst>
          </p:cNvPr>
          <p:cNvCxnSpPr>
            <a:cxnSpLocks/>
          </p:cNvCxnSpPr>
          <p:nvPr/>
        </p:nvCxnSpPr>
        <p:spPr>
          <a:xfrm>
            <a:off x="7843520" y="233131"/>
            <a:ext cx="0" cy="5143749"/>
          </a:xfrm>
          <a:prstGeom prst="line">
            <a:avLst/>
          </a:prstGeom>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D7E9DB9D-9834-00A3-2BE0-4F710BCB817A}"/>
              </a:ext>
            </a:extLst>
          </p:cNvPr>
          <p:cNvSpPr txBox="1"/>
          <p:nvPr/>
        </p:nvSpPr>
        <p:spPr>
          <a:xfrm>
            <a:off x="4476752" y="233131"/>
            <a:ext cx="3366768" cy="283154"/>
          </a:xfrm>
          <a:prstGeom prst="rect">
            <a:avLst/>
          </a:prstGeom>
          <a:noFill/>
        </p:spPr>
        <p:txBody>
          <a:bodyPr wrap="square">
            <a:spAutoFit/>
          </a:bodyPr>
          <a:lstStyle/>
          <a:p>
            <a:pPr lvl="0" algn="ctr">
              <a:lnSpc>
                <a:spcPct val="107000"/>
              </a:lnSpc>
              <a:spcAft>
                <a:spcPts val="800"/>
              </a:spcAft>
              <a:buSzPts val="1000"/>
              <a:tabLst>
                <a:tab pos="457200" algn="l"/>
              </a:tabLst>
            </a:pPr>
            <a:r>
              <a:rPr lang="en-US" sz="1200" b="1" kern="0" dirty="0">
                <a:latin typeface="+mj-lt"/>
                <a:ea typeface="Times New Roman" panose="02020603050405020304" pitchFamily="18" charset="0"/>
                <a:cs typeface="Times New Roman" panose="02020603050405020304" pitchFamily="18" charset="0"/>
              </a:rPr>
              <a:t>STEP 1: A4 </a:t>
            </a:r>
            <a:r>
              <a:rPr lang="en-US" sz="1200" b="1" kern="0" dirty="0">
                <a:effectLst/>
                <a:latin typeface="+mj-lt"/>
                <a:ea typeface="Times New Roman" panose="02020603050405020304" pitchFamily="18" charset="0"/>
                <a:cs typeface="Times New Roman" panose="02020603050405020304" pitchFamily="18" charset="0"/>
              </a:rPr>
              <a:t>GRAPHIC DESIGN EXAMPLES </a:t>
            </a:r>
            <a:endParaRPr lang="en-AU" sz="1200" b="1" kern="0" dirty="0">
              <a:effectLst/>
              <a:latin typeface="+mj-lt"/>
              <a:ea typeface="Times New Roman" panose="02020603050405020304" pitchFamily="18" charset="0"/>
              <a:cs typeface="Times New Roman" panose="02020603050405020304" pitchFamily="18" charset="0"/>
            </a:endParaRPr>
          </a:p>
        </p:txBody>
      </p:sp>
      <p:pic>
        <p:nvPicPr>
          <p:cNvPr id="1036" name="Picture 12" descr="This may contain: an old photo of a street light in the city">
            <a:extLst>
              <a:ext uri="{FF2B5EF4-FFF2-40B4-BE49-F238E27FC236}">
                <a16:creationId xmlns:a16="http://schemas.microsoft.com/office/drawing/2014/main" id="{FA5C48FD-847D-0C95-DE1E-D765682569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514" t="6652" r="2800" b="6680"/>
          <a:stretch/>
        </p:blipFill>
        <p:spPr bwMode="auto">
          <a:xfrm>
            <a:off x="7918709" y="1357517"/>
            <a:ext cx="1342932" cy="1783308"/>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82BBA3E-12D2-CD11-56CE-DBDF01487881}"/>
              </a:ext>
            </a:extLst>
          </p:cNvPr>
          <p:cNvSpPr txBox="1"/>
          <p:nvPr/>
        </p:nvSpPr>
        <p:spPr>
          <a:xfrm>
            <a:off x="7885432" y="132893"/>
            <a:ext cx="4255127" cy="876009"/>
          </a:xfrm>
          <a:prstGeom prst="rect">
            <a:avLst/>
          </a:prstGeom>
          <a:noFill/>
        </p:spPr>
        <p:txBody>
          <a:bodyPr wrap="square">
            <a:spAutoFit/>
          </a:bodyPr>
          <a:lstStyle/>
          <a:p>
            <a:pPr lvl="0" algn="ctr">
              <a:lnSpc>
                <a:spcPct val="107000"/>
              </a:lnSpc>
              <a:spcAft>
                <a:spcPts val="800"/>
              </a:spcAft>
              <a:buSzPts val="1000"/>
              <a:tabLst>
                <a:tab pos="457200" algn="l"/>
              </a:tabLst>
            </a:pPr>
            <a:r>
              <a:rPr lang="en-US" sz="1200" b="1" kern="0" dirty="0">
                <a:latin typeface="+mj-lt"/>
                <a:ea typeface="Times New Roman" panose="02020603050405020304" pitchFamily="18" charset="0"/>
                <a:cs typeface="Times New Roman" panose="02020603050405020304" pitchFamily="18" charset="0"/>
              </a:rPr>
              <a:t>STEP2 : CYANOTYPE EXAMPLES (WHAT YOUR GRAPHIC DESIGN WILL LOOK LIKE AFTER TURN INTO A LARGE SCALE NEGATIVE AND EXPOSED IN UV LIGHT ON FABRIC COATED IN CYANOTYPE SOLUTION  </a:t>
            </a:r>
            <a:endParaRPr lang="en-AU" sz="1200" b="1" kern="0" dirty="0">
              <a:effectLst/>
              <a:latin typeface="+mj-lt"/>
              <a:ea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2443A8F1-FD18-C63F-81D4-550F225A7827}"/>
              </a:ext>
            </a:extLst>
          </p:cNvPr>
          <p:cNvCxnSpPr/>
          <p:nvPr/>
        </p:nvCxnSpPr>
        <p:spPr>
          <a:xfrm>
            <a:off x="8110728" y="3685032"/>
            <a:ext cx="3666744" cy="0"/>
          </a:xfrm>
          <a:prstGeom prst="line">
            <a:avLst/>
          </a:prstGeom>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D8B094EC-EA8C-4344-1FB0-417B4FD55955}"/>
              </a:ext>
            </a:extLst>
          </p:cNvPr>
          <p:cNvSpPr txBox="1"/>
          <p:nvPr/>
        </p:nvSpPr>
        <p:spPr>
          <a:xfrm>
            <a:off x="8214633" y="3737386"/>
            <a:ext cx="3366768" cy="283154"/>
          </a:xfrm>
          <a:prstGeom prst="rect">
            <a:avLst/>
          </a:prstGeom>
          <a:noFill/>
        </p:spPr>
        <p:txBody>
          <a:bodyPr wrap="square">
            <a:spAutoFit/>
          </a:bodyPr>
          <a:lstStyle/>
          <a:p>
            <a:pPr lvl="0" algn="ctr">
              <a:lnSpc>
                <a:spcPct val="107000"/>
              </a:lnSpc>
              <a:spcAft>
                <a:spcPts val="800"/>
              </a:spcAft>
              <a:buSzPts val="1000"/>
              <a:tabLst>
                <a:tab pos="457200" algn="l"/>
              </a:tabLst>
            </a:pPr>
            <a:r>
              <a:rPr lang="en-US" sz="1200" b="1" kern="0" dirty="0">
                <a:latin typeface="+mj-lt"/>
                <a:ea typeface="Times New Roman" panose="02020603050405020304" pitchFamily="18" charset="0"/>
                <a:cs typeface="Times New Roman" panose="02020603050405020304" pitchFamily="18" charset="0"/>
              </a:rPr>
              <a:t>STEP 3: END RESULT OF CYANOTYPE LANTERN </a:t>
            </a:r>
            <a:endParaRPr lang="en-AU" sz="1200" b="1" kern="0" dirty="0">
              <a:effectLst/>
              <a:latin typeface="+mj-lt"/>
              <a:ea typeface="Times New Roman" panose="02020603050405020304" pitchFamily="18" charset="0"/>
              <a:cs typeface="Times New Roman" panose="02020603050405020304" pitchFamily="18" charset="0"/>
            </a:endParaRPr>
          </a:p>
        </p:txBody>
      </p:sp>
      <p:pic>
        <p:nvPicPr>
          <p:cNvPr id="1038" name="Picture 14" descr="This may contain: a collage of old cars and motorcycles is displayed on a white wall in an art gallery">
            <a:extLst>
              <a:ext uri="{FF2B5EF4-FFF2-40B4-BE49-F238E27FC236}">
                <a16:creationId xmlns:a16="http://schemas.microsoft.com/office/drawing/2014/main" id="{4E509607-C4F8-A2F7-355D-08F2CDD248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06159" y="1357249"/>
            <a:ext cx="1309302" cy="174519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his may contain: a black and white collage with flowers on it's side, in the shape of a woman's head">
            <a:extLst>
              <a:ext uri="{FF2B5EF4-FFF2-40B4-BE49-F238E27FC236}">
                <a16:creationId xmlns:a16="http://schemas.microsoft.com/office/drawing/2014/main" id="{7B692448-E468-F46D-4424-1D5E91AAB1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36829" y="1230397"/>
            <a:ext cx="1394142" cy="190712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flower vases – Paolo Saccheri">
            <a:extLst>
              <a:ext uri="{FF2B5EF4-FFF2-40B4-BE49-F238E27FC236}">
                <a16:creationId xmlns:a16="http://schemas.microsoft.com/office/drawing/2014/main" id="{974D57CA-6179-9A1E-52A9-46E5E90561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13425" y="4189143"/>
            <a:ext cx="1526504" cy="114487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Judypickettart">
            <a:extLst>
              <a:ext uri="{FF2B5EF4-FFF2-40B4-BE49-F238E27FC236}">
                <a16:creationId xmlns:a16="http://schemas.microsoft.com/office/drawing/2014/main" id="{A3D52566-0B59-BE5B-8974-8B4E125C7B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13417" y="4194069"/>
            <a:ext cx="1139952" cy="113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37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his may contain: an abstract painting with the word q and numbers on it's side in blue, yellow, green, red, black and white colors">
            <a:extLst>
              <a:ext uri="{FF2B5EF4-FFF2-40B4-BE49-F238E27FC236}">
                <a16:creationId xmlns:a16="http://schemas.microsoft.com/office/drawing/2014/main" id="{90B8E14D-0D1B-E886-A43E-652014F61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358" y="1355303"/>
            <a:ext cx="2669067" cy="37754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is may contain: three people are holding their hands together in the shape of a map">
            <a:extLst>
              <a:ext uri="{FF2B5EF4-FFF2-40B4-BE49-F238E27FC236}">
                <a16:creationId xmlns:a16="http://schemas.microsoft.com/office/drawing/2014/main" id="{C21ADCCE-4DC8-7D89-8864-C2A215AFC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0382" y="1567848"/>
            <a:ext cx="2272830" cy="31857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BCDBBE2-6730-934B-4AA9-C24585B75B91}"/>
              </a:ext>
            </a:extLst>
          </p:cNvPr>
          <p:cNvSpPr txBox="1"/>
          <p:nvPr/>
        </p:nvSpPr>
        <p:spPr>
          <a:xfrm>
            <a:off x="386334" y="89654"/>
            <a:ext cx="4853178" cy="369332"/>
          </a:xfrm>
          <a:prstGeom prst="rect">
            <a:avLst/>
          </a:prstGeom>
          <a:noFill/>
        </p:spPr>
        <p:txBody>
          <a:bodyPr wrap="square">
            <a:spAutoFit/>
          </a:bodyPr>
          <a:lstStyle/>
          <a:p>
            <a:r>
              <a:rPr lang="en-US" dirty="0"/>
              <a:t>INSPIRATION FOR YOUR GRAPHIC A4 DESIGN </a:t>
            </a:r>
          </a:p>
        </p:txBody>
      </p:sp>
      <p:pic>
        <p:nvPicPr>
          <p:cNvPr id="5" name="Picture 4">
            <a:extLst>
              <a:ext uri="{FF2B5EF4-FFF2-40B4-BE49-F238E27FC236}">
                <a16:creationId xmlns:a16="http://schemas.microsoft.com/office/drawing/2014/main" id="{1EE6D8AC-9BB1-6247-B030-C08B8518BF85}"/>
              </a:ext>
            </a:extLst>
          </p:cNvPr>
          <p:cNvPicPr>
            <a:picLocks noChangeAspect="1"/>
          </p:cNvPicPr>
          <p:nvPr/>
        </p:nvPicPr>
        <p:blipFill>
          <a:blip r:embed="rId4"/>
          <a:srcRect l="3076" t="1928" r="3614" b="3166"/>
          <a:stretch/>
        </p:blipFill>
        <p:spPr>
          <a:xfrm>
            <a:off x="2689887" y="985520"/>
            <a:ext cx="1858988" cy="2521093"/>
          </a:xfrm>
          <a:prstGeom prst="rect">
            <a:avLst/>
          </a:prstGeom>
        </p:spPr>
      </p:pic>
      <p:pic>
        <p:nvPicPr>
          <p:cNvPr id="1030" name="Picture 6" descr="This may contain: a poster with some type of writing on it's back side and the words to be">
            <a:extLst>
              <a:ext uri="{FF2B5EF4-FFF2-40B4-BE49-F238E27FC236}">
                <a16:creationId xmlns:a16="http://schemas.microsoft.com/office/drawing/2014/main" id="{4F648B16-686C-2B08-248F-A5FB51931C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7066"/>
          <a:stretch/>
        </p:blipFill>
        <p:spPr bwMode="auto">
          <a:xfrm>
            <a:off x="7352525" y="4753642"/>
            <a:ext cx="1727294" cy="202367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his may contain: a map with the name amsterdam on it, and an image of a man's face">
            <a:extLst>
              <a:ext uri="{FF2B5EF4-FFF2-40B4-BE49-F238E27FC236}">
                <a16:creationId xmlns:a16="http://schemas.microsoft.com/office/drawing/2014/main" id="{59F6302F-B90F-1036-4ABB-8A31DA5BF5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8734" y="4196080"/>
            <a:ext cx="1934464" cy="24180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is may contain: a drawing of a man's face on top of a map">
            <a:extLst>
              <a:ext uri="{FF2B5EF4-FFF2-40B4-BE49-F238E27FC236}">
                <a16:creationId xmlns:a16="http://schemas.microsoft.com/office/drawing/2014/main" id="{30CF5E57-8A57-7D23-1C53-C08F8E2FF8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65988" y="243840"/>
            <a:ext cx="1963373" cy="361696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tory pin image">
            <a:extLst>
              <a:ext uri="{FF2B5EF4-FFF2-40B4-BE49-F238E27FC236}">
                <a16:creationId xmlns:a16="http://schemas.microsoft.com/office/drawing/2014/main" id="{E6D5E893-0C79-F189-3737-CE248F7B76D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511" t="8445" r="16479" b="6391"/>
          <a:stretch/>
        </p:blipFill>
        <p:spPr bwMode="auto">
          <a:xfrm>
            <a:off x="7561520" y="409599"/>
            <a:ext cx="2244222" cy="399146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is may contain: a collage of various images and words on a white background with red, blue, and pink shapes">
            <a:extLst>
              <a:ext uri="{FF2B5EF4-FFF2-40B4-BE49-F238E27FC236}">
                <a16:creationId xmlns:a16="http://schemas.microsoft.com/office/drawing/2014/main" id="{0927B413-B778-D992-3C49-10A0B27BA6A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5859" y="4196080"/>
            <a:ext cx="1782931" cy="2228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40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F12ADD-E9C6-C8A9-6295-E1033A0FA6AF}"/>
              </a:ext>
            </a:extLst>
          </p:cNvPr>
          <p:cNvPicPr>
            <a:picLocks noChangeAspect="1"/>
          </p:cNvPicPr>
          <p:nvPr/>
        </p:nvPicPr>
        <p:blipFill>
          <a:blip r:embed="rId2"/>
          <a:stretch>
            <a:fillRect/>
          </a:stretch>
        </p:blipFill>
        <p:spPr>
          <a:xfrm>
            <a:off x="0" y="29175"/>
            <a:ext cx="9323614" cy="580864"/>
          </a:xfrm>
          <a:prstGeom prst="rect">
            <a:avLst/>
          </a:prstGeom>
        </p:spPr>
      </p:pic>
      <p:sp>
        <p:nvSpPr>
          <p:cNvPr id="5" name="Google Shape;114;p17">
            <a:extLst>
              <a:ext uri="{FF2B5EF4-FFF2-40B4-BE49-F238E27FC236}">
                <a16:creationId xmlns:a16="http://schemas.microsoft.com/office/drawing/2014/main" id="{7D2FD7BB-97F1-95C3-AF95-41F4F4BF87EA}"/>
              </a:ext>
            </a:extLst>
          </p:cNvPr>
          <p:cNvSpPr/>
          <p:nvPr/>
        </p:nvSpPr>
        <p:spPr>
          <a:xfrm>
            <a:off x="597589" y="1224642"/>
            <a:ext cx="4888811" cy="440871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i="1" dirty="0">
                <a:latin typeface="+mj-lt"/>
                <a:ea typeface="Lato"/>
                <a:cs typeface="Lato"/>
                <a:sym typeface="Lato"/>
              </a:rPr>
              <a:t>Insert clear image of artwork </a:t>
            </a:r>
          </a:p>
          <a:p>
            <a:pPr marL="0" lvl="0" indent="0" algn="ctr" rtl="0">
              <a:spcBef>
                <a:spcPts val="0"/>
              </a:spcBef>
              <a:spcAft>
                <a:spcPts val="0"/>
              </a:spcAft>
              <a:buNone/>
            </a:pPr>
            <a:r>
              <a:rPr lang="en-US" i="1" dirty="0">
                <a:latin typeface="+mj-lt"/>
                <a:ea typeface="Lato"/>
                <a:cs typeface="Lato"/>
                <a:sym typeface="Lato"/>
              </a:rPr>
              <a:t>Crop the image to frame the work (nothing in the background)</a:t>
            </a:r>
          </a:p>
        </p:txBody>
      </p:sp>
      <p:sp>
        <p:nvSpPr>
          <p:cNvPr id="6" name="TextBox 5">
            <a:extLst>
              <a:ext uri="{FF2B5EF4-FFF2-40B4-BE49-F238E27FC236}">
                <a16:creationId xmlns:a16="http://schemas.microsoft.com/office/drawing/2014/main" id="{30D495C8-FE8E-83E2-032F-0DA07C0337BF}"/>
              </a:ext>
            </a:extLst>
          </p:cNvPr>
          <p:cNvSpPr txBox="1"/>
          <p:nvPr/>
        </p:nvSpPr>
        <p:spPr>
          <a:xfrm>
            <a:off x="6153521" y="696838"/>
            <a:ext cx="5498411" cy="1055608"/>
          </a:xfrm>
          <a:prstGeom prst="round2DiagRect">
            <a:avLst/>
          </a:prstGeom>
          <a:noFill/>
          <a:ln w="12700">
            <a:solidFill>
              <a:schemeClr val="tx1"/>
            </a:solidFill>
            <a:prstDash val="dash"/>
          </a:ln>
        </p:spPr>
        <p:txBody>
          <a:bodyPr wrap="square" rtlCol="0">
            <a:spAutoFit/>
          </a:bodyPr>
          <a:lstStyle/>
          <a:p>
            <a:r>
              <a:rPr lang="en-US" sz="1400" b="1" dirty="0"/>
              <a:t>Researching: </a:t>
            </a:r>
            <a:r>
              <a:rPr lang="en-US" sz="1400" dirty="0"/>
              <a:t>How did you react to stimulus?</a:t>
            </a:r>
            <a:endParaRPr lang="en-US" sz="1400" b="1" dirty="0"/>
          </a:p>
          <a:p>
            <a:endParaRPr lang="en-US" sz="1400" b="1" dirty="0"/>
          </a:p>
          <a:p>
            <a:endParaRPr lang="en-US" sz="1400" b="1" dirty="0"/>
          </a:p>
          <a:p>
            <a:endParaRPr lang="en-US" sz="1400" b="1" dirty="0"/>
          </a:p>
        </p:txBody>
      </p:sp>
      <p:sp>
        <p:nvSpPr>
          <p:cNvPr id="7" name="TextBox 6">
            <a:extLst>
              <a:ext uri="{FF2B5EF4-FFF2-40B4-BE49-F238E27FC236}">
                <a16:creationId xmlns:a16="http://schemas.microsoft.com/office/drawing/2014/main" id="{1C325750-AAF8-3A5C-3F81-65982FAC83D9}"/>
              </a:ext>
            </a:extLst>
          </p:cNvPr>
          <p:cNvSpPr txBox="1"/>
          <p:nvPr/>
        </p:nvSpPr>
        <p:spPr>
          <a:xfrm>
            <a:off x="6153519" y="1943961"/>
            <a:ext cx="5498411" cy="578882"/>
          </a:xfrm>
          <a:prstGeom prst="round2DiagRect">
            <a:avLst/>
          </a:prstGeom>
          <a:noFill/>
          <a:ln w="12700">
            <a:solidFill>
              <a:schemeClr val="tx1"/>
            </a:solidFill>
            <a:prstDash val="dash"/>
          </a:ln>
        </p:spPr>
        <p:txBody>
          <a:bodyPr wrap="square" rtlCol="0">
            <a:spAutoFit/>
          </a:bodyPr>
          <a:lstStyle/>
          <a:p>
            <a:r>
              <a:rPr lang="en-US" sz="1400" b="1" dirty="0"/>
              <a:t>Developing: </a:t>
            </a:r>
            <a:r>
              <a:rPr lang="en-US" sz="1400" dirty="0"/>
              <a:t>How did you generate solutions to visual problems? Insert a photograph/s detail of the artwork below</a:t>
            </a:r>
            <a:endParaRPr lang="en-US" sz="1400" b="1" dirty="0"/>
          </a:p>
        </p:txBody>
      </p:sp>
      <p:sp>
        <p:nvSpPr>
          <p:cNvPr id="8" name="Google Shape;117;p17">
            <a:extLst>
              <a:ext uri="{FF2B5EF4-FFF2-40B4-BE49-F238E27FC236}">
                <a16:creationId xmlns:a16="http://schemas.microsoft.com/office/drawing/2014/main" id="{1A9FD799-B9A1-AA12-2069-C198E8968797}"/>
              </a:ext>
            </a:extLst>
          </p:cNvPr>
          <p:cNvSpPr/>
          <p:nvPr/>
        </p:nvSpPr>
        <p:spPr>
          <a:xfrm>
            <a:off x="7048502" y="2676716"/>
            <a:ext cx="1645529" cy="1136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7;p17">
            <a:extLst>
              <a:ext uri="{FF2B5EF4-FFF2-40B4-BE49-F238E27FC236}">
                <a16:creationId xmlns:a16="http://schemas.microsoft.com/office/drawing/2014/main" id="{40E7B6F6-2733-C349-D73E-148878CBE3A7}"/>
              </a:ext>
            </a:extLst>
          </p:cNvPr>
          <p:cNvSpPr/>
          <p:nvPr/>
        </p:nvSpPr>
        <p:spPr>
          <a:xfrm>
            <a:off x="9323614" y="2676716"/>
            <a:ext cx="1645529" cy="1136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FAD8E30A-6B71-D0D7-7BCA-AAF99987BFEE}"/>
              </a:ext>
            </a:extLst>
          </p:cNvPr>
          <p:cNvSpPr txBox="1"/>
          <p:nvPr/>
        </p:nvSpPr>
        <p:spPr>
          <a:xfrm>
            <a:off x="6153519" y="4016510"/>
            <a:ext cx="5498411" cy="1293971"/>
          </a:xfrm>
          <a:prstGeom prst="round2DiagRect">
            <a:avLst/>
          </a:prstGeom>
          <a:noFill/>
          <a:ln w="12700">
            <a:solidFill>
              <a:schemeClr val="tx1"/>
            </a:solidFill>
            <a:prstDash val="dash"/>
          </a:ln>
        </p:spPr>
        <p:txBody>
          <a:bodyPr wrap="square" rtlCol="0">
            <a:spAutoFit/>
          </a:bodyPr>
          <a:lstStyle/>
          <a:p>
            <a:r>
              <a:rPr lang="en-US" sz="1400" b="1" dirty="0"/>
              <a:t>Reflecting: </a:t>
            </a:r>
            <a:r>
              <a:rPr lang="en-US" sz="1400" dirty="0"/>
              <a:t>How did you consider ideas and information, media techniques and processes?</a:t>
            </a:r>
          </a:p>
          <a:p>
            <a:endParaRPr lang="en-US" sz="1400" b="1" dirty="0"/>
          </a:p>
          <a:p>
            <a:endParaRPr lang="en-US" sz="1400" b="1" dirty="0"/>
          </a:p>
          <a:p>
            <a:endParaRPr lang="en-US" sz="1400" b="1" dirty="0"/>
          </a:p>
        </p:txBody>
      </p:sp>
      <p:sp>
        <p:nvSpPr>
          <p:cNvPr id="12" name="TextBox 11">
            <a:extLst>
              <a:ext uri="{FF2B5EF4-FFF2-40B4-BE49-F238E27FC236}">
                <a16:creationId xmlns:a16="http://schemas.microsoft.com/office/drawing/2014/main" id="{FE5CD907-AA3A-F0B2-C514-F49CCAC64DF7}"/>
              </a:ext>
            </a:extLst>
          </p:cNvPr>
          <p:cNvSpPr txBox="1"/>
          <p:nvPr/>
        </p:nvSpPr>
        <p:spPr>
          <a:xfrm>
            <a:off x="6153518" y="5514175"/>
            <a:ext cx="5498411" cy="1055608"/>
          </a:xfrm>
          <a:prstGeom prst="round2DiagRect">
            <a:avLst/>
          </a:prstGeom>
          <a:noFill/>
          <a:ln w="12700">
            <a:solidFill>
              <a:schemeClr val="tx1"/>
            </a:solidFill>
            <a:prstDash val="dash"/>
          </a:ln>
        </p:spPr>
        <p:txBody>
          <a:bodyPr wrap="square" rtlCol="0">
            <a:spAutoFit/>
          </a:bodyPr>
          <a:lstStyle/>
          <a:p>
            <a:r>
              <a:rPr lang="en-US" sz="1400" b="1" dirty="0"/>
              <a:t>Evaluate: </a:t>
            </a:r>
            <a:r>
              <a:rPr lang="en-US" sz="1400" dirty="0"/>
              <a:t>How successful was the experiment? Why? </a:t>
            </a:r>
            <a:endParaRPr lang="en-US" sz="1400" b="1" dirty="0"/>
          </a:p>
          <a:p>
            <a:endParaRPr lang="en-US" sz="1400" b="1" dirty="0"/>
          </a:p>
          <a:p>
            <a:endParaRPr lang="en-US" sz="1400" b="1" dirty="0"/>
          </a:p>
          <a:p>
            <a:endParaRPr lang="en-US" sz="1400" b="1" dirty="0"/>
          </a:p>
        </p:txBody>
      </p:sp>
      <p:pic>
        <p:nvPicPr>
          <p:cNvPr id="2" name="Picture 1">
            <a:extLst>
              <a:ext uri="{FF2B5EF4-FFF2-40B4-BE49-F238E27FC236}">
                <a16:creationId xmlns:a16="http://schemas.microsoft.com/office/drawing/2014/main" id="{C92D0303-17B6-53F5-117D-23EFD9A8B98C}"/>
              </a:ext>
            </a:extLst>
          </p:cNvPr>
          <p:cNvPicPr>
            <a:picLocks noChangeAspect="1"/>
          </p:cNvPicPr>
          <p:nvPr/>
        </p:nvPicPr>
        <p:blipFill>
          <a:blip r:embed="rId3"/>
          <a:stretch>
            <a:fillRect/>
          </a:stretch>
        </p:blipFill>
        <p:spPr>
          <a:xfrm>
            <a:off x="10495887" y="66696"/>
            <a:ext cx="1696113" cy="543343"/>
          </a:xfrm>
          <a:prstGeom prst="rect">
            <a:avLst/>
          </a:prstGeom>
        </p:spPr>
      </p:pic>
    </p:spTree>
    <p:extLst>
      <p:ext uri="{BB962C8B-B14F-4D97-AF65-F5344CB8AC3E}">
        <p14:creationId xmlns:p14="http://schemas.microsoft.com/office/powerpoint/2010/main" val="4115079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b8a18a-7af3-4931-9d08-29df45da2bd9}" enabled="0" method="" siteId="{49b8a18a-7af3-4931-9d08-29df45da2bd9}" removed="1"/>
</clbl:labelList>
</file>

<file path=docProps/app.xml><?xml version="1.0" encoding="utf-8"?>
<Properties xmlns="http://schemas.openxmlformats.org/officeDocument/2006/extended-properties" xmlns:vt="http://schemas.openxmlformats.org/officeDocument/2006/docPropsVTypes">
  <TotalTime>361</TotalTime>
  <Words>526</Words>
  <Application>Microsoft Office PowerPoint</Application>
  <PresentationFormat>Widescreen</PresentationFormat>
  <Paragraphs>52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lastModifiedBy>Jacqueline Ockwell</cp:lastModifiedBy>
  <cp:revision>1</cp:revision>
  <dcterms:created xsi:type="dcterms:W3CDTF">2025-04-25T02:11:06Z</dcterms:created>
  <dcterms:modified xsi:type="dcterms:W3CDTF">2025-05-06T01:58:06Z</dcterms:modified>
</cp:coreProperties>
</file>