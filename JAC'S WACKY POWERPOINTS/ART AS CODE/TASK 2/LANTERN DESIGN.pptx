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D50"/>
    <a:srgbClr val="006A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40F0-2D28-E1E8-D595-6AC4BFCCF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3B7C4-4256-E7F9-8F09-09E1816FF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D82DA-2425-E147-121C-E3229E871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D44D-FB32-401D-B7B2-E33600C338FA}" type="datetimeFigureOut">
              <a:rPr lang="en-AU" smtClean="0"/>
              <a:t>13/05/2025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D6C2B-5C0A-3B98-124B-BB86DC9F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FF954-B329-D8D9-973D-94FED6E5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BE73-657E-45A7-AA36-C7194723D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396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9503-A817-9C6D-1BFF-9944E18E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73E55-AF70-DBB5-B695-337D21894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87D9E-4DB3-6469-9207-D9DCD3E83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D44D-FB32-401D-B7B2-E33600C338FA}" type="datetimeFigureOut">
              <a:rPr lang="en-AU" smtClean="0"/>
              <a:t>13/05/2025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897F-B6C2-07E2-47A0-FB3101E0C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71A74-F526-E3EE-A916-E9E26A88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BE73-657E-45A7-AA36-C7194723D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4111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8DDF-7FD1-C699-8D26-1A12965B2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B95BB-D5BA-C430-824E-5D019CE84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26B87-3FE2-9359-AF58-1C539B07E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D44D-FB32-401D-B7B2-E33600C338FA}" type="datetimeFigureOut">
              <a:rPr lang="en-AU" smtClean="0"/>
              <a:t>13/05/2025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0EBAC-22E9-2DE7-74E6-DB4D6A178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477FD-E7B3-DC8D-CFD2-9E28DF34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BE73-657E-45A7-AA36-C7194723D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5361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6C72-ADCA-6329-D507-CAA7A73B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85C40-891A-6C13-1AC1-FDD847027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653A2-19D9-912C-7852-F2FE35123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C39B7-842A-A42A-80AC-519C550F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D44D-FB32-401D-B7B2-E33600C338FA}" type="datetimeFigureOut">
              <a:rPr lang="en-AU" smtClean="0"/>
              <a:t>13/05/2025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18A01-4666-F04B-2AF6-856E4D16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42C03-CD2B-5771-2619-E9B9BCE3F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BE73-657E-45A7-AA36-C7194723D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77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B439D-F70C-FB89-643A-8495EAD2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D0F9D-3E36-7C22-EF65-C4636B071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56ECC-17BC-F4FA-40D6-9BB2F22CA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150961-7402-F5F8-5B7A-642017E242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A7D985-85FB-4AB6-206B-2AC45E25D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E6BA1-0956-1E17-6E90-927B5BFDA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D44D-FB32-401D-B7B2-E33600C338FA}" type="datetimeFigureOut">
              <a:rPr lang="en-AU" smtClean="0"/>
              <a:t>13/05/2025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AA39B5-38F8-06FE-1136-B269C50A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BFB277-F66B-58E1-967B-AB6448C6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BE73-657E-45A7-AA36-C7194723D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0235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B2A9-58EC-1B88-0A90-4E33DAA7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8B4F1-A8EC-EFAD-E39B-D028353A0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D44D-FB32-401D-B7B2-E33600C338FA}" type="datetimeFigureOut">
              <a:rPr lang="en-AU" smtClean="0"/>
              <a:t>13/05/2025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F928E-C9D0-9521-F73C-627BE973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9A7DD-75CC-2942-DAF9-DF5CECB2F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BE73-657E-45A7-AA36-C7194723D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7223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2CEF9-1761-B461-14D3-1C1958DAC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D44D-FB32-401D-B7B2-E33600C338FA}" type="datetimeFigureOut">
              <a:rPr lang="en-AU" smtClean="0"/>
              <a:t>13/05/2025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F8070E-43F0-B1DC-4F33-F38396FCE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F1DEB-7927-0875-6F34-B70270E98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BE73-657E-45A7-AA36-C7194723D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662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8A313-EECA-A3E3-4144-0AD0FC272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1F273-A445-C518-9403-6A1DFF94C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70685-3937-44AA-11B7-374CEB451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6EE97-8669-6EBC-B6FF-D959550C0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D44D-FB32-401D-B7B2-E33600C338FA}" type="datetimeFigureOut">
              <a:rPr lang="en-AU" smtClean="0"/>
              <a:t>13/05/2025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E1F3F-E965-9CC1-A68D-40AA5650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71F33-E3E9-69AC-1680-0FD4EEBF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BE73-657E-45A7-AA36-C7194723D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948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8AA4-5A8E-8FDB-835C-CEAC0E289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755CD-CD92-CD27-4074-88B96DB2F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D2CB7-F0AC-4929-5B59-6A9212B6C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8E0AF-8B19-0788-AA1F-5DCFACA5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D44D-FB32-401D-B7B2-E33600C338FA}" type="datetimeFigureOut">
              <a:rPr lang="en-AU" smtClean="0"/>
              <a:t>13/05/2025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79CBF-2BC0-5246-573E-FE85F3B4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60278-47F6-375A-FD9E-405A0CD9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BE73-657E-45A7-AA36-C7194723D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13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5268-0454-F0D5-5B3E-FEBC19859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16527-790A-6AA2-908D-9CB74314E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03FCB-2865-55CC-D025-3DED3A4C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D44D-FB32-401D-B7B2-E33600C338FA}" type="datetimeFigureOut">
              <a:rPr lang="en-AU" smtClean="0"/>
              <a:t>13/05/2025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070A1-6949-5EDF-431E-783356D6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210CE-0A32-9280-3933-88DF1D37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BE73-657E-45A7-AA36-C7194723D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8879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15C19D-A205-93FC-F961-F48BEB709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D10CB-2C2E-B0ED-D3C1-22EF11B48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C7A94-75A1-5512-8378-7730AFC0B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D44D-FB32-401D-B7B2-E33600C338FA}" type="datetimeFigureOut">
              <a:rPr lang="en-AU" smtClean="0"/>
              <a:t>13/05/2025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9AEA-EE70-774D-3E75-EAAC5B5CE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01264-DF57-9F33-52D5-179DBAF8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BE73-657E-45A7-AA36-C7194723D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880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F600D-A2D6-C61A-C398-C575893EF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02772-F367-59E6-66CC-5BE67A5E4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13CEB-6CFB-82A0-8852-E9C8F7AD9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FD44D-FB32-401D-B7B2-E33600C338FA}" type="datetimeFigureOut">
              <a:rPr lang="en-AU" smtClean="0"/>
              <a:t>13/05/2025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FEDC7-5583-D33F-66DE-2838D2AB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6AFA5-960F-68AE-5CBC-B02A23A1E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9BE73-657E-45A7-AA36-C7194723DE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7110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DF7D9F-741A-04E3-B41E-628E0D609522}"/>
              </a:ext>
            </a:extLst>
          </p:cNvPr>
          <p:cNvSpPr txBox="1"/>
          <p:nvPr/>
        </p:nvSpPr>
        <p:spPr>
          <a:xfrm>
            <a:off x="246743" y="326574"/>
            <a:ext cx="4606243" cy="6093976"/>
          </a:xfrm>
          <a:prstGeom prst="rect">
            <a:avLst/>
          </a:prstGeom>
          <a:solidFill>
            <a:srgbClr val="0F2D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chemeClr val="bg1"/>
                </a:solidFill>
                <a:latin typeface="+mj-lt"/>
              </a:rPr>
              <a:t>Lantern Design Lesson Instructions</a:t>
            </a:r>
          </a:p>
          <a:p>
            <a:pPr>
              <a:buNone/>
            </a:pPr>
            <a:endParaRPr lang="en-US" b="1" dirty="0">
              <a:solidFill>
                <a:schemeClr val="bg1"/>
              </a:solidFill>
              <a:latin typeface="+mj-lt"/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STEP 1: Enlarge Your A4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Take your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original A4 black and white design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and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photocopy it at a larger scale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Produce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1 original + 3 altered versions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of your design using the photocopier.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Play with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enlargement, cropping, repetition, and rotation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Adjust the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darkness settings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on the copier to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level 3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for maximum contrast.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Look closely at how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design elements (line, shape, pattern, contrast)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emerge in new and interesting ways as you manipulate the original.</a:t>
            </a:r>
          </a:p>
          <a:p>
            <a:pPr>
              <a:buNone/>
            </a:pPr>
            <a:endParaRPr lang="en-US" b="1" dirty="0">
              <a:solidFill>
                <a:schemeClr val="bg1"/>
              </a:solidFill>
              <a:latin typeface="+mj-lt"/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  <a:latin typeface="+mj-lt"/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STEP 2: Design Your Lantern Structure</a:t>
            </a: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While you're waiting for the photocopier: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Begin planning what your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final lantern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will look like.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Will it be a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cylinder, square, or another geometric form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Will you create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one large lantern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, or a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series of 2 or 3 smaller ones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in different sizes and shapes?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Use your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SKETCHBOOK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to sketch out your ideas. 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Annotate with dimensions!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Refer to examples!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+mj-lt"/>
              </a:rPr>
              <a:t>Think about how your altered designs will wrap or fold into your chosen structure.</a:t>
            </a:r>
          </a:p>
        </p:txBody>
      </p:sp>
      <p:pic>
        <p:nvPicPr>
          <p:cNvPr id="1026" name="Picture 2" descr="Story pin image">
            <a:extLst>
              <a:ext uri="{FF2B5EF4-FFF2-40B4-BE49-F238E27FC236}">
                <a16:creationId xmlns:a16="http://schemas.microsoft.com/office/drawing/2014/main" id="{125A7952-AF95-7258-D600-2D495EF7C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039" y="431809"/>
            <a:ext cx="2612569" cy="2612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is contains: Cyanotype blue and white Honesty Botanical prints on material made into lampshades and lanterns">
            <a:extLst>
              <a:ext uri="{FF2B5EF4-FFF2-40B4-BE49-F238E27FC236}">
                <a16:creationId xmlns:a16="http://schemas.microsoft.com/office/drawing/2014/main" id="{764129A8-A31D-88E9-BFD0-134600245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9387" y="146957"/>
            <a:ext cx="2196885" cy="2181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is may contain: several boxes are stacked on top of each other">
            <a:extLst>
              <a:ext uri="{FF2B5EF4-FFF2-40B4-BE49-F238E27FC236}">
                <a16:creationId xmlns:a16="http://schemas.microsoft.com/office/drawing/2014/main" id="{C5BF669A-D6F0-B086-6587-EB3FDB131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016" y="4098474"/>
            <a:ext cx="2844454" cy="2612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is may contain: three tall wooden sculptures sitting on top of a cement floor">
            <a:extLst>
              <a:ext uri="{FF2B5EF4-FFF2-40B4-BE49-F238E27FC236}">
                <a16:creationId xmlns:a16="http://schemas.microsoft.com/office/drawing/2014/main" id="{A7648B63-BE5C-0E43-541E-AFCED796F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454" y="2792189"/>
            <a:ext cx="1741713" cy="261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is may contain: two tall blue and white vases sitting on top of a wooden table next to each other">
            <a:extLst>
              <a:ext uri="{FF2B5EF4-FFF2-40B4-BE49-F238E27FC236}">
                <a16:creationId xmlns:a16="http://schemas.microsoft.com/office/drawing/2014/main" id="{6844E118-2C80-4139-70B1-970299994D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18"/>
          <a:stretch/>
        </p:blipFill>
        <p:spPr bwMode="auto">
          <a:xfrm>
            <a:off x="7721038" y="816431"/>
            <a:ext cx="2379627" cy="276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his may contain: some paper lanterns sitting on top of a wooden table next to a potted plant">
            <a:extLst>
              <a:ext uri="{FF2B5EF4-FFF2-40B4-BE49-F238E27FC236}">
                <a16:creationId xmlns:a16="http://schemas.microsoft.com/office/drawing/2014/main" id="{CE0F306F-7102-CF8F-73E7-AF4520EA57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05" b="22143"/>
          <a:stretch/>
        </p:blipFill>
        <p:spPr bwMode="auto">
          <a:xfrm>
            <a:off x="5024970" y="3373562"/>
            <a:ext cx="2524084" cy="15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618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184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Ockwell</dc:creator>
  <cp:lastModifiedBy>Jacqueline Ockwell</cp:lastModifiedBy>
  <cp:revision>1</cp:revision>
  <dcterms:created xsi:type="dcterms:W3CDTF">2025-05-13T01:44:59Z</dcterms:created>
  <dcterms:modified xsi:type="dcterms:W3CDTF">2025-05-13T02:06:02Z</dcterms:modified>
</cp:coreProperties>
</file>