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449A-D17F-F4F0-5233-6FED1B7AC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8CAF6-731B-F9F6-BAAE-3CEE94970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FE3AC-2B43-B7FC-735C-6933630A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48E62-C44E-A96E-D97A-69623CE3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53136-6C2C-2C6E-EE63-A272AE8F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928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0A7B-6E4C-3CA0-F33F-AADAD990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771F-3B2A-6C43-A131-BF5A50EE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B71B3-0ECE-18AD-0393-FE7D0489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9513-D660-6E28-093E-6A8B80F3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63661-B6B7-647A-69A8-46C191BC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92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A3EA-6296-872F-CE63-F9388D980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7DC44-8A5D-5143-C99F-E86709A7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4D173-E31B-EC55-20DA-633886A1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26528-2179-8233-2991-4E9C9526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02569-0403-1448-7F57-B2401B8B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398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DBAF-C4FD-0992-5983-974623DC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140E7-D202-D09C-CD29-EF85F772A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6CB88-1812-5455-FD92-8BEF6141C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4352-7A1D-CD7E-1520-7B44BD44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DAD07-B08C-D650-9B3A-BD9A6F94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A41AA-3C75-6EEE-706B-61B4FF88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45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A8E2-8458-5A8C-6351-7F0F0590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5EE1E-BE3A-8525-3ECE-C93537C69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79EDB-846D-E05B-02D6-4CDA392DE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BE5DB-A901-677C-77F5-E6C9CC80C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51210-0BED-9CFF-570B-9CF956CEB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07EC04-FFD1-B4EE-9E56-142EDB31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C3ACB-9B33-58B2-4BF5-8D428222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C2DE6-86FA-1FD5-ADF8-55FE81F9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64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83B7-B380-8E7C-E9E1-0C792BDC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6390B-A742-BD25-CF05-2013FCE8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EE87D-29A4-0AB5-67B9-19A6F633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56DC3-369A-574D-4439-D0702DF5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92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63E9C-B0CD-E9DA-8E50-61C8589C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B90E7-C91E-4CEB-2BCE-0A27CE99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E37A3-7343-34D8-3FB3-57ABF3EC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79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F0D-90A4-BC8B-E1EA-7D5319C2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EACD-0EFE-C192-7157-06BB5C0DF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CAE3D-2303-84E5-F10C-AEC449DA4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2F3FD-E3EC-0D61-A08A-CCA2129F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CE26B-5B2D-3704-909D-9C5D279A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69790-6C4F-6FF4-C77B-F807DB21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26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9A57-645B-8B31-525C-FE2CEBAF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CD767-78E8-1EF1-3964-0FE724F86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D256E-7417-C209-509C-03A3D50FF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97D9-763D-C83A-5D37-85B5C382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E826C-EEB9-4B1F-1832-113868D3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9F6D9-4A22-1C3A-CB42-C813564E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545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B150-EEAF-A891-2C10-D818A1C1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D38FA-B7F3-EDF3-2C35-209EF52E1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5E665-3D98-256E-21F3-32C75F7E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2E12E-D3C8-D81F-E2F8-8F026482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7BC3-9CD8-0F81-3054-45434256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44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99EDC-7097-5AE2-A240-8C149C7CA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194E8-9C65-5A35-A94B-5895DB115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7423E-C05D-90EA-6195-DEE7005F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D7F7-3C25-E789-F658-99E23570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26865-0497-AF8B-5364-3E1AD1C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904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535AC-4575-0416-9B8D-900EE2B3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BFFFF-8CA9-6112-F3B2-570D6922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3EA-F9BE-E5DA-FFDA-DB46DFDD1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D49FB-F167-4C70-80A3-FB3EF3148274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AA935-FFBF-77FC-80E1-CEA65ED28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35FF5-552A-3823-5251-30A5E988D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BB7EF-42F6-4B27-858D-991A32BD1B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7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1526400-6153-EE57-144D-FD4CEB3E9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" t="6362" b="60328"/>
          <a:stretch/>
        </p:blipFill>
        <p:spPr bwMode="auto">
          <a:xfrm>
            <a:off x="0" y="2777620"/>
            <a:ext cx="12220924" cy="40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79927-D3D4-35FF-61DE-7E49158ED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46" y="1491693"/>
            <a:ext cx="7573432" cy="743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B48DEF-DDEC-58D6-2FFA-01839A2D1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009" y="24697"/>
            <a:ext cx="8106906" cy="695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A7DA51-9012-49A0-A9A7-75F6B619C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867" y="748605"/>
            <a:ext cx="2086266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0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BA00D1-DD6E-3433-6BCD-70B5587DFDAE}"/>
              </a:ext>
            </a:extLst>
          </p:cNvPr>
          <p:cNvSpPr txBox="1"/>
          <p:nvPr/>
        </p:nvSpPr>
        <p:spPr>
          <a:xfrm>
            <a:off x="276633" y="228123"/>
            <a:ext cx="11638734" cy="623149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/>
              <a:t>Reflection Activity –Statistically Speaking </a:t>
            </a:r>
          </a:p>
          <a:p>
            <a:pPr>
              <a:buNone/>
            </a:pPr>
            <a:endParaRPr lang="en-US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How can visual systems like repetition, pattern, and mapping communicate data or experience without using numbers or words?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What role does abstraction play in helping artists convey personal, cultural, or environmental information?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How do the artists studied transform real-world data into symbolic visual language?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US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Which stage of the inquiry process (developing, researching, reflecting, resolving) do you think is most important when creating an artwork based on data?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98980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88BC8C-F3CB-3F0E-3EA5-BF92F73052C5}"/>
              </a:ext>
            </a:extLst>
          </p:cNvPr>
          <p:cNvSpPr txBox="1"/>
          <p:nvPr/>
        </p:nvSpPr>
        <p:spPr>
          <a:xfrm>
            <a:off x="334290" y="149699"/>
            <a:ext cx="5603868" cy="655860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</a:t>
            </a:r>
          </a:p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AU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 err="1">
                <a:latin typeface="+mj-lt"/>
              </a:rPr>
              <a:t>reate</a:t>
            </a:r>
            <a:r>
              <a:rPr lang="en-US" sz="1600" dirty="0">
                <a:latin typeface="+mj-lt"/>
              </a:rPr>
              <a:t> a large-scale gestural artwork that expresses a personal emotion or memory through physical movement and mark-making.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>Objective:</a:t>
            </a:r>
            <a:r>
              <a:rPr lang="en-US" sz="1600" dirty="0">
                <a:latin typeface="+mj-lt"/>
              </a:rPr>
              <a:t> To explore how data from the body—such as rhythm, energy, and emotion—can become abstract visual language.</a:t>
            </a: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>Instructions:</a:t>
            </a:r>
            <a:endParaRPr lang="en-US" sz="1600" dirty="0">
              <a:latin typeface="+mj-lt"/>
            </a:endParaRP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Reflect on a powerful emotional experience or moment.</a:t>
            </a: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Use extended tools (sticks, sponges, rags) to create marks with your full body.</a:t>
            </a: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Choose expressive media such as house paint, charcoal, ink, or pastel.</a:t>
            </a: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Let rhythm, energy, and gesture guide the mark-making—avoid literal imagery.</a:t>
            </a: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Optional: Respond to a piece of music. Let sound and tempo influence your movement.</a:t>
            </a:r>
          </a:p>
          <a:p>
            <a:pPr lvl="1">
              <a:buFont typeface="+mj-lt"/>
              <a:buAutoNum type="arabicPeriod"/>
            </a:pPr>
            <a:r>
              <a:rPr lang="en-US" sz="1400" dirty="0">
                <a:latin typeface="+mj-lt"/>
              </a:rPr>
              <a:t> </a:t>
            </a:r>
            <a:r>
              <a:rPr lang="en-US" sz="1400" dirty="0"/>
              <a:t>Reflection: Annotate your final work with the meaning behind your marks. What emotion was behind each gesture?</a:t>
            </a:r>
            <a:endParaRPr lang="en-US" sz="1400" dirty="0">
              <a:latin typeface="+mj-lt"/>
            </a:endParaRPr>
          </a:p>
          <a:p>
            <a:pPr lvl="1">
              <a:buFont typeface="+mj-lt"/>
              <a:buAutoNum type="arabicPeriod"/>
            </a:pPr>
            <a:endParaRPr lang="en-US" sz="1400" dirty="0">
              <a:latin typeface="+mj-lt"/>
            </a:endParaRPr>
          </a:p>
          <a:p>
            <a:r>
              <a:rPr lang="en-US" sz="1600" b="1" i="1" dirty="0"/>
              <a:t>What does emotional energy look like as a pattern or trace? How can your gestures become a visual code?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DD7CD-BDCE-0C14-246A-0F4019E206EF}"/>
              </a:ext>
            </a:extLst>
          </p:cNvPr>
          <p:cNvSpPr txBox="1"/>
          <p:nvPr/>
        </p:nvSpPr>
        <p:spPr>
          <a:xfrm>
            <a:off x="6180052" y="5376494"/>
            <a:ext cx="2795978" cy="89506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How do scale, line, and physicality influence composition and energy?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04BDB-B8A5-04E4-8EFF-F4B126A9E13D}"/>
              </a:ext>
            </a:extLst>
          </p:cNvPr>
          <p:cNvSpPr txBox="1"/>
          <p:nvPr/>
        </p:nvSpPr>
        <p:spPr>
          <a:xfrm>
            <a:off x="9217924" y="5222287"/>
            <a:ext cx="2639786" cy="11501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/>
              <a:t>How can personal experience or emotion become a form of embodied visual data?</a:t>
            </a:r>
          </a:p>
        </p:txBody>
      </p:sp>
      <p:pic>
        <p:nvPicPr>
          <p:cNvPr id="3074" name="Picture 2" descr="The Liberations of Long-Handled Paint Brushes, and Art Paired with Poetry -  Improvised Life">
            <a:extLst>
              <a:ext uri="{FF2B5EF4-FFF2-40B4-BE49-F238E27FC236}">
                <a16:creationId xmlns:a16="http://schemas.microsoft.com/office/drawing/2014/main" id="{5FE99EEC-BE74-942E-51B3-BC45CEC9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577" y="485611"/>
            <a:ext cx="4086905" cy="432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55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12ADD-E9C6-C8A9-6295-E1033A0F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7D2FD7BB-97F1-95C3-AF95-41F4F4BF87EA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495C8-FE8E-83E2-032F-0DA07C0337BF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25750-AAF8-3A5C-3F81-65982FAC83D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1A9FD799-B9A1-AA12-2069-C198E8968797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40E7B6F6-2733-C349-D73E-148878CBE3A7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8E30A-6B71-D0D7-7BCA-AAF99987BFEE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CD907-AA3A-F0B2-C514-F49CCAC64DF7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86274-DD2E-A02B-06A6-95C3EC913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6" y="53327"/>
            <a:ext cx="1741714" cy="5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BFB5A-38E0-A069-C1B7-30A2C59C631A}"/>
              </a:ext>
            </a:extLst>
          </p:cNvPr>
          <p:cNvSpPr txBox="1"/>
          <p:nvPr/>
        </p:nvSpPr>
        <p:spPr>
          <a:xfrm>
            <a:off x="1232362" y="1031442"/>
            <a:ext cx="10295610" cy="548348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</a:t>
            </a:r>
          </a:p>
          <a:p>
            <a:pPr>
              <a:buNone/>
            </a:pP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r>
              <a:rPr lang="en-US" sz="1600" dirty="0" err="1"/>
              <a:t>reate</a:t>
            </a:r>
            <a:r>
              <a:rPr lang="en-US" sz="1600" dirty="0"/>
              <a:t> a resolved artwork that transforms personal or collected data into an abstract pattern, composition, or surface.</a:t>
            </a:r>
          </a:p>
          <a:p>
            <a:pPr>
              <a:buNone/>
            </a:pPr>
            <a:r>
              <a:rPr lang="en-US" sz="1600" b="1" dirty="0"/>
              <a:t>Objective:</a:t>
            </a:r>
            <a:r>
              <a:rPr lang="en-US" sz="1600" dirty="0"/>
              <a:t> To explore how information—numerical, </a:t>
            </a:r>
            <a:r>
              <a:rPr lang="en-US" sz="1600" dirty="0" err="1"/>
              <a:t>behavioural</a:t>
            </a:r>
            <a:r>
              <a:rPr lang="en-US" sz="1600" dirty="0"/>
              <a:t>, physical, cultural—can become visual code through repetition and structure.</a:t>
            </a:r>
          </a:p>
          <a:p>
            <a:pPr>
              <a:buNone/>
            </a:pPr>
            <a:r>
              <a:rPr lang="en-US" sz="1600" b="1" dirty="0"/>
              <a:t>Instructions: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Choose a dataset: e.g. daily habits, family statistics, cultural stories, environmental measurements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Translate that information into a pattern using repetition, shape, scale, or movement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Avoid literal representation—focus on structure, layering, and meaning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Use any medium: digital art, drawing, painting, or time-based media</a:t>
            </a:r>
          </a:p>
          <a:p>
            <a:pPr>
              <a:buNone/>
            </a:pPr>
            <a:r>
              <a:rPr lang="en-US" sz="1600" b="1" dirty="0"/>
              <a:t>Visual Journal Requirements: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Initial notes on data or </a:t>
            </a:r>
            <a:r>
              <a:rPr lang="en-US" sz="1600" dirty="0" err="1"/>
              <a:t>behaviour</a:t>
            </a:r>
            <a:r>
              <a:rPr lang="en-US" sz="1600" dirty="0"/>
              <a:t> selected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Symbol or pattern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Experiments with structure and repetition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Reflection on how the data has been transformed into art</a:t>
            </a:r>
          </a:p>
          <a:p>
            <a:pPr>
              <a:buNone/>
            </a:pPr>
            <a:r>
              <a:rPr lang="en-US" sz="1600" b="1" dirty="0"/>
              <a:t>Formal Context:</a:t>
            </a:r>
            <a:r>
              <a:rPr lang="en-US" sz="1600" dirty="0"/>
              <a:t> How does visual structure and </a:t>
            </a:r>
            <a:r>
              <a:rPr lang="en-US" sz="1600" dirty="0" err="1"/>
              <a:t>organisation</a:t>
            </a:r>
            <a:r>
              <a:rPr lang="en-US" sz="1600" dirty="0"/>
              <a:t> influence the viewer’s experience? </a:t>
            </a:r>
            <a:r>
              <a:rPr lang="en-US" sz="1600" b="1" dirty="0"/>
              <a:t>Cultural Context:</a:t>
            </a:r>
            <a:r>
              <a:rPr lang="en-US" sz="1600" dirty="0"/>
              <a:t> What does your data reveal about identity, place, or society?</a:t>
            </a:r>
          </a:p>
          <a:p>
            <a:r>
              <a:rPr lang="en-US" sz="1600" b="1" dirty="0"/>
              <a:t>Prompt:</a:t>
            </a:r>
            <a:r>
              <a:rPr lang="en-US" sz="1600" dirty="0"/>
              <a:t> What are the invisible systems that shape your life? What might they look like as art?</a:t>
            </a:r>
          </a:p>
          <a:p>
            <a:pPr>
              <a:buNone/>
            </a:pP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60602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552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2025-04-25T06:25:18Z</dcterms:created>
  <dcterms:modified xsi:type="dcterms:W3CDTF">2025-04-25T06:44:52Z</dcterms:modified>
</cp:coreProperties>
</file>