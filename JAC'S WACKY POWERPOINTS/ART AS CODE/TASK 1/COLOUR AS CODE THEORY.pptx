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FFFF99"/>
    <a:srgbClr val="99CCFF"/>
    <a:srgbClr val="EDA8AA"/>
    <a:srgbClr val="4F689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94B216-A6F3-4552-8F34-B339F45BB472}" v="11" dt="2025-04-24T23:41:03.2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9" autoAdjust="0"/>
    <p:restoredTop sz="94660"/>
  </p:normalViewPr>
  <p:slideViewPr>
    <p:cSldViewPr snapToGrid="0">
      <p:cViewPr varScale="1">
        <p:scale>
          <a:sx n="59" d="100"/>
          <a:sy n="59" d="100"/>
        </p:scale>
        <p:origin x="78" y="8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queline Ockwell" userId="79a11ae1-9a6a-4dce-9c68-e7607b2827ec" providerId="ADAL" clId="{5E94B216-A6F3-4552-8F34-B339F45BB472}"/>
    <pc:docChg chg="undo custSel addSld delSld modSld">
      <pc:chgData name="Jacqueline Ockwell" userId="79a11ae1-9a6a-4dce-9c68-e7607b2827ec" providerId="ADAL" clId="{5E94B216-A6F3-4552-8F34-B339F45BB472}" dt="2025-04-30T08:41:55.169" v="99" actId="6549"/>
      <pc:docMkLst>
        <pc:docMk/>
      </pc:docMkLst>
      <pc:sldChg chg="addSp delSp modSp mod">
        <pc:chgData name="Jacqueline Ockwell" userId="79a11ae1-9a6a-4dce-9c68-e7607b2827ec" providerId="ADAL" clId="{5E94B216-A6F3-4552-8F34-B339F45BB472}" dt="2025-04-24T09:09:54.779" v="5" actId="1076"/>
        <pc:sldMkLst>
          <pc:docMk/>
          <pc:sldMk cId="769056059" sldId="256"/>
        </pc:sldMkLst>
        <pc:picChg chg="mod">
          <ac:chgData name="Jacqueline Ockwell" userId="79a11ae1-9a6a-4dce-9c68-e7607b2827ec" providerId="ADAL" clId="{5E94B216-A6F3-4552-8F34-B339F45BB472}" dt="2025-04-24T09:09:54.779" v="5" actId="1076"/>
          <ac:picMkLst>
            <pc:docMk/>
            <pc:sldMk cId="769056059" sldId="256"/>
            <ac:picMk id="7" creationId="{2667BDE8-D742-CA19-52F1-DB328656D488}"/>
          </ac:picMkLst>
        </pc:picChg>
        <pc:picChg chg="add mod">
          <ac:chgData name="Jacqueline Ockwell" userId="79a11ae1-9a6a-4dce-9c68-e7607b2827ec" providerId="ADAL" clId="{5E94B216-A6F3-4552-8F34-B339F45BB472}" dt="2025-04-24T09:09:52.348" v="4" actId="1076"/>
          <ac:picMkLst>
            <pc:docMk/>
            <pc:sldMk cId="769056059" sldId="256"/>
            <ac:picMk id="10" creationId="{BC9849A7-FA51-9CD8-0ABD-9FA298098508}"/>
          </ac:picMkLst>
        </pc:picChg>
      </pc:sldChg>
      <pc:sldChg chg="modSp add del mod">
        <pc:chgData name="Jacqueline Ockwell" userId="79a11ae1-9a6a-4dce-9c68-e7607b2827ec" providerId="ADAL" clId="{5E94B216-A6F3-4552-8F34-B339F45BB472}" dt="2025-04-25T01:56:01.417" v="95" actId="20577"/>
        <pc:sldMkLst>
          <pc:docMk/>
          <pc:sldMk cId="3141922876" sldId="261"/>
        </pc:sldMkLst>
        <pc:spChg chg="mod">
          <ac:chgData name="Jacqueline Ockwell" userId="79a11ae1-9a6a-4dce-9c68-e7607b2827ec" providerId="ADAL" clId="{5E94B216-A6F3-4552-8F34-B339F45BB472}" dt="2025-04-25T01:56:01.417" v="95" actId="20577"/>
          <ac:spMkLst>
            <pc:docMk/>
            <pc:sldMk cId="3141922876" sldId="261"/>
            <ac:spMk id="6" creationId="{B866C493-9E26-80D5-35B8-253B87743450}"/>
          </ac:spMkLst>
        </pc:spChg>
      </pc:sldChg>
      <pc:sldChg chg="addSp modSp mod">
        <pc:chgData name="Jacqueline Ockwell" userId="79a11ae1-9a6a-4dce-9c68-e7607b2827ec" providerId="ADAL" clId="{5E94B216-A6F3-4552-8F34-B339F45BB472}" dt="2025-04-24T23:39:15.235" v="57" actId="207"/>
        <pc:sldMkLst>
          <pc:docMk/>
          <pc:sldMk cId="1229141880" sldId="262"/>
        </pc:sldMkLst>
        <pc:spChg chg="add mod">
          <ac:chgData name="Jacqueline Ockwell" userId="79a11ae1-9a6a-4dce-9c68-e7607b2827ec" providerId="ADAL" clId="{5E94B216-A6F3-4552-8F34-B339F45BB472}" dt="2025-04-24T23:39:15.235" v="57" actId="207"/>
          <ac:spMkLst>
            <pc:docMk/>
            <pc:sldMk cId="1229141880" sldId="262"/>
            <ac:spMk id="2" creationId="{5AA29486-6407-3D8F-4370-28A7FC6BF6D3}"/>
          </ac:spMkLst>
        </pc:spChg>
        <pc:spChg chg="mod">
          <ac:chgData name="Jacqueline Ockwell" userId="79a11ae1-9a6a-4dce-9c68-e7607b2827ec" providerId="ADAL" clId="{5E94B216-A6F3-4552-8F34-B339F45BB472}" dt="2025-04-24T23:37:02.715" v="8" actId="1076"/>
          <ac:spMkLst>
            <pc:docMk/>
            <pc:sldMk cId="1229141880" sldId="262"/>
            <ac:spMk id="3" creationId="{03781E36-E7DB-B78B-DBA8-344F85037453}"/>
          </ac:spMkLst>
        </pc:spChg>
        <pc:spChg chg="mod">
          <ac:chgData name="Jacqueline Ockwell" userId="79a11ae1-9a6a-4dce-9c68-e7607b2827ec" providerId="ADAL" clId="{5E94B216-A6F3-4552-8F34-B339F45BB472}" dt="2025-04-24T23:37:05.963" v="10" actId="1076"/>
          <ac:spMkLst>
            <pc:docMk/>
            <pc:sldMk cId="1229141880" sldId="262"/>
            <ac:spMk id="4" creationId="{1B94A61E-F1CB-2863-6D94-0D045D2C8EEA}"/>
          </ac:spMkLst>
        </pc:spChg>
        <pc:spChg chg="mod">
          <ac:chgData name="Jacqueline Ockwell" userId="79a11ae1-9a6a-4dce-9c68-e7607b2827ec" providerId="ADAL" clId="{5E94B216-A6F3-4552-8F34-B339F45BB472}" dt="2025-04-24T23:37:04.347" v="9" actId="1076"/>
          <ac:spMkLst>
            <pc:docMk/>
            <pc:sldMk cId="1229141880" sldId="262"/>
            <ac:spMk id="5" creationId="{3CC76132-D877-8515-E045-0B7681755B10}"/>
          </ac:spMkLst>
        </pc:spChg>
        <pc:spChg chg="mod">
          <ac:chgData name="Jacqueline Ockwell" userId="79a11ae1-9a6a-4dce-9c68-e7607b2827ec" providerId="ADAL" clId="{5E94B216-A6F3-4552-8F34-B339F45BB472}" dt="2025-04-24T23:36:58.419" v="6" actId="1076"/>
          <ac:spMkLst>
            <pc:docMk/>
            <pc:sldMk cId="1229141880" sldId="262"/>
            <ac:spMk id="10" creationId="{5E6C12A2-B9F5-6321-2AEC-FB092FDD70AC}"/>
          </ac:spMkLst>
        </pc:spChg>
        <pc:picChg chg="mod">
          <ac:chgData name="Jacqueline Ockwell" userId="79a11ae1-9a6a-4dce-9c68-e7607b2827ec" providerId="ADAL" clId="{5E94B216-A6F3-4552-8F34-B339F45BB472}" dt="2025-04-24T23:36:59.634" v="7" actId="1076"/>
          <ac:picMkLst>
            <pc:docMk/>
            <pc:sldMk cId="1229141880" sldId="262"/>
            <ac:picMk id="7172" creationId="{2E25B292-1286-297A-23CF-9095CDD4ADD2}"/>
          </ac:picMkLst>
        </pc:picChg>
        <pc:cxnChg chg="mod">
          <ac:chgData name="Jacqueline Ockwell" userId="79a11ae1-9a6a-4dce-9c68-e7607b2827ec" providerId="ADAL" clId="{5E94B216-A6F3-4552-8F34-B339F45BB472}" dt="2025-04-24T23:37:08.155" v="11" actId="1076"/>
          <ac:cxnSpMkLst>
            <pc:docMk/>
            <pc:sldMk cId="1229141880" sldId="262"/>
            <ac:cxnSpMk id="8" creationId="{B2622B55-87B1-4FAE-7156-5788B601DCDF}"/>
          </ac:cxnSpMkLst>
        </pc:cxnChg>
      </pc:sldChg>
      <pc:sldChg chg="addSp modSp mod">
        <pc:chgData name="Jacqueline Ockwell" userId="79a11ae1-9a6a-4dce-9c68-e7607b2827ec" providerId="ADAL" clId="{5E94B216-A6F3-4552-8F34-B339F45BB472}" dt="2025-04-30T08:41:55.169" v="99" actId="6549"/>
        <pc:sldMkLst>
          <pc:docMk/>
          <pc:sldMk cId="1189687177" sldId="264"/>
        </pc:sldMkLst>
        <pc:spChg chg="mod">
          <ac:chgData name="Jacqueline Ockwell" userId="79a11ae1-9a6a-4dce-9c68-e7607b2827ec" providerId="ADAL" clId="{5E94B216-A6F3-4552-8F34-B339F45BB472}" dt="2025-04-24T23:40:57.136" v="86" actId="14100"/>
          <ac:spMkLst>
            <pc:docMk/>
            <pc:sldMk cId="1189687177" sldId="264"/>
            <ac:spMk id="2" creationId="{FE839967-16AA-CE40-A367-B8A0884E7C0D}"/>
          </ac:spMkLst>
        </pc:spChg>
        <pc:spChg chg="mod">
          <ac:chgData name="Jacqueline Ockwell" userId="79a11ae1-9a6a-4dce-9c68-e7607b2827ec" providerId="ADAL" clId="{5E94B216-A6F3-4552-8F34-B339F45BB472}" dt="2025-04-30T08:41:55.169" v="99" actId="6549"/>
          <ac:spMkLst>
            <pc:docMk/>
            <pc:sldMk cId="1189687177" sldId="264"/>
            <ac:spMk id="3" creationId="{8D45BC21-9D2D-D53A-2736-185C98BE20AA}"/>
          </ac:spMkLst>
        </pc:spChg>
        <pc:spChg chg="mod">
          <ac:chgData name="Jacqueline Ockwell" userId="79a11ae1-9a6a-4dce-9c68-e7607b2827ec" providerId="ADAL" clId="{5E94B216-A6F3-4552-8F34-B339F45BB472}" dt="2025-04-24T23:39:39.068" v="64" actId="1076"/>
          <ac:spMkLst>
            <pc:docMk/>
            <pc:sldMk cId="1189687177" sldId="264"/>
            <ac:spMk id="6" creationId="{5C441A38-8791-A21C-F7D6-F6F320881785}"/>
          </ac:spMkLst>
        </pc:spChg>
        <pc:spChg chg="add mod">
          <ac:chgData name="Jacqueline Ockwell" userId="79a11ae1-9a6a-4dce-9c68-e7607b2827ec" providerId="ADAL" clId="{5E94B216-A6F3-4552-8F34-B339F45BB472}" dt="2025-04-24T23:41:05.148" v="91" actId="1076"/>
          <ac:spMkLst>
            <pc:docMk/>
            <pc:sldMk cId="1189687177" sldId="264"/>
            <ac:spMk id="7" creationId="{D48E189F-A68E-5B6D-A1EA-8FDFB1191295}"/>
          </ac:spMkLst>
        </pc:spChg>
        <pc:picChg chg="mod">
          <ac:chgData name="Jacqueline Ockwell" userId="79a11ae1-9a6a-4dce-9c68-e7607b2827ec" providerId="ADAL" clId="{5E94B216-A6F3-4552-8F34-B339F45BB472}" dt="2025-04-24T23:41:03.276" v="90" actId="1076"/>
          <ac:picMkLst>
            <pc:docMk/>
            <pc:sldMk cId="1189687177" sldId="264"/>
            <ac:picMk id="9218" creationId="{D2F89A18-151E-874F-5F4C-5BED23CD4B7F}"/>
          </ac:picMkLst>
        </pc:picChg>
        <pc:picChg chg="mod">
          <ac:chgData name="Jacqueline Ockwell" userId="79a11ae1-9a6a-4dce-9c68-e7607b2827ec" providerId="ADAL" clId="{5E94B216-A6F3-4552-8F34-B339F45BB472}" dt="2025-04-24T23:41:01.612" v="89" actId="1076"/>
          <ac:picMkLst>
            <pc:docMk/>
            <pc:sldMk cId="1189687177" sldId="264"/>
            <ac:picMk id="9220" creationId="{CED6C476-D537-0F31-511F-074E5FF881CF}"/>
          </ac:picMkLst>
        </pc:picChg>
        <pc:cxnChg chg="mod">
          <ac:chgData name="Jacqueline Ockwell" userId="79a11ae1-9a6a-4dce-9c68-e7607b2827ec" providerId="ADAL" clId="{5E94B216-A6F3-4552-8F34-B339F45BB472}" dt="2025-04-24T23:40:58.708" v="87" actId="1076"/>
          <ac:cxnSpMkLst>
            <pc:docMk/>
            <pc:sldMk cId="1189687177" sldId="264"/>
            <ac:cxnSpMk id="4" creationId="{0DAEE24D-8271-C490-791B-665F2621AC85}"/>
          </ac:cxnSpMkLst>
        </pc:cxnChg>
        <pc:cxnChg chg="mod">
          <ac:chgData name="Jacqueline Ockwell" userId="79a11ae1-9a6a-4dce-9c68-e7607b2827ec" providerId="ADAL" clId="{5E94B216-A6F3-4552-8F34-B339F45BB472}" dt="2025-04-24T23:41:00.444" v="88" actId="1076"/>
          <ac:cxnSpMkLst>
            <pc:docMk/>
            <pc:sldMk cId="1189687177" sldId="264"/>
            <ac:cxnSpMk id="5" creationId="{E276C654-53F0-44D9-ED29-53540A7A93EE}"/>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4FA83-5A4F-B24E-9E92-9D2F2377503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AU"/>
          </a:p>
        </p:txBody>
      </p:sp>
      <p:sp>
        <p:nvSpPr>
          <p:cNvPr id="3" name="Subtitle 2">
            <a:extLst>
              <a:ext uri="{FF2B5EF4-FFF2-40B4-BE49-F238E27FC236}">
                <a16:creationId xmlns:a16="http://schemas.microsoft.com/office/drawing/2014/main" id="{7C5BC301-FDAD-BB9B-EF1F-0348C55745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AU"/>
          </a:p>
        </p:txBody>
      </p:sp>
      <p:sp>
        <p:nvSpPr>
          <p:cNvPr id="4" name="Date Placeholder 3">
            <a:extLst>
              <a:ext uri="{FF2B5EF4-FFF2-40B4-BE49-F238E27FC236}">
                <a16:creationId xmlns:a16="http://schemas.microsoft.com/office/drawing/2014/main" id="{7D49D606-73EB-3F4A-DB18-3D5D2AD5D105}"/>
              </a:ext>
            </a:extLst>
          </p:cNvPr>
          <p:cNvSpPr>
            <a:spLocks noGrp="1"/>
          </p:cNvSpPr>
          <p:nvPr>
            <p:ph type="dt" sz="half" idx="10"/>
          </p:nvPr>
        </p:nvSpPr>
        <p:spPr/>
        <p:txBody>
          <a:bodyPr/>
          <a:lstStyle/>
          <a:p>
            <a:fld id="{3D68AC8E-1052-480A-8258-7242A4122B14}" type="datetimeFigureOut">
              <a:rPr lang="en-AU" smtClean="0"/>
              <a:t>30/04/2025</a:t>
            </a:fld>
            <a:endParaRPr lang="en-AU"/>
          </a:p>
        </p:txBody>
      </p:sp>
      <p:sp>
        <p:nvSpPr>
          <p:cNvPr id="5" name="Footer Placeholder 4">
            <a:extLst>
              <a:ext uri="{FF2B5EF4-FFF2-40B4-BE49-F238E27FC236}">
                <a16:creationId xmlns:a16="http://schemas.microsoft.com/office/drawing/2014/main" id="{6BDD53F2-0483-2188-2955-811D88546E5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B898441-8B7C-3533-5AA5-4BAB0473701D}"/>
              </a:ext>
            </a:extLst>
          </p:cNvPr>
          <p:cNvSpPr>
            <a:spLocks noGrp="1"/>
          </p:cNvSpPr>
          <p:nvPr>
            <p:ph type="sldNum" sz="quarter" idx="12"/>
          </p:nvPr>
        </p:nvSpPr>
        <p:spPr/>
        <p:txBody>
          <a:bodyPr/>
          <a:lstStyle/>
          <a:p>
            <a:fld id="{1794E2FC-275D-4BA2-9ACA-3F0AB3814DD3}" type="slidenum">
              <a:rPr lang="en-AU" smtClean="0"/>
              <a:t>‹#›</a:t>
            </a:fld>
            <a:endParaRPr lang="en-AU"/>
          </a:p>
        </p:txBody>
      </p:sp>
    </p:spTree>
    <p:extLst>
      <p:ext uri="{BB962C8B-B14F-4D97-AF65-F5344CB8AC3E}">
        <p14:creationId xmlns:p14="http://schemas.microsoft.com/office/powerpoint/2010/main" val="11865668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25E62-41D6-F801-6339-FF371D705E1B}"/>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7D1D21FD-FDFC-C393-36A5-D91D815E541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DBA0C6D0-CA32-F46E-E824-BA9550C9FA39}"/>
              </a:ext>
            </a:extLst>
          </p:cNvPr>
          <p:cNvSpPr>
            <a:spLocks noGrp="1"/>
          </p:cNvSpPr>
          <p:nvPr>
            <p:ph type="dt" sz="half" idx="10"/>
          </p:nvPr>
        </p:nvSpPr>
        <p:spPr/>
        <p:txBody>
          <a:bodyPr/>
          <a:lstStyle/>
          <a:p>
            <a:fld id="{3D68AC8E-1052-480A-8258-7242A4122B14}" type="datetimeFigureOut">
              <a:rPr lang="en-AU" smtClean="0"/>
              <a:t>30/04/2025</a:t>
            </a:fld>
            <a:endParaRPr lang="en-AU"/>
          </a:p>
        </p:txBody>
      </p:sp>
      <p:sp>
        <p:nvSpPr>
          <p:cNvPr id="5" name="Footer Placeholder 4">
            <a:extLst>
              <a:ext uri="{FF2B5EF4-FFF2-40B4-BE49-F238E27FC236}">
                <a16:creationId xmlns:a16="http://schemas.microsoft.com/office/drawing/2014/main" id="{D44B5C47-5F85-995A-6952-F50A2B29900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274DF07-F679-57C1-6FF6-9F3275F6E015}"/>
              </a:ext>
            </a:extLst>
          </p:cNvPr>
          <p:cNvSpPr>
            <a:spLocks noGrp="1"/>
          </p:cNvSpPr>
          <p:nvPr>
            <p:ph type="sldNum" sz="quarter" idx="12"/>
          </p:nvPr>
        </p:nvSpPr>
        <p:spPr/>
        <p:txBody>
          <a:bodyPr/>
          <a:lstStyle/>
          <a:p>
            <a:fld id="{1794E2FC-275D-4BA2-9ACA-3F0AB3814DD3}" type="slidenum">
              <a:rPr lang="en-AU" smtClean="0"/>
              <a:t>‹#›</a:t>
            </a:fld>
            <a:endParaRPr lang="en-AU"/>
          </a:p>
        </p:txBody>
      </p:sp>
    </p:spTree>
    <p:extLst>
      <p:ext uri="{BB962C8B-B14F-4D97-AF65-F5344CB8AC3E}">
        <p14:creationId xmlns:p14="http://schemas.microsoft.com/office/powerpoint/2010/main" val="38890140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C46BD-9834-FC20-C4DD-29157D13180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AU"/>
          </a:p>
        </p:txBody>
      </p:sp>
      <p:sp>
        <p:nvSpPr>
          <p:cNvPr id="3" name="Text Placeholder 2">
            <a:extLst>
              <a:ext uri="{FF2B5EF4-FFF2-40B4-BE49-F238E27FC236}">
                <a16:creationId xmlns:a16="http://schemas.microsoft.com/office/drawing/2014/main" id="{8AD2CD07-4F0E-8CE4-0916-A37E419BFB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3336DDA-A9CA-2ADD-2DD1-FFA578E9E03F}"/>
              </a:ext>
            </a:extLst>
          </p:cNvPr>
          <p:cNvSpPr>
            <a:spLocks noGrp="1"/>
          </p:cNvSpPr>
          <p:nvPr>
            <p:ph type="dt" sz="half" idx="10"/>
          </p:nvPr>
        </p:nvSpPr>
        <p:spPr/>
        <p:txBody>
          <a:bodyPr/>
          <a:lstStyle/>
          <a:p>
            <a:fld id="{3D68AC8E-1052-480A-8258-7242A4122B14}" type="datetimeFigureOut">
              <a:rPr lang="en-AU" smtClean="0"/>
              <a:t>30/04/2025</a:t>
            </a:fld>
            <a:endParaRPr lang="en-AU"/>
          </a:p>
        </p:txBody>
      </p:sp>
      <p:sp>
        <p:nvSpPr>
          <p:cNvPr id="5" name="Footer Placeholder 4">
            <a:extLst>
              <a:ext uri="{FF2B5EF4-FFF2-40B4-BE49-F238E27FC236}">
                <a16:creationId xmlns:a16="http://schemas.microsoft.com/office/drawing/2014/main" id="{1BF63472-E748-9757-DD7E-599107673C6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E147E2C-7DDA-EA3B-4D59-AD32F3428A24}"/>
              </a:ext>
            </a:extLst>
          </p:cNvPr>
          <p:cNvSpPr>
            <a:spLocks noGrp="1"/>
          </p:cNvSpPr>
          <p:nvPr>
            <p:ph type="sldNum" sz="quarter" idx="12"/>
          </p:nvPr>
        </p:nvSpPr>
        <p:spPr/>
        <p:txBody>
          <a:bodyPr/>
          <a:lstStyle/>
          <a:p>
            <a:fld id="{1794E2FC-275D-4BA2-9ACA-3F0AB3814DD3}" type="slidenum">
              <a:rPr lang="en-AU" smtClean="0"/>
              <a:t>‹#›</a:t>
            </a:fld>
            <a:endParaRPr lang="en-AU"/>
          </a:p>
        </p:txBody>
      </p:sp>
    </p:spTree>
    <p:extLst>
      <p:ext uri="{BB962C8B-B14F-4D97-AF65-F5344CB8AC3E}">
        <p14:creationId xmlns:p14="http://schemas.microsoft.com/office/powerpoint/2010/main" val="527450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0B378-4345-3822-B9F6-1F18E47083AD}"/>
              </a:ext>
            </a:extLst>
          </p:cNvPr>
          <p:cNvSpPr>
            <a:spLocks noGrp="1"/>
          </p:cNvSpPr>
          <p:nvPr>
            <p:ph type="title"/>
          </p:nvPr>
        </p:nvSpPr>
        <p:spPr/>
        <p:txBody>
          <a:bodyPr/>
          <a:lstStyle/>
          <a:p>
            <a:r>
              <a:rPr lang="en-GB"/>
              <a:t>Click to edit Master title style</a:t>
            </a:r>
            <a:endParaRPr lang="en-AU"/>
          </a:p>
        </p:txBody>
      </p:sp>
      <p:sp>
        <p:nvSpPr>
          <p:cNvPr id="3" name="Content Placeholder 2">
            <a:extLst>
              <a:ext uri="{FF2B5EF4-FFF2-40B4-BE49-F238E27FC236}">
                <a16:creationId xmlns:a16="http://schemas.microsoft.com/office/drawing/2014/main" id="{5BAEE98F-2889-B96B-3E2C-40525EE7F42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Content Placeholder 3">
            <a:extLst>
              <a:ext uri="{FF2B5EF4-FFF2-40B4-BE49-F238E27FC236}">
                <a16:creationId xmlns:a16="http://schemas.microsoft.com/office/drawing/2014/main" id="{11D4BEC1-2007-9091-4402-94A037D184D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Date Placeholder 4">
            <a:extLst>
              <a:ext uri="{FF2B5EF4-FFF2-40B4-BE49-F238E27FC236}">
                <a16:creationId xmlns:a16="http://schemas.microsoft.com/office/drawing/2014/main" id="{BA9A14E5-A383-2F9B-0E9E-F14CE86F62A5}"/>
              </a:ext>
            </a:extLst>
          </p:cNvPr>
          <p:cNvSpPr>
            <a:spLocks noGrp="1"/>
          </p:cNvSpPr>
          <p:nvPr>
            <p:ph type="dt" sz="half" idx="10"/>
          </p:nvPr>
        </p:nvSpPr>
        <p:spPr/>
        <p:txBody>
          <a:bodyPr/>
          <a:lstStyle/>
          <a:p>
            <a:fld id="{3D68AC8E-1052-480A-8258-7242A4122B14}" type="datetimeFigureOut">
              <a:rPr lang="en-AU" smtClean="0"/>
              <a:t>30/04/2025</a:t>
            </a:fld>
            <a:endParaRPr lang="en-AU"/>
          </a:p>
        </p:txBody>
      </p:sp>
      <p:sp>
        <p:nvSpPr>
          <p:cNvPr id="6" name="Footer Placeholder 5">
            <a:extLst>
              <a:ext uri="{FF2B5EF4-FFF2-40B4-BE49-F238E27FC236}">
                <a16:creationId xmlns:a16="http://schemas.microsoft.com/office/drawing/2014/main" id="{7CA656F0-7419-F0E3-4675-A5A500B646F2}"/>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106DD4CE-E51D-ADBE-7B26-34CA1070D5AC}"/>
              </a:ext>
            </a:extLst>
          </p:cNvPr>
          <p:cNvSpPr>
            <a:spLocks noGrp="1"/>
          </p:cNvSpPr>
          <p:nvPr>
            <p:ph type="sldNum" sz="quarter" idx="12"/>
          </p:nvPr>
        </p:nvSpPr>
        <p:spPr/>
        <p:txBody>
          <a:bodyPr/>
          <a:lstStyle/>
          <a:p>
            <a:fld id="{1794E2FC-275D-4BA2-9ACA-3F0AB3814DD3}" type="slidenum">
              <a:rPr lang="en-AU" smtClean="0"/>
              <a:t>‹#›</a:t>
            </a:fld>
            <a:endParaRPr lang="en-AU"/>
          </a:p>
        </p:txBody>
      </p:sp>
    </p:spTree>
    <p:extLst>
      <p:ext uri="{BB962C8B-B14F-4D97-AF65-F5344CB8AC3E}">
        <p14:creationId xmlns:p14="http://schemas.microsoft.com/office/powerpoint/2010/main" val="2077811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D6441-A96F-8201-A828-5443542472F4}"/>
              </a:ext>
            </a:extLst>
          </p:cNvPr>
          <p:cNvSpPr>
            <a:spLocks noGrp="1"/>
          </p:cNvSpPr>
          <p:nvPr>
            <p:ph type="title"/>
          </p:nvPr>
        </p:nvSpPr>
        <p:spPr>
          <a:xfrm>
            <a:off x="839788" y="365125"/>
            <a:ext cx="10515600" cy="1325563"/>
          </a:xfrm>
        </p:spPr>
        <p:txBody>
          <a:bodyPr/>
          <a:lstStyle/>
          <a:p>
            <a:r>
              <a:rPr lang="en-GB"/>
              <a:t>Click to edit Master title style</a:t>
            </a:r>
            <a:endParaRPr lang="en-AU"/>
          </a:p>
        </p:txBody>
      </p:sp>
      <p:sp>
        <p:nvSpPr>
          <p:cNvPr id="3" name="Text Placeholder 2">
            <a:extLst>
              <a:ext uri="{FF2B5EF4-FFF2-40B4-BE49-F238E27FC236}">
                <a16:creationId xmlns:a16="http://schemas.microsoft.com/office/drawing/2014/main" id="{CFCBC782-F343-7645-FA97-9E284D9D70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7658AC6-73AF-A5DE-3CD3-820F638FBD2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5" name="Text Placeholder 4">
            <a:extLst>
              <a:ext uri="{FF2B5EF4-FFF2-40B4-BE49-F238E27FC236}">
                <a16:creationId xmlns:a16="http://schemas.microsoft.com/office/drawing/2014/main" id="{0E778920-FE48-230B-3221-C7AE354DEE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5390942-9088-79D8-E1A8-648474F9DBA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7" name="Date Placeholder 6">
            <a:extLst>
              <a:ext uri="{FF2B5EF4-FFF2-40B4-BE49-F238E27FC236}">
                <a16:creationId xmlns:a16="http://schemas.microsoft.com/office/drawing/2014/main" id="{F5960FA6-F837-858A-1AF2-BD341D028541}"/>
              </a:ext>
            </a:extLst>
          </p:cNvPr>
          <p:cNvSpPr>
            <a:spLocks noGrp="1"/>
          </p:cNvSpPr>
          <p:nvPr>
            <p:ph type="dt" sz="half" idx="10"/>
          </p:nvPr>
        </p:nvSpPr>
        <p:spPr/>
        <p:txBody>
          <a:bodyPr/>
          <a:lstStyle/>
          <a:p>
            <a:fld id="{3D68AC8E-1052-480A-8258-7242A4122B14}" type="datetimeFigureOut">
              <a:rPr lang="en-AU" smtClean="0"/>
              <a:t>30/04/2025</a:t>
            </a:fld>
            <a:endParaRPr lang="en-AU"/>
          </a:p>
        </p:txBody>
      </p:sp>
      <p:sp>
        <p:nvSpPr>
          <p:cNvPr id="8" name="Footer Placeholder 7">
            <a:extLst>
              <a:ext uri="{FF2B5EF4-FFF2-40B4-BE49-F238E27FC236}">
                <a16:creationId xmlns:a16="http://schemas.microsoft.com/office/drawing/2014/main" id="{3EF1800E-981E-A37D-9F31-AA1AFA19FE93}"/>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06A52F2C-D60D-028F-40A2-F2266D22B87B}"/>
              </a:ext>
            </a:extLst>
          </p:cNvPr>
          <p:cNvSpPr>
            <a:spLocks noGrp="1"/>
          </p:cNvSpPr>
          <p:nvPr>
            <p:ph type="sldNum" sz="quarter" idx="12"/>
          </p:nvPr>
        </p:nvSpPr>
        <p:spPr/>
        <p:txBody>
          <a:bodyPr/>
          <a:lstStyle/>
          <a:p>
            <a:fld id="{1794E2FC-275D-4BA2-9ACA-3F0AB3814DD3}" type="slidenum">
              <a:rPr lang="en-AU" smtClean="0"/>
              <a:t>‹#›</a:t>
            </a:fld>
            <a:endParaRPr lang="en-AU"/>
          </a:p>
        </p:txBody>
      </p:sp>
    </p:spTree>
    <p:extLst>
      <p:ext uri="{BB962C8B-B14F-4D97-AF65-F5344CB8AC3E}">
        <p14:creationId xmlns:p14="http://schemas.microsoft.com/office/powerpoint/2010/main" val="1255490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DE955-71F9-13DB-7FA9-51E8056BBC0B}"/>
              </a:ext>
            </a:extLst>
          </p:cNvPr>
          <p:cNvSpPr>
            <a:spLocks noGrp="1"/>
          </p:cNvSpPr>
          <p:nvPr>
            <p:ph type="title"/>
          </p:nvPr>
        </p:nvSpPr>
        <p:spPr/>
        <p:txBody>
          <a:bodyPr/>
          <a:lstStyle/>
          <a:p>
            <a:r>
              <a:rPr lang="en-GB"/>
              <a:t>Click to edit Master title style</a:t>
            </a:r>
            <a:endParaRPr lang="en-AU"/>
          </a:p>
        </p:txBody>
      </p:sp>
      <p:sp>
        <p:nvSpPr>
          <p:cNvPr id="3" name="Date Placeholder 2">
            <a:extLst>
              <a:ext uri="{FF2B5EF4-FFF2-40B4-BE49-F238E27FC236}">
                <a16:creationId xmlns:a16="http://schemas.microsoft.com/office/drawing/2014/main" id="{30DEE64D-B0C9-E5BF-70E1-57D48341142C}"/>
              </a:ext>
            </a:extLst>
          </p:cNvPr>
          <p:cNvSpPr>
            <a:spLocks noGrp="1"/>
          </p:cNvSpPr>
          <p:nvPr>
            <p:ph type="dt" sz="half" idx="10"/>
          </p:nvPr>
        </p:nvSpPr>
        <p:spPr/>
        <p:txBody>
          <a:bodyPr/>
          <a:lstStyle/>
          <a:p>
            <a:fld id="{3D68AC8E-1052-480A-8258-7242A4122B14}" type="datetimeFigureOut">
              <a:rPr lang="en-AU" smtClean="0"/>
              <a:t>30/04/2025</a:t>
            </a:fld>
            <a:endParaRPr lang="en-AU"/>
          </a:p>
        </p:txBody>
      </p:sp>
      <p:sp>
        <p:nvSpPr>
          <p:cNvPr id="4" name="Footer Placeholder 3">
            <a:extLst>
              <a:ext uri="{FF2B5EF4-FFF2-40B4-BE49-F238E27FC236}">
                <a16:creationId xmlns:a16="http://schemas.microsoft.com/office/drawing/2014/main" id="{CB62FC71-642D-B5F1-CDE2-90E384EB055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86F00B82-1DAC-05DB-E771-A24D30823C00}"/>
              </a:ext>
            </a:extLst>
          </p:cNvPr>
          <p:cNvSpPr>
            <a:spLocks noGrp="1"/>
          </p:cNvSpPr>
          <p:nvPr>
            <p:ph type="sldNum" sz="quarter" idx="12"/>
          </p:nvPr>
        </p:nvSpPr>
        <p:spPr/>
        <p:txBody>
          <a:bodyPr/>
          <a:lstStyle/>
          <a:p>
            <a:fld id="{1794E2FC-275D-4BA2-9ACA-3F0AB3814DD3}" type="slidenum">
              <a:rPr lang="en-AU" smtClean="0"/>
              <a:t>‹#›</a:t>
            </a:fld>
            <a:endParaRPr lang="en-AU"/>
          </a:p>
        </p:txBody>
      </p:sp>
    </p:spTree>
    <p:extLst>
      <p:ext uri="{BB962C8B-B14F-4D97-AF65-F5344CB8AC3E}">
        <p14:creationId xmlns:p14="http://schemas.microsoft.com/office/powerpoint/2010/main" val="3014872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EE83FA-6666-E5B7-1D2F-B36C1FB0F2D6}"/>
              </a:ext>
            </a:extLst>
          </p:cNvPr>
          <p:cNvSpPr>
            <a:spLocks noGrp="1"/>
          </p:cNvSpPr>
          <p:nvPr>
            <p:ph type="dt" sz="half" idx="10"/>
          </p:nvPr>
        </p:nvSpPr>
        <p:spPr/>
        <p:txBody>
          <a:bodyPr/>
          <a:lstStyle/>
          <a:p>
            <a:fld id="{3D68AC8E-1052-480A-8258-7242A4122B14}" type="datetimeFigureOut">
              <a:rPr lang="en-AU" smtClean="0"/>
              <a:t>30/04/2025</a:t>
            </a:fld>
            <a:endParaRPr lang="en-AU"/>
          </a:p>
        </p:txBody>
      </p:sp>
      <p:sp>
        <p:nvSpPr>
          <p:cNvPr id="3" name="Footer Placeholder 2">
            <a:extLst>
              <a:ext uri="{FF2B5EF4-FFF2-40B4-BE49-F238E27FC236}">
                <a16:creationId xmlns:a16="http://schemas.microsoft.com/office/drawing/2014/main" id="{92B532D0-CDB6-E0F9-A0E0-008D4534146E}"/>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F9990F72-AE54-7A45-4729-35DC81D86F0A}"/>
              </a:ext>
            </a:extLst>
          </p:cNvPr>
          <p:cNvSpPr>
            <a:spLocks noGrp="1"/>
          </p:cNvSpPr>
          <p:nvPr>
            <p:ph type="sldNum" sz="quarter" idx="12"/>
          </p:nvPr>
        </p:nvSpPr>
        <p:spPr/>
        <p:txBody>
          <a:bodyPr/>
          <a:lstStyle/>
          <a:p>
            <a:fld id="{1794E2FC-275D-4BA2-9ACA-3F0AB3814DD3}" type="slidenum">
              <a:rPr lang="en-AU" smtClean="0"/>
              <a:t>‹#›</a:t>
            </a:fld>
            <a:endParaRPr lang="en-AU"/>
          </a:p>
        </p:txBody>
      </p:sp>
    </p:spTree>
    <p:extLst>
      <p:ext uri="{BB962C8B-B14F-4D97-AF65-F5344CB8AC3E}">
        <p14:creationId xmlns:p14="http://schemas.microsoft.com/office/powerpoint/2010/main" val="1224003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C3F3F-8A72-DBE7-E9AB-176F759EE97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Content Placeholder 2">
            <a:extLst>
              <a:ext uri="{FF2B5EF4-FFF2-40B4-BE49-F238E27FC236}">
                <a16:creationId xmlns:a16="http://schemas.microsoft.com/office/drawing/2014/main" id="{ED05CB62-2FFD-8654-C90E-4E9C01E333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Text Placeholder 3">
            <a:extLst>
              <a:ext uri="{FF2B5EF4-FFF2-40B4-BE49-F238E27FC236}">
                <a16:creationId xmlns:a16="http://schemas.microsoft.com/office/drawing/2014/main" id="{9C411DEB-6ABD-B710-326B-1C36FDB44C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D52A03C-EB33-0510-93B2-3C13BA8C4258}"/>
              </a:ext>
            </a:extLst>
          </p:cNvPr>
          <p:cNvSpPr>
            <a:spLocks noGrp="1"/>
          </p:cNvSpPr>
          <p:nvPr>
            <p:ph type="dt" sz="half" idx="10"/>
          </p:nvPr>
        </p:nvSpPr>
        <p:spPr/>
        <p:txBody>
          <a:bodyPr/>
          <a:lstStyle/>
          <a:p>
            <a:fld id="{3D68AC8E-1052-480A-8258-7242A4122B14}" type="datetimeFigureOut">
              <a:rPr lang="en-AU" smtClean="0"/>
              <a:t>30/04/2025</a:t>
            </a:fld>
            <a:endParaRPr lang="en-AU"/>
          </a:p>
        </p:txBody>
      </p:sp>
      <p:sp>
        <p:nvSpPr>
          <p:cNvPr id="6" name="Footer Placeholder 5">
            <a:extLst>
              <a:ext uri="{FF2B5EF4-FFF2-40B4-BE49-F238E27FC236}">
                <a16:creationId xmlns:a16="http://schemas.microsoft.com/office/drawing/2014/main" id="{9A530654-D6B1-AC75-3378-D932A5CA50D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03FF52D-0DFA-33A1-5076-2BCD6DB2356D}"/>
              </a:ext>
            </a:extLst>
          </p:cNvPr>
          <p:cNvSpPr>
            <a:spLocks noGrp="1"/>
          </p:cNvSpPr>
          <p:nvPr>
            <p:ph type="sldNum" sz="quarter" idx="12"/>
          </p:nvPr>
        </p:nvSpPr>
        <p:spPr/>
        <p:txBody>
          <a:bodyPr/>
          <a:lstStyle/>
          <a:p>
            <a:fld id="{1794E2FC-275D-4BA2-9ACA-3F0AB3814DD3}" type="slidenum">
              <a:rPr lang="en-AU" smtClean="0"/>
              <a:t>‹#›</a:t>
            </a:fld>
            <a:endParaRPr lang="en-AU"/>
          </a:p>
        </p:txBody>
      </p:sp>
    </p:spTree>
    <p:extLst>
      <p:ext uri="{BB962C8B-B14F-4D97-AF65-F5344CB8AC3E}">
        <p14:creationId xmlns:p14="http://schemas.microsoft.com/office/powerpoint/2010/main" val="38748300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B6806-CA2B-AEED-D1B8-7A2601291EE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AU"/>
          </a:p>
        </p:txBody>
      </p:sp>
      <p:sp>
        <p:nvSpPr>
          <p:cNvPr id="3" name="Picture Placeholder 2">
            <a:extLst>
              <a:ext uri="{FF2B5EF4-FFF2-40B4-BE49-F238E27FC236}">
                <a16:creationId xmlns:a16="http://schemas.microsoft.com/office/drawing/2014/main" id="{E80D99EF-97F0-ACD1-F651-957365E734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4D2E6ADC-143D-0407-19F6-E2377442FB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91B2385-4AFE-203E-F8A3-D7EA71784878}"/>
              </a:ext>
            </a:extLst>
          </p:cNvPr>
          <p:cNvSpPr>
            <a:spLocks noGrp="1"/>
          </p:cNvSpPr>
          <p:nvPr>
            <p:ph type="dt" sz="half" idx="10"/>
          </p:nvPr>
        </p:nvSpPr>
        <p:spPr/>
        <p:txBody>
          <a:bodyPr/>
          <a:lstStyle/>
          <a:p>
            <a:fld id="{3D68AC8E-1052-480A-8258-7242A4122B14}" type="datetimeFigureOut">
              <a:rPr lang="en-AU" smtClean="0"/>
              <a:t>30/04/2025</a:t>
            </a:fld>
            <a:endParaRPr lang="en-AU"/>
          </a:p>
        </p:txBody>
      </p:sp>
      <p:sp>
        <p:nvSpPr>
          <p:cNvPr id="6" name="Footer Placeholder 5">
            <a:extLst>
              <a:ext uri="{FF2B5EF4-FFF2-40B4-BE49-F238E27FC236}">
                <a16:creationId xmlns:a16="http://schemas.microsoft.com/office/drawing/2014/main" id="{8704A743-6544-8898-CCE0-F1A2E169FF95}"/>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55DA8BCC-76C1-2AA8-BF06-D4BD23CEA831}"/>
              </a:ext>
            </a:extLst>
          </p:cNvPr>
          <p:cNvSpPr>
            <a:spLocks noGrp="1"/>
          </p:cNvSpPr>
          <p:nvPr>
            <p:ph type="sldNum" sz="quarter" idx="12"/>
          </p:nvPr>
        </p:nvSpPr>
        <p:spPr/>
        <p:txBody>
          <a:bodyPr/>
          <a:lstStyle/>
          <a:p>
            <a:fld id="{1794E2FC-275D-4BA2-9ACA-3F0AB3814DD3}" type="slidenum">
              <a:rPr lang="en-AU" smtClean="0"/>
              <a:t>‹#›</a:t>
            </a:fld>
            <a:endParaRPr lang="en-AU"/>
          </a:p>
        </p:txBody>
      </p:sp>
    </p:spTree>
    <p:extLst>
      <p:ext uri="{BB962C8B-B14F-4D97-AF65-F5344CB8AC3E}">
        <p14:creationId xmlns:p14="http://schemas.microsoft.com/office/powerpoint/2010/main" val="238544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68846-E5AE-33B2-2BC8-AA4DFD8958F4}"/>
              </a:ext>
            </a:extLst>
          </p:cNvPr>
          <p:cNvSpPr>
            <a:spLocks noGrp="1"/>
          </p:cNvSpPr>
          <p:nvPr>
            <p:ph type="title"/>
          </p:nvPr>
        </p:nvSpPr>
        <p:spPr/>
        <p:txBody>
          <a:bodyPr/>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D0C17C81-989B-EF39-A58F-8C10B28C4C1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CE927BF7-4D14-0D80-0AAF-4AF07C1973CF}"/>
              </a:ext>
            </a:extLst>
          </p:cNvPr>
          <p:cNvSpPr>
            <a:spLocks noGrp="1"/>
          </p:cNvSpPr>
          <p:nvPr>
            <p:ph type="dt" sz="half" idx="10"/>
          </p:nvPr>
        </p:nvSpPr>
        <p:spPr/>
        <p:txBody>
          <a:bodyPr/>
          <a:lstStyle/>
          <a:p>
            <a:fld id="{3D68AC8E-1052-480A-8258-7242A4122B14}" type="datetimeFigureOut">
              <a:rPr lang="en-AU" smtClean="0"/>
              <a:t>30/04/2025</a:t>
            </a:fld>
            <a:endParaRPr lang="en-AU"/>
          </a:p>
        </p:txBody>
      </p:sp>
      <p:sp>
        <p:nvSpPr>
          <p:cNvPr id="5" name="Footer Placeholder 4">
            <a:extLst>
              <a:ext uri="{FF2B5EF4-FFF2-40B4-BE49-F238E27FC236}">
                <a16:creationId xmlns:a16="http://schemas.microsoft.com/office/drawing/2014/main" id="{A380E04E-B422-4991-AA6A-8377AFF8F9E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F2F23BC-8002-C00F-15C3-70E063225E7A}"/>
              </a:ext>
            </a:extLst>
          </p:cNvPr>
          <p:cNvSpPr>
            <a:spLocks noGrp="1"/>
          </p:cNvSpPr>
          <p:nvPr>
            <p:ph type="sldNum" sz="quarter" idx="12"/>
          </p:nvPr>
        </p:nvSpPr>
        <p:spPr/>
        <p:txBody>
          <a:bodyPr/>
          <a:lstStyle/>
          <a:p>
            <a:fld id="{1794E2FC-275D-4BA2-9ACA-3F0AB3814DD3}" type="slidenum">
              <a:rPr lang="en-AU" smtClean="0"/>
              <a:t>‹#›</a:t>
            </a:fld>
            <a:endParaRPr lang="en-AU"/>
          </a:p>
        </p:txBody>
      </p:sp>
    </p:spTree>
    <p:extLst>
      <p:ext uri="{BB962C8B-B14F-4D97-AF65-F5344CB8AC3E}">
        <p14:creationId xmlns:p14="http://schemas.microsoft.com/office/powerpoint/2010/main" val="42486658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8C3C45-0601-CFBD-E7BA-7BE7862F541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AU"/>
          </a:p>
        </p:txBody>
      </p:sp>
      <p:sp>
        <p:nvSpPr>
          <p:cNvPr id="3" name="Vertical Text Placeholder 2">
            <a:extLst>
              <a:ext uri="{FF2B5EF4-FFF2-40B4-BE49-F238E27FC236}">
                <a16:creationId xmlns:a16="http://schemas.microsoft.com/office/drawing/2014/main" id="{E72CAAC6-C686-4144-5833-0BC59FB2993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AE5668BB-0CB8-FB36-E99F-D630196F342F}"/>
              </a:ext>
            </a:extLst>
          </p:cNvPr>
          <p:cNvSpPr>
            <a:spLocks noGrp="1"/>
          </p:cNvSpPr>
          <p:nvPr>
            <p:ph type="dt" sz="half" idx="10"/>
          </p:nvPr>
        </p:nvSpPr>
        <p:spPr/>
        <p:txBody>
          <a:bodyPr/>
          <a:lstStyle/>
          <a:p>
            <a:fld id="{3D68AC8E-1052-480A-8258-7242A4122B14}" type="datetimeFigureOut">
              <a:rPr lang="en-AU" smtClean="0"/>
              <a:t>30/04/2025</a:t>
            </a:fld>
            <a:endParaRPr lang="en-AU"/>
          </a:p>
        </p:txBody>
      </p:sp>
      <p:sp>
        <p:nvSpPr>
          <p:cNvPr id="5" name="Footer Placeholder 4">
            <a:extLst>
              <a:ext uri="{FF2B5EF4-FFF2-40B4-BE49-F238E27FC236}">
                <a16:creationId xmlns:a16="http://schemas.microsoft.com/office/drawing/2014/main" id="{824302A7-0FF0-24A3-0107-5CAB7DF0C16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6293448-5F78-64E4-3C6A-BDA8C19E76E5}"/>
              </a:ext>
            </a:extLst>
          </p:cNvPr>
          <p:cNvSpPr>
            <a:spLocks noGrp="1"/>
          </p:cNvSpPr>
          <p:nvPr>
            <p:ph type="sldNum" sz="quarter" idx="12"/>
          </p:nvPr>
        </p:nvSpPr>
        <p:spPr/>
        <p:txBody>
          <a:bodyPr/>
          <a:lstStyle/>
          <a:p>
            <a:fld id="{1794E2FC-275D-4BA2-9ACA-3F0AB3814DD3}" type="slidenum">
              <a:rPr lang="en-AU" smtClean="0"/>
              <a:t>‹#›</a:t>
            </a:fld>
            <a:endParaRPr lang="en-AU"/>
          </a:p>
        </p:txBody>
      </p:sp>
    </p:spTree>
    <p:extLst>
      <p:ext uri="{BB962C8B-B14F-4D97-AF65-F5344CB8AC3E}">
        <p14:creationId xmlns:p14="http://schemas.microsoft.com/office/powerpoint/2010/main" val="42878247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2738DB-EAD0-1DE8-D65D-72F9F68DDF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AU"/>
          </a:p>
        </p:txBody>
      </p:sp>
      <p:sp>
        <p:nvSpPr>
          <p:cNvPr id="3" name="Text Placeholder 2">
            <a:extLst>
              <a:ext uri="{FF2B5EF4-FFF2-40B4-BE49-F238E27FC236}">
                <a16:creationId xmlns:a16="http://schemas.microsoft.com/office/drawing/2014/main" id="{4B0B52EF-A159-AACC-7382-78BB78F07F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4" name="Date Placeholder 3">
            <a:extLst>
              <a:ext uri="{FF2B5EF4-FFF2-40B4-BE49-F238E27FC236}">
                <a16:creationId xmlns:a16="http://schemas.microsoft.com/office/drawing/2014/main" id="{B486AFE7-8DCE-A1B7-85FC-4C9C75F52F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D68AC8E-1052-480A-8258-7242A4122B14}" type="datetimeFigureOut">
              <a:rPr lang="en-AU" smtClean="0"/>
              <a:t>30/04/2025</a:t>
            </a:fld>
            <a:endParaRPr lang="en-AU"/>
          </a:p>
        </p:txBody>
      </p:sp>
      <p:sp>
        <p:nvSpPr>
          <p:cNvPr id="5" name="Footer Placeholder 4">
            <a:extLst>
              <a:ext uri="{FF2B5EF4-FFF2-40B4-BE49-F238E27FC236}">
                <a16:creationId xmlns:a16="http://schemas.microsoft.com/office/drawing/2014/main" id="{EAD748BA-F118-832E-8A6C-C196DBB5EA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879D815E-083A-90CB-8390-0A0F337F91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94E2FC-275D-4BA2-9ACA-3F0AB3814DD3}" type="slidenum">
              <a:rPr lang="en-AU" smtClean="0"/>
              <a:t>‹#›</a:t>
            </a:fld>
            <a:endParaRPr lang="en-AU"/>
          </a:p>
        </p:txBody>
      </p:sp>
    </p:spTree>
    <p:extLst>
      <p:ext uri="{BB962C8B-B14F-4D97-AF65-F5344CB8AC3E}">
        <p14:creationId xmlns:p14="http://schemas.microsoft.com/office/powerpoint/2010/main" val="153869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hyperlink" Target="https://www.youtube.com/watch?v=KE-Y3jJ4Lp8"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667BDE8-D742-CA19-52F1-DB328656D488}"/>
              </a:ext>
            </a:extLst>
          </p:cNvPr>
          <p:cNvPicPr>
            <a:picLocks noChangeAspect="1"/>
          </p:cNvPicPr>
          <p:nvPr/>
        </p:nvPicPr>
        <p:blipFill>
          <a:blip r:embed="rId2"/>
          <a:stretch>
            <a:fillRect/>
          </a:stretch>
        </p:blipFill>
        <p:spPr>
          <a:xfrm>
            <a:off x="3447677" y="423788"/>
            <a:ext cx="5296639" cy="743054"/>
          </a:xfrm>
          <a:prstGeom prst="rect">
            <a:avLst/>
          </a:prstGeom>
        </p:spPr>
      </p:pic>
      <p:pic>
        <p:nvPicPr>
          <p:cNvPr id="1026" name="Picture 2" descr="Robert Longo on Mark Rothko: 'A Small Battle Scene Occurs Where the Colours  Meet' | Frieze">
            <a:extLst>
              <a:ext uri="{FF2B5EF4-FFF2-40B4-BE49-F238E27FC236}">
                <a16:creationId xmlns:a16="http://schemas.microsoft.com/office/drawing/2014/main" id="{0D363E05-B55B-B9FF-5811-5E05361A15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 y="3228975"/>
            <a:ext cx="12192000" cy="362902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BC9849A7-FA51-9CD8-0ABD-9FA298098508}"/>
              </a:ext>
            </a:extLst>
          </p:cNvPr>
          <p:cNvPicPr>
            <a:picLocks noChangeAspect="1"/>
          </p:cNvPicPr>
          <p:nvPr/>
        </p:nvPicPr>
        <p:blipFill>
          <a:blip r:embed="rId4"/>
          <a:stretch>
            <a:fillRect/>
          </a:stretch>
        </p:blipFill>
        <p:spPr>
          <a:xfrm>
            <a:off x="4909969" y="1390605"/>
            <a:ext cx="2372056" cy="647790"/>
          </a:xfrm>
          <a:prstGeom prst="rect">
            <a:avLst/>
          </a:prstGeom>
        </p:spPr>
      </p:pic>
    </p:spTree>
    <p:extLst>
      <p:ext uri="{BB962C8B-B14F-4D97-AF65-F5344CB8AC3E}">
        <p14:creationId xmlns:p14="http://schemas.microsoft.com/office/powerpoint/2010/main" val="769056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3EE6886-63A3-AC4E-CC6D-2E0C8483F91A}"/>
              </a:ext>
            </a:extLst>
          </p:cNvPr>
          <p:cNvPicPr>
            <a:picLocks noChangeAspect="1"/>
          </p:cNvPicPr>
          <p:nvPr/>
        </p:nvPicPr>
        <p:blipFill>
          <a:blip r:embed="rId2"/>
          <a:stretch>
            <a:fillRect/>
          </a:stretch>
        </p:blipFill>
        <p:spPr>
          <a:xfrm>
            <a:off x="181965" y="114615"/>
            <a:ext cx="5296639" cy="743054"/>
          </a:xfrm>
          <a:prstGeom prst="rect">
            <a:avLst/>
          </a:prstGeom>
        </p:spPr>
      </p:pic>
      <p:sp>
        <p:nvSpPr>
          <p:cNvPr id="3" name="TextBox 2">
            <a:extLst>
              <a:ext uri="{FF2B5EF4-FFF2-40B4-BE49-F238E27FC236}">
                <a16:creationId xmlns:a16="http://schemas.microsoft.com/office/drawing/2014/main" id="{858137CC-25DE-8C70-AC35-DDA8B3F663A3}"/>
              </a:ext>
            </a:extLst>
          </p:cNvPr>
          <p:cNvSpPr txBox="1"/>
          <p:nvPr/>
        </p:nvSpPr>
        <p:spPr>
          <a:xfrm>
            <a:off x="338883" y="1054030"/>
            <a:ext cx="4620987" cy="5586759"/>
          </a:xfrm>
          <a:prstGeom prst="round2DiagRect">
            <a:avLst/>
          </a:prstGeom>
          <a:noFill/>
          <a:ln w="12700">
            <a:solidFill>
              <a:schemeClr val="tx1"/>
            </a:solidFill>
            <a:prstDash val="solid"/>
          </a:ln>
        </p:spPr>
        <p:txBody>
          <a:bodyPr wrap="square" rtlCol="0">
            <a:spAutoFit/>
          </a:bodyPr>
          <a:lstStyle/>
          <a:p>
            <a:pPr lvl="0" algn="ctr">
              <a:lnSpc>
                <a:spcPct val="107000"/>
              </a:lnSpc>
              <a:spcAft>
                <a:spcPts val="800"/>
              </a:spcAft>
              <a:buSzPts val="1000"/>
              <a:tabLst>
                <a:tab pos="457200" algn="l"/>
              </a:tabLst>
            </a:pPr>
            <a:r>
              <a:rPr lang="en-US" sz="2400" b="1" dirty="0">
                <a:latin typeface="+mj-lt"/>
              </a:rPr>
              <a:t>COLOUR AS CODE </a:t>
            </a:r>
          </a:p>
          <a:p>
            <a:pPr>
              <a:lnSpc>
                <a:spcPct val="107000"/>
              </a:lnSpc>
              <a:spcAft>
                <a:spcPts val="800"/>
              </a:spcAft>
              <a:buNone/>
            </a:pPr>
            <a:r>
              <a:rPr lang="en-AU" sz="1800" kern="0" dirty="0">
                <a:effectLst/>
                <a:latin typeface="+mj-lt"/>
                <a:ea typeface="Times New Roman" panose="02020603050405020304" pitchFamily="18" charset="0"/>
                <a:cs typeface="Times New Roman" panose="02020603050405020304" pitchFamily="18" charset="0"/>
              </a:rPr>
              <a:t>Colour is one of the most emotionally and culturally charged tools available to artists. It can encode ideas without relying on text or imagery. </a:t>
            </a:r>
          </a:p>
          <a:p>
            <a:pPr>
              <a:lnSpc>
                <a:spcPct val="107000"/>
              </a:lnSpc>
              <a:spcAft>
                <a:spcPts val="800"/>
              </a:spcAft>
              <a:buNone/>
            </a:pPr>
            <a:r>
              <a:rPr lang="en-AU" sz="1800" b="1" kern="0" dirty="0">
                <a:effectLst/>
                <a:latin typeface="+mj-lt"/>
                <a:ea typeface="Times New Roman" panose="02020603050405020304" pitchFamily="18" charset="0"/>
                <a:cs typeface="Times New Roman" panose="02020603050405020304" pitchFamily="18" charset="0"/>
              </a:rPr>
              <a:t>Colour can:</a:t>
            </a:r>
            <a:endParaRPr lang="en-AU" sz="1800" b="1" kern="100" dirty="0">
              <a:effectLst/>
              <a:latin typeface="+mj-lt"/>
              <a:ea typeface="Aptos" panose="020B0004020202020204" pitchFamily="34" charset="0"/>
              <a:cs typeface="Times New Roman" panose="02020603050405020304" pitchFamily="18" charset="0"/>
            </a:endParaRPr>
          </a:p>
          <a:p>
            <a:pPr marL="800100" lvl="1" indent="-342900">
              <a:lnSpc>
                <a:spcPct val="107000"/>
              </a:lnSpc>
              <a:spcAft>
                <a:spcPts val="800"/>
              </a:spcAft>
              <a:buSzPts val="1000"/>
              <a:buFont typeface="Symbol" panose="05050102010706020507" pitchFamily="18" charset="2"/>
              <a:buChar char=""/>
              <a:tabLst>
                <a:tab pos="457200" algn="l"/>
              </a:tabLst>
            </a:pPr>
            <a:r>
              <a:rPr lang="en-AU" kern="0" dirty="0">
                <a:effectLst/>
                <a:latin typeface="+mj-lt"/>
                <a:ea typeface="Times New Roman" panose="02020603050405020304" pitchFamily="18" charset="0"/>
                <a:cs typeface="Times New Roman" panose="02020603050405020304" pitchFamily="18" charset="0"/>
              </a:rPr>
              <a:t>Symbolise emotional states (e.g., blue = calm/sadness, red = love/anger)</a:t>
            </a:r>
            <a:endParaRPr lang="en-AU" kern="100" dirty="0">
              <a:effectLst/>
              <a:latin typeface="+mj-lt"/>
              <a:ea typeface="Aptos" panose="020B0004020202020204" pitchFamily="34" charset="0"/>
              <a:cs typeface="Times New Roman" panose="02020603050405020304" pitchFamily="18" charset="0"/>
            </a:endParaRPr>
          </a:p>
          <a:p>
            <a:pPr marL="800100" lvl="1" indent="-342900">
              <a:lnSpc>
                <a:spcPct val="107000"/>
              </a:lnSpc>
              <a:spcAft>
                <a:spcPts val="800"/>
              </a:spcAft>
              <a:buSzPts val="1000"/>
              <a:buFont typeface="Symbol" panose="05050102010706020507" pitchFamily="18" charset="2"/>
              <a:buChar char=""/>
              <a:tabLst>
                <a:tab pos="457200" algn="l"/>
              </a:tabLst>
            </a:pPr>
            <a:r>
              <a:rPr lang="en-AU" kern="0" dirty="0">
                <a:effectLst/>
                <a:latin typeface="+mj-lt"/>
                <a:ea typeface="Times New Roman" panose="02020603050405020304" pitchFamily="18" charset="0"/>
                <a:cs typeface="Times New Roman" panose="02020603050405020304" pitchFamily="18" charset="0"/>
              </a:rPr>
              <a:t>Indicate cultural beliefs (e.g., white = purity in Western cultures, mourning in India/</a:t>
            </a:r>
            <a:r>
              <a:rPr lang="en-AU" sz="1800" kern="0" dirty="0">
                <a:effectLst/>
                <a:latin typeface="+mj-lt"/>
                <a:ea typeface="Times New Roman" panose="02020603050405020304" pitchFamily="18" charset="0"/>
              </a:rPr>
              <a:t>green = life in Islam, death in South America</a:t>
            </a:r>
            <a:r>
              <a:rPr lang="en-AU" kern="0" dirty="0">
                <a:effectLst/>
                <a:latin typeface="+mj-lt"/>
                <a:ea typeface="Times New Roman" panose="02020603050405020304" pitchFamily="18" charset="0"/>
                <a:cs typeface="Times New Roman" panose="02020603050405020304" pitchFamily="18" charset="0"/>
              </a:rPr>
              <a:t>)</a:t>
            </a:r>
            <a:endParaRPr lang="en-AU" kern="100" dirty="0">
              <a:latin typeface="+mj-lt"/>
              <a:ea typeface="Times New Roman" panose="02020603050405020304" pitchFamily="18" charset="0"/>
              <a:cs typeface="Times New Roman" panose="02020603050405020304" pitchFamily="18" charset="0"/>
            </a:endParaRPr>
          </a:p>
          <a:p>
            <a:pPr marL="800100" lvl="1" indent="-342900">
              <a:lnSpc>
                <a:spcPct val="107000"/>
              </a:lnSpc>
              <a:spcAft>
                <a:spcPts val="800"/>
              </a:spcAft>
              <a:buSzPts val="1000"/>
              <a:buFont typeface="Symbol" panose="05050102010706020507" pitchFamily="18" charset="2"/>
              <a:buChar char=""/>
              <a:tabLst>
                <a:tab pos="457200" algn="l"/>
              </a:tabLst>
            </a:pPr>
            <a:r>
              <a:rPr lang="en-AU" sz="1800" kern="0" dirty="0">
                <a:effectLst/>
                <a:latin typeface="+mj-lt"/>
                <a:ea typeface="Times New Roman" panose="02020603050405020304" pitchFamily="18" charset="0"/>
              </a:rPr>
              <a:t>Evoke memories and psychological responses </a:t>
            </a:r>
            <a:endParaRPr lang="en-US" sz="2400" b="1" dirty="0">
              <a:latin typeface="+mj-lt"/>
            </a:endParaRPr>
          </a:p>
        </p:txBody>
      </p:sp>
      <p:pic>
        <p:nvPicPr>
          <p:cNvPr id="2050" name="Picture 2" descr="Color Theory Fundamentals: Your One-Stop Guide">
            <a:extLst>
              <a:ext uri="{FF2B5EF4-FFF2-40B4-BE49-F238E27FC236}">
                <a16:creationId xmlns:a16="http://schemas.microsoft.com/office/drawing/2014/main" id="{7FE82440-C021-0DF3-2186-446ECFC2C6E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413" t="25893" r="5525" b="4323"/>
          <a:stretch/>
        </p:blipFill>
        <p:spPr bwMode="auto">
          <a:xfrm>
            <a:off x="5404664" y="3429000"/>
            <a:ext cx="6660399" cy="293551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2">
            <a:extLst>
              <a:ext uri="{FF2B5EF4-FFF2-40B4-BE49-F238E27FC236}">
                <a16:creationId xmlns:a16="http://schemas.microsoft.com/office/drawing/2014/main" id="{0DAD595C-4F1B-746B-3C25-C9979E82F304}"/>
              </a:ext>
            </a:extLst>
          </p:cNvPr>
          <p:cNvSpPr txBox="1"/>
          <p:nvPr/>
        </p:nvSpPr>
        <p:spPr>
          <a:xfrm rot="810856">
            <a:off x="9278474" y="957848"/>
            <a:ext cx="2515211" cy="2149632"/>
          </a:xfrm>
          <a:custGeom>
            <a:avLst/>
            <a:gdLst>
              <a:gd name="connsiteX0" fmla="*/ 0 w 2515211"/>
              <a:gd name="connsiteY0" fmla="*/ 1074816 h 2149632"/>
              <a:gd name="connsiteX1" fmla="*/ 1257606 w 2515211"/>
              <a:gd name="connsiteY1" fmla="*/ 0 h 2149632"/>
              <a:gd name="connsiteX2" fmla="*/ 2515212 w 2515211"/>
              <a:gd name="connsiteY2" fmla="*/ 1074816 h 2149632"/>
              <a:gd name="connsiteX3" fmla="*/ 1257606 w 2515211"/>
              <a:gd name="connsiteY3" fmla="*/ 2149632 h 2149632"/>
              <a:gd name="connsiteX4" fmla="*/ 0 w 2515211"/>
              <a:gd name="connsiteY4" fmla="*/ 1074816 h 2149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5211" h="2149632" fill="none" extrusionOk="0">
                <a:moveTo>
                  <a:pt x="0" y="1074816"/>
                </a:moveTo>
                <a:cubicBezTo>
                  <a:pt x="-32519" y="467889"/>
                  <a:pt x="467332" y="172960"/>
                  <a:pt x="1257606" y="0"/>
                </a:cubicBezTo>
                <a:cubicBezTo>
                  <a:pt x="1982193" y="34483"/>
                  <a:pt x="2638259" y="607000"/>
                  <a:pt x="2515212" y="1074816"/>
                </a:cubicBezTo>
                <a:cubicBezTo>
                  <a:pt x="2384075" y="1628234"/>
                  <a:pt x="1989223" y="2192431"/>
                  <a:pt x="1257606" y="2149632"/>
                </a:cubicBezTo>
                <a:cubicBezTo>
                  <a:pt x="509971" y="2221394"/>
                  <a:pt x="-26480" y="1644131"/>
                  <a:pt x="0" y="1074816"/>
                </a:cubicBezTo>
                <a:close/>
              </a:path>
              <a:path w="2515211" h="2149632" stroke="0" extrusionOk="0">
                <a:moveTo>
                  <a:pt x="0" y="1074816"/>
                </a:moveTo>
                <a:cubicBezTo>
                  <a:pt x="94659" y="341890"/>
                  <a:pt x="597287" y="53666"/>
                  <a:pt x="1257606" y="0"/>
                </a:cubicBezTo>
                <a:cubicBezTo>
                  <a:pt x="1903380" y="-135790"/>
                  <a:pt x="2529541" y="489783"/>
                  <a:pt x="2515212" y="1074816"/>
                </a:cubicBezTo>
                <a:cubicBezTo>
                  <a:pt x="2500637" y="1509379"/>
                  <a:pt x="1880461" y="2181927"/>
                  <a:pt x="1257606" y="2149632"/>
                </a:cubicBezTo>
                <a:cubicBezTo>
                  <a:pt x="549187" y="2083127"/>
                  <a:pt x="75186" y="1776840"/>
                  <a:pt x="0" y="1074816"/>
                </a:cubicBezTo>
                <a:close/>
              </a:path>
            </a:pathLst>
          </a:custGeom>
          <a:solidFill>
            <a:schemeClr val="bg1"/>
          </a:solidFill>
          <a:ln>
            <a:solidFill>
              <a:schemeClr val="tx1"/>
            </a:solidFill>
            <a:extLst>
              <a:ext uri="{C807C97D-BFC1-408E-A445-0C87EB9F89A2}">
                <ask:lineSketchStyleProps xmlns:ask="http://schemas.microsoft.com/office/drawing/2018/sketchyshapes" sd="1617256088">
                  <a:prstGeom prst="flowChartConnector">
                    <a:avLst/>
                  </a:prstGeom>
                  <ask:type>
                    <ask:lineSketchScribble/>
                  </ask:type>
                </ask:lineSketchStyleProps>
              </a:ext>
            </a:extLst>
          </a:ln>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AU" sz="2000" b="1" i="1" kern="0" dirty="0">
                <a:effectLst/>
                <a:ea typeface="Times New Roman" panose="02020603050405020304" pitchFamily="18" charset="0"/>
                <a:cs typeface="Times New Roman" panose="02020603050405020304" pitchFamily="18" charset="0"/>
              </a:rPr>
              <a:t>What </a:t>
            </a:r>
            <a:r>
              <a:rPr lang="en-AU" sz="2000" b="1" i="1" kern="0" dirty="0">
                <a:ea typeface="Times New Roman" panose="02020603050405020304" pitchFamily="18" charset="0"/>
                <a:cs typeface="Times New Roman" panose="02020603050405020304" pitchFamily="18" charset="0"/>
              </a:rPr>
              <a:t>colours do you emotionally connect to? </a:t>
            </a:r>
            <a:endParaRPr lang="en-US" sz="3200" b="1" i="1" dirty="0"/>
          </a:p>
          <a:p>
            <a:pPr algn="ctr"/>
            <a:endParaRPr lang="en-AU" sz="2000" b="1" i="1" dirty="0">
              <a:solidFill>
                <a:schemeClr val="bg1"/>
              </a:solidFill>
              <a:latin typeface="+mj-lt"/>
            </a:endParaRPr>
          </a:p>
        </p:txBody>
      </p:sp>
      <p:sp>
        <p:nvSpPr>
          <p:cNvPr id="8" name="TextBox 2">
            <a:extLst>
              <a:ext uri="{FF2B5EF4-FFF2-40B4-BE49-F238E27FC236}">
                <a16:creationId xmlns:a16="http://schemas.microsoft.com/office/drawing/2014/main" id="{3B5B3808-1562-3C0F-48FF-D56A4ECF9AA2}"/>
              </a:ext>
            </a:extLst>
          </p:cNvPr>
          <p:cNvSpPr txBox="1"/>
          <p:nvPr/>
        </p:nvSpPr>
        <p:spPr>
          <a:xfrm rot="21405556">
            <a:off x="5733892" y="1139284"/>
            <a:ext cx="3072943" cy="2008102"/>
          </a:xfrm>
          <a:custGeom>
            <a:avLst/>
            <a:gdLst>
              <a:gd name="connsiteX0" fmla="*/ 0 w 3072943"/>
              <a:gd name="connsiteY0" fmla="*/ 1004051 h 2008102"/>
              <a:gd name="connsiteX1" fmla="*/ 1536472 w 3072943"/>
              <a:gd name="connsiteY1" fmla="*/ 0 h 2008102"/>
              <a:gd name="connsiteX2" fmla="*/ 3072944 w 3072943"/>
              <a:gd name="connsiteY2" fmla="*/ 1004051 h 2008102"/>
              <a:gd name="connsiteX3" fmla="*/ 1536472 w 3072943"/>
              <a:gd name="connsiteY3" fmla="*/ 2008102 h 2008102"/>
              <a:gd name="connsiteX4" fmla="*/ 0 w 3072943"/>
              <a:gd name="connsiteY4" fmla="*/ 1004051 h 20081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72943" h="2008102" fill="none" extrusionOk="0">
                <a:moveTo>
                  <a:pt x="0" y="1004051"/>
                </a:moveTo>
                <a:cubicBezTo>
                  <a:pt x="130273" y="432842"/>
                  <a:pt x="798346" y="60534"/>
                  <a:pt x="1536472" y="0"/>
                </a:cubicBezTo>
                <a:cubicBezTo>
                  <a:pt x="2330492" y="-15045"/>
                  <a:pt x="3231314" y="485285"/>
                  <a:pt x="3072944" y="1004051"/>
                </a:cubicBezTo>
                <a:cubicBezTo>
                  <a:pt x="3216102" y="1544257"/>
                  <a:pt x="2253877" y="2147295"/>
                  <a:pt x="1536472" y="2008102"/>
                </a:cubicBezTo>
                <a:cubicBezTo>
                  <a:pt x="722966" y="2115885"/>
                  <a:pt x="4032" y="1599694"/>
                  <a:pt x="0" y="1004051"/>
                </a:cubicBezTo>
                <a:close/>
              </a:path>
              <a:path w="3072943" h="2008102" stroke="0" extrusionOk="0">
                <a:moveTo>
                  <a:pt x="0" y="1004051"/>
                </a:moveTo>
                <a:cubicBezTo>
                  <a:pt x="81723" y="376379"/>
                  <a:pt x="603552" y="73401"/>
                  <a:pt x="1536472" y="0"/>
                </a:cubicBezTo>
                <a:cubicBezTo>
                  <a:pt x="2361897" y="-113839"/>
                  <a:pt x="3012787" y="524414"/>
                  <a:pt x="3072944" y="1004051"/>
                </a:cubicBezTo>
                <a:cubicBezTo>
                  <a:pt x="3102734" y="1627755"/>
                  <a:pt x="2387630" y="1926397"/>
                  <a:pt x="1536472" y="2008102"/>
                </a:cubicBezTo>
                <a:cubicBezTo>
                  <a:pt x="682740" y="2049698"/>
                  <a:pt x="-117307" y="1527560"/>
                  <a:pt x="0" y="1004051"/>
                </a:cubicBezTo>
                <a:close/>
              </a:path>
            </a:pathLst>
          </a:custGeom>
          <a:solidFill>
            <a:srgbClr val="4F6890"/>
          </a:solidFill>
          <a:ln>
            <a:solidFill>
              <a:srgbClr val="4F6890"/>
            </a:solidFill>
            <a:extLst>
              <a:ext uri="{C807C97D-BFC1-408E-A445-0C87EB9F89A2}">
                <ask:lineSketchStyleProps xmlns:ask="http://schemas.microsoft.com/office/drawing/2018/sketchyshapes" sd="2091018771">
                  <a:prstGeom prst="flowChartConnector">
                    <a:avLst/>
                  </a:prstGeom>
                  <ask:type>
                    <ask:lineSketchScribble/>
                  </ask:type>
                </ask:lineSketchStyleProps>
              </a:ext>
            </a:extLst>
          </a:ln>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AU" sz="2000" b="1" i="1" kern="0" dirty="0">
                <a:solidFill>
                  <a:schemeClr val="bg1"/>
                </a:solidFill>
                <a:effectLst/>
                <a:latin typeface="+mj-lt"/>
                <a:ea typeface="Times New Roman" panose="02020603050405020304" pitchFamily="18" charset="0"/>
              </a:rPr>
              <a:t>"Colour is a power which directly influences the soul." – Kandinsky</a:t>
            </a:r>
            <a:endParaRPr lang="en-AU" sz="2000" b="1" i="1" dirty="0">
              <a:solidFill>
                <a:schemeClr val="bg1"/>
              </a:solidFill>
              <a:latin typeface="+mj-lt"/>
            </a:endParaRPr>
          </a:p>
        </p:txBody>
      </p:sp>
    </p:spTree>
    <p:extLst>
      <p:ext uri="{BB962C8B-B14F-4D97-AF65-F5344CB8AC3E}">
        <p14:creationId xmlns:p14="http://schemas.microsoft.com/office/powerpoint/2010/main" val="4191295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F40A581-BE10-FAA0-5BA1-6DA9A411B4F8}"/>
              </a:ext>
            </a:extLst>
          </p:cNvPr>
          <p:cNvSpPr txBox="1"/>
          <p:nvPr/>
        </p:nvSpPr>
        <p:spPr>
          <a:xfrm>
            <a:off x="322555" y="375829"/>
            <a:ext cx="2583931" cy="6106341"/>
          </a:xfrm>
          <a:prstGeom prst="round2DiagRect">
            <a:avLst/>
          </a:prstGeom>
          <a:noFill/>
          <a:ln w="12700">
            <a:solidFill>
              <a:schemeClr val="tx1"/>
            </a:solidFill>
            <a:prstDash val="solid"/>
          </a:ln>
        </p:spPr>
        <p:txBody>
          <a:bodyPr wrap="square" rtlCol="0">
            <a:spAutoFit/>
          </a:bodyPr>
          <a:lstStyle/>
          <a:p>
            <a:pPr lvl="0" algn="ctr">
              <a:lnSpc>
                <a:spcPct val="107000"/>
              </a:lnSpc>
              <a:spcAft>
                <a:spcPts val="800"/>
              </a:spcAft>
              <a:buSzPts val="1000"/>
              <a:tabLst>
                <a:tab pos="457200" algn="l"/>
              </a:tabLst>
            </a:pPr>
            <a:r>
              <a:rPr lang="en-US" sz="2400" b="1" dirty="0">
                <a:latin typeface="+mj-lt"/>
              </a:rPr>
              <a:t>COLOUR THEORY  </a:t>
            </a:r>
          </a:p>
          <a:p>
            <a:pPr>
              <a:buNone/>
            </a:pPr>
            <a:r>
              <a:rPr lang="en-AU" sz="1600" b="1" dirty="0">
                <a:latin typeface="+mj-lt"/>
              </a:rPr>
              <a:t>Primary Colours</a:t>
            </a:r>
          </a:p>
          <a:p>
            <a:r>
              <a:rPr lang="en-AU" sz="1400" dirty="0">
                <a:latin typeface="+mj-lt"/>
              </a:rPr>
              <a:t>The </a:t>
            </a:r>
            <a:r>
              <a:rPr lang="en-AU" sz="1400" b="1" dirty="0">
                <a:latin typeface="+mj-lt"/>
              </a:rPr>
              <a:t>three base colours</a:t>
            </a:r>
            <a:r>
              <a:rPr lang="en-AU" sz="1400" dirty="0">
                <a:latin typeface="+mj-lt"/>
              </a:rPr>
              <a:t> that cannot be made by mixing other colours:</a:t>
            </a:r>
            <a:br>
              <a:rPr lang="en-AU" sz="1400" dirty="0">
                <a:latin typeface="+mj-lt"/>
              </a:rPr>
            </a:br>
            <a:r>
              <a:rPr lang="en-AU" sz="1400" dirty="0">
                <a:latin typeface="+mj-lt"/>
              </a:rPr>
              <a:t>🔴 </a:t>
            </a:r>
            <a:r>
              <a:rPr lang="en-AU" sz="1400" b="1" dirty="0">
                <a:latin typeface="+mj-lt"/>
              </a:rPr>
              <a:t>Red</a:t>
            </a:r>
            <a:r>
              <a:rPr lang="en-AU" sz="1400" dirty="0">
                <a:latin typeface="+mj-lt"/>
              </a:rPr>
              <a:t>, 🔵 </a:t>
            </a:r>
            <a:r>
              <a:rPr lang="en-AU" sz="1400" b="1" dirty="0">
                <a:latin typeface="+mj-lt"/>
              </a:rPr>
              <a:t>Blue</a:t>
            </a:r>
            <a:r>
              <a:rPr lang="en-AU" sz="1400" dirty="0">
                <a:latin typeface="+mj-lt"/>
              </a:rPr>
              <a:t>, 🟡 </a:t>
            </a:r>
            <a:r>
              <a:rPr lang="en-AU" sz="1400" b="1" dirty="0">
                <a:latin typeface="+mj-lt"/>
              </a:rPr>
              <a:t>Yellow</a:t>
            </a:r>
            <a:endParaRPr lang="en-AU" sz="1400" dirty="0">
              <a:latin typeface="+mj-lt"/>
            </a:endParaRPr>
          </a:p>
          <a:p>
            <a:pPr>
              <a:buFont typeface="Arial" panose="020B0604020202020204" pitchFamily="34" charset="0"/>
              <a:buChar char="•"/>
            </a:pPr>
            <a:endParaRPr lang="en-AU" sz="1400" dirty="0">
              <a:latin typeface="+mj-lt"/>
            </a:endParaRPr>
          </a:p>
          <a:p>
            <a:r>
              <a:rPr lang="en-AU" sz="1400" dirty="0">
                <a:latin typeface="+mj-lt"/>
              </a:rPr>
              <a:t>All other colours are made by mixing these.</a:t>
            </a:r>
          </a:p>
          <a:p>
            <a:pPr>
              <a:buNone/>
            </a:pPr>
            <a:endParaRPr lang="en-AU" sz="1600" b="1" dirty="0">
              <a:latin typeface="+mj-lt"/>
            </a:endParaRPr>
          </a:p>
          <a:p>
            <a:pPr>
              <a:buNone/>
            </a:pPr>
            <a:r>
              <a:rPr lang="en-AU" sz="1600" b="1" dirty="0">
                <a:latin typeface="+mj-lt"/>
              </a:rPr>
              <a:t>Secondary Colours</a:t>
            </a:r>
          </a:p>
          <a:p>
            <a:r>
              <a:rPr lang="en-AU" sz="1400" dirty="0">
                <a:latin typeface="+mj-lt"/>
              </a:rPr>
              <a:t>Made by mixing </a:t>
            </a:r>
            <a:r>
              <a:rPr lang="en-AU" sz="1400" b="1" dirty="0">
                <a:latin typeface="+mj-lt"/>
              </a:rPr>
              <a:t>two primary colours</a:t>
            </a:r>
            <a:r>
              <a:rPr lang="en-AU" sz="1400" dirty="0">
                <a:latin typeface="+mj-lt"/>
              </a:rPr>
              <a:t>:</a:t>
            </a:r>
            <a:br>
              <a:rPr lang="en-AU" sz="1400" dirty="0">
                <a:latin typeface="+mj-lt"/>
              </a:rPr>
            </a:br>
            <a:r>
              <a:rPr lang="en-AU" sz="1400" dirty="0">
                <a:latin typeface="+mj-lt"/>
              </a:rPr>
              <a:t>🟢 </a:t>
            </a:r>
            <a:r>
              <a:rPr lang="en-AU" sz="1400" b="1" dirty="0">
                <a:latin typeface="+mj-lt"/>
              </a:rPr>
              <a:t>Green</a:t>
            </a:r>
            <a:r>
              <a:rPr lang="en-AU" sz="1400" dirty="0">
                <a:latin typeface="+mj-lt"/>
              </a:rPr>
              <a:t> (blue + yellow)</a:t>
            </a:r>
            <a:br>
              <a:rPr lang="en-AU" sz="1400" dirty="0">
                <a:latin typeface="+mj-lt"/>
              </a:rPr>
            </a:br>
            <a:r>
              <a:rPr lang="en-AU" sz="1400" dirty="0">
                <a:latin typeface="+mj-lt"/>
              </a:rPr>
              <a:t>🟠 </a:t>
            </a:r>
            <a:r>
              <a:rPr lang="en-AU" sz="1400" b="1" dirty="0">
                <a:latin typeface="+mj-lt"/>
              </a:rPr>
              <a:t>Orange</a:t>
            </a:r>
            <a:r>
              <a:rPr lang="en-AU" sz="1400" dirty="0">
                <a:latin typeface="+mj-lt"/>
              </a:rPr>
              <a:t> (red + yellow)</a:t>
            </a:r>
            <a:br>
              <a:rPr lang="en-AU" sz="1400" dirty="0">
                <a:latin typeface="+mj-lt"/>
              </a:rPr>
            </a:br>
            <a:r>
              <a:rPr lang="en-AU" sz="1400" dirty="0">
                <a:latin typeface="+mj-lt"/>
              </a:rPr>
              <a:t>🟣 </a:t>
            </a:r>
            <a:r>
              <a:rPr lang="en-AU" sz="1400" b="1" dirty="0">
                <a:latin typeface="+mj-lt"/>
              </a:rPr>
              <a:t>Purple</a:t>
            </a:r>
            <a:r>
              <a:rPr lang="en-AU" sz="1400" dirty="0">
                <a:latin typeface="+mj-lt"/>
              </a:rPr>
              <a:t> (red + blue)</a:t>
            </a:r>
          </a:p>
          <a:p>
            <a:pPr>
              <a:buNone/>
            </a:pPr>
            <a:endParaRPr lang="en-AU" sz="1600" b="1" dirty="0">
              <a:latin typeface="+mj-lt"/>
            </a:endParaRPr>
          </a:p>
          <a:p>
            <a:pPr>
              <a:buNone/>
            </a:pPr>
            <a:r>
              <a:rPr lang="en-AU" sz="1600" b="1" dirty="0">
                <a:latin typeface="+mj-lt"/>
              </a:rPr>
              <a:t>Tertiary Colours</a:t>
            </a:r>
          </a:p>
          <a:p>
            <a:r>
              <a:rPr lang="en-AU" sz="1400" dirty="0">
                <a:latin typeface="+mj-lt"/>
              </a:rPr>
              <a:t>Made by mixing a </a:t>
            </a:r>
            <a:r>
              <a:rPr lang="en-AU" sz="1400" b="1" dirty="0">
                <a:latin typeface="+mj-lt"/>
              </a:rPr>
              <a:t>primary colour with a neighbouring secondary colour</a:t>
            </a:r>
            <a:r>
              <a:rPr lang="en-AU" sz="1400" dirty="0">
                <a:latin typeface="+mj-lt"/>
              </a:rPr>
              <a:t>, e.g.:</a:t>
            </a:r>
          </a:p>
          <a:p>
            <a:r>
              <a:rPr lang="en-AU" sz="1400" dirty="0">
                <a:latin typeface="+mj-lt"/>
              </a:rPr>
              <a:t>🔴 + 🟠 = </a:t>
            </a:r>
            <a:r>
              <a:rPr lang="en-AU" sz="1400" b="1" dirty="0">
                <a:latin typeface="+mj-lt"/>
              </a:rPr>
              <a:t>Red-orange</a:t>
            </a:r>
          </a:p>
          <a:p>
            <a:r>
              <a:rPr lang="en-AU" sz="1400" dirty="0">
                <a:latin typeface="+mj-lt"/>
              </a:rPr>
              <a:t>🔵 + 🟢 = </a:t>
            </a:r>
            <a:r>
              <a:rPr lang="en-AU" sz="1400" b="1" dirty="0">
                <a:latin typeface="+mj-lt"/>
              </a:rPr>
              <a:t>Blue-green</a:t>
            </a:r>
            <a:endParaRPr lang="en-AU" sz="1400" dirty="0">
              <a:latin typeface="+mj-lt"/>
            </a:endParaRPr>
          </a:p>
        </p:txBody>
      </p:sp>
      <p:sp>
        <p:nvSpPr>
          <p:cNvPr id="5" name="TextBox 4">
            <a:extLst>
              <a:ext uri="{FF2B5EF4-FFF2-40B4-BE49-F238E27FC236}">
                <a16:creationId xmlns:a16="http://schemas.microsoft.com/office/drawing/2014/main" id="{7A4B2182-F691-EF0E-9C68-DDDC4945E9C1}"/>
              </a:ext>
            </a:extLst>
          </p:cNvPr>
          <p:cNvSpPr txBox="1"/>
          <p:nvPr/>
        </p:nvSpPr>
        <p:spPr>
          <a:xfrm>
            <a:off x="6897979" y="393372"/>
            <a:ext cx="5149849" cy="6178800"/>
          </a:xfrm>
          <a:prstGeom prst="round2DiagRect">
            <a:avLst/>
          </a:prstGeom>
          <a:noFill/>
          <a:ln w="12700">
            <a:solidFill>
              <a:schemeClr val="tx1"/>
            </a:solidFill>
            <a:prstDash val="solid"/>
          </a:ln>
        </p:spPr>
        <p:txBody>
          <a:bodyPr wrap="square" rtlCol="0">
            <a:spAutoFit/>
          </a:bodyPr>
          <a:lstStyle/>
          <a:p>
            <a:pPr lvl="0" algn="ctr">
              <a:lnSpc>
                <a:spcPct val="107000"/>
              </a:lnSpc>
              <a:spcAft>
                <a:spcPts val="800"/>
              </a:spcAft>
              <a:buSzPts val="1000"/>
              <a:tabLst>
                <a:tab pos="457200" algn="l"/>
              </a:tabLst>
            </a:pPr>
            <a:r>
              <a:rPr lang="en-US" sz="2400" b="1" dirty="0">
                <a:latin typeface="+mj-lt"/>
              </a:rPr>
              <a:t>COLOUR THEORY  </a:t>
            </a:r>
          </a:p>
          <a:p>
            <a:pPr lvl="0">
              <a:lnSpc>
                <a:spcPct val="107000"/>
              </a:lnSpc>
              <a:spcAft>
                <a:spcPts val="800"/>
              </a:spcAft>
              <a:buSzPts val="1000"/>
              <a:tabLst>
                <a:tab pos="457200" algn="l"/>
              </a:tabLst>
            </a:pPr>
            <a:r>
              <a:rPr lang="en-US" sz="1600" b="1" dirty="0">
                <a:latin typeface="+mj-lt"/>
              </a:rPr>
              <a:t>🔥❄️ Warm vs Cool </a:t>
            </a:r>
            <a:r>
              <a:rPr lang="en-US" sz="1600" b="1" dirty="0" err="1">
                <a:latin typeface="+mj-lt"/>
              </a:rPr>
              <a:t>Colours</a:t>
            </a:r>
            <a:endParaRPr lang="en-US" sz="1600" b="1" dirty="0">
              <a:latin typeface="+mj-lt"/>
            </a:endParaRPr>
          </a:p>
          <a:p>
            <a:pPr lvl="0">
              <a:lnSpc>
                <a:spcPct val="107000"/>
              </a:lnSpc>
              <a:spcAft>
                <a:spcPts val="800"/>
              </a:spcAft>
              <a:buSzPts val="1000"/>
              <a:tabLst>
                <a:tab pos="457200" algn="l"/>
              </a:tabLst>
            </a:pPr>
            <a:r>
              <a:rPr lang="en-US" sz="1400" b="1" dirty="0">
                <a:latin typeface="+mj-lt"/>
              </a:rPr>
              <a:t>Warm </a:t>
            </a:r>
            <a:r>
              <a:rPr lang="en-US" sz="1400" b="1" dirty="0" err="1">
                <a:latin typeface="+mj-lt"/>
              </a:rPr>
              <a:t>colours</a:t>
            </a:r>
            <a:r>
              <a:rPr lang="en-US" sz="1400" b="1" dirty="0">
                <a:latin typeface="+mj-lt"/>
              </a:rPr>
              <a:t>: </a:t>
            </a:r>
            <a:r>
              <a:rPr lang="en-US" sz="1400" dirty="0">
                <a:latin typeface="+mj-lt"/>
              </a:rPr>
              <a:t>red, orange, yellow – evoke warmth, energy, passion</a:t>
            </a:r>
          </a:p>
          <a:p>
            <a:pPr lvl="0">
              <a:lnSpc>
                <a:spcPct val="107000"/>
              </a:lnSpc>
              <a:spcAft>
                <a:spcPts val="800"/>
              </a:spcAft>
              <a:buSzPts val="1000"/>
              <a:tabLst>
                <a:tab pos="457200" algn="l"/>
              </a:tabLst>
            </a:pPr>
            <a:r>
              <a:rPr lang="en-US" sz="1400" b="1" dirty="0">
                <a:latin typeface="+mj-lt"/>
              </a:rPr>
              <a:t>Cool </a:t>
            </a:r>
            <a:r>
              <a:rPr lang="en-US" sz="1400" b="1" dirty="0" err="1">
                <a:latin typeface="+mj-lt"/>
              </a:rPr>
              <a:t>colours</a:t>
            </a:r>
            <a:r>
              <a:rPr lang="en-US" sz="1400" b="1" dirty="0">
                <a:latin typeface="+mj-lt"/>
              </a:rPr>
              <a:t>: </a:t>
            </a:r>
            <a:r>
              <a:rPr lang="en-US" sz="1400" dirty="0">
                <a:latin typeface="+mj-lt"/>
              </a:rPr>
              <a:t>blue, green, purple – evoke calm, peace, or sadness🎨 </a:t>
            </a:r>
          </a:p>
          <a:p>
            <a:pPr lvl="0">
              <a:lnSpc>
                <a:spcPct val="107000"/>
              </a:lnSpc>
              <a:spcAft>
                <a:spcPts val="800"/>
              </a:spcAft>
              <a:buSzPts val="1000"/>
              <a:tabLst>
                <a:tab pos="457200" algn="l"/>
              </a:tabLst>
            </a:pPr>
            <a:r>
              <a:rPr lang="en-US" sz="1600" b="1" dirty="0">
                <a:latin typeface="+mj-lt"/>
              </a:rPr>
              <a:t>Complementary </a:t>
            </a:r>
            <a:r>
              <a:rPr lang="en-US" sz="1600" b="1" dirty="0" err="1">
                <a:latin typeface="+mj-lt"/>
              </a:rPr>
              <a:t>Colour</a:t>
            </a:r>
            <a:r>
              <a:rPr lang="en-US" sz="1600" b="1" dirty="0">
                <a:latin typeface="+mj-lt"/>
              </a:rPr>
              <a:t> Scheme: </a:t>
            </a:r>
            <a:r>
              <a:rPr lang="en-US" sz="1400" dirty="0" err="1">
                <a:latin typeface="+mj-lt"/>
              </a:rPr>
              <a:t>Colours</a:t>
            </a:r>
            <a:r>
              <a:rPr lang="en-US" sz="1400" dirty="0">
                <a:latin typeface="+mj-lt"/>
              </a:rPr>
              <a:t> opposite each other on the </a:t>
            </a:r>
            <a:r>
              <a:rPr lang="en-US" sz="1400" dirty="0" err="1">
                <a:latin typeface="+mj-lt"/>
              </a:rPr>
              <a:t>colour</a:t>
            </a:r>
            <a:r>
              <a:rPr lang="en-US" sz="1400" dirty="0">
                <a:latin typeface="+mj-lt"/>
              </a:rPr>
              <a:t> wheel (e.g. red &amp; green). They are high in contrast and vibrant when placed side by side and used to create bold, dynamic compositions</a:t>
            </a:r>
          </a:p>
          <a:p>
            <a:pPr lvl="0">
              <a:lnSpc>
                <a:spcPct val="107000"/>
              </a:lnSpc>
              <a:spcAft>
                <a:spcPts val="800"/>
              </a:spcAft>
              <a:buSzPts val="1000"/>
              <a:tabLst>
                <a:tab pos="457200" algn="l"/>
              </a:tabLst>
            </a:pPr>
            <a:r>
              <a:rPr lang="en-US" sz="1600" dirty="0">
                <a:latin typeface="+mj-lt"/>
              </a:rPr>
              <a:t>🎨 </a:t>
            </a:r>
            <a:r>
              <a:rPr lang="en-US" sz="1600" b="1" dirty="0">
                <a:latin typeface="+mj-lt"/>
              </a:rPr>
              <a:t>Analogous </a:t>
            </a:r>
            <a:r>
              <a:rPr lang="en-US" sz="1600" b="1" dirty="0" err="1">
                <a:latin typeface="+mj-lt"/>
              </a:rPr>
              <a:t>Colour</a:t>
            </a:r>
            <a:r>
              <a:rPr lang="en-US" sz="1600" b="1" dirty="0">
                <a:latin typeface="+mj-lt"/>
              </a:rPr>
              <a:t> Scheme: </a:t>
            </a:r>
            <a:r>
              <a:rPr lang="en-US" sz="1400" dirty="0" err="1">
                <a:latin typeface="+mj-lt"/>
              </a:rPr>
              <a:t>Colours</a:t>
            </a:r>
            <a:r>
              <a:rPr lang="en-US" sz="1400" dirty="0">
                <a:latin typeface="+mj-lt"/>
              </a:rPr>
              <a:t> next to each other on the </a:t>
            </a:r>
            <a:r>
              <a:rPr lang="en-US" sz="1400" dirty="0" err="1">
                <a:latin typeface="+mj-lt"/>
              </a:rPr>
              <a:t>colour</a:t>
            </a:r>
            <a:r>
              <a:rPr lang="en-US" sz="1400" dirty="0">
                <a:latin typeface="+mj-lt"/>
              </a:rPr>
              <a:t> wheel (e.g. blue, blue-green, green). They are harmonious and calming, used for subtle transitions and unity</a:t>
            </a:r>
          </a:p>
          <a:p>
            <a:pPr lvl="0">
              <a:lnSpc>
                <a:spcPct val="107000"/>
              </a:lnSpc>
              <a:spcAft>
                <a:spcPts val="800"/>
              </a:spcAft>
              <a:buSzPts val="1000"/>
              <a:tabLst>
                <a:tab pos="457200" algn="l"/>
              </a:tabLst>
            </a:pPr>
            <a:r>
              <a:rPr lang="en-US" sz="1600" b="1" dirty="0">
                <a:latin typeface="+mj-lt"/>
              </a:rPr>
              <a:t>Tints, Shades &amp; Saturation</a:t>
            </a:r>
          </a:p>
          <a:p>
            <a:pPr lvl="0">
              <a:lnSpc>
                <a:spcPct val="107000"/>
              </a:lnSpc>
              <a:spcAft>
                <a:spcPts val="800"/>
              </a:spcAft>
              <a:buSzPts val="1000"/>
              <a:tabLst>
                <a:tab pos="457200" algn="l"/>
              </a:tabLst>
            </a:pPr>
            <a:r>
              <a:rPr lang="en-US" sz="1400" dirty="0">
                <a:latin typeface="+mj-lt"/>
              </a:rPr>
              <a:t>Tint = base </a:t>
            </a:r>
            <a:r>
              <a:rPr lang="en-US" sz="1400" dirty="0" err="1">
                <a:latin typeface="+mj-lt"/>
              </a:rPr>
              <a:t>colour</a:t>
            </a:r>
            <a:r>
              <a:rPr lang="en-US" sz="1400" dirty="0">
                <a:latin typeface="+mj-lt"/>
              </a:rPr>
              <a:t> + white → makes the </a:t>
            </a:r>
            <a:r>
              <a:rPr lang="en-US" sz="1400" dirty="0" err="1">
                <a:latin typeface="+mj-lt"/>
              </a:rPr>
              <a:t>colour</a:t>
            </a:r>
            <a:r>
              <a:rPr lang="en-US" sz="1400" dirty="0">
                <a:latin typeface="+mj-lt"/>
              </a:rPr>
              <a:t> lighter</a:t>
            </a:r>
          </a:p>
          <a:p>
            <a:pPr lvl="0">
              <a:lnSpc>
                <a:spcPct val="107000"/>
              </a:lnSpc>
              <a:spcAft>
                <a:spcPts val="800"/>
              </a:spcAft>
              <a:buSzPts val="1000"/>
              <a:tabLst>
                <a:tab pos="457200" algn="l"/>
              </a:tabLst>
            </a:pPr>
            <a:r>
              <a:rPr lang="en-US" sz="1400" dirty="0">
                <a:latin typeface="+mj-lt"/>
              </a:rPr>
              <a:t>Shade = base </a:t>
            </a:r>
            <a:r>
              <a:rPr lang="en-US" sz="1400" dirty="0" err="1">
                <a:latin typeface="+mj-lt"/>
              </a:rPr>
              <a:t>colour</a:t>
            </a:r>
            <a:r>
              <a:rPr lang="en-US" sz="1400" dirty="0">
                <a:latin typeface="+mj-lt"/>
              </a:rPr>
              <a:t> + black → makes the </a:t>
            </a:r>
            <a:r>
              <a:rPr lang="en-US" sz="1400" dirty="0" err="1">
                <a:latin typeface="+mj-lt"/>
              </a:rPr>
              <a:t>colour</a:t>
            </a:r>
            <a:r>
              <a:rPr lang="en-US" sz="1400" dirty="0">
                <a:latin typeface="+mj-lt"/>
              </a:rPr>
              <a:t> darker</a:t>
            </a:r>
          </a:p>
          <a:p>
            <a:pPr lvl="0">
              <a:lnSpc>
                <a:spcPct val="107000"/>
              </a:lnSpc>
              <a:spcAft>
                <a:spcPts val="800"/>
              </a:spcAft>
              <a:buSzPts val="1000"/>
              <a:tabLst>
                <a:tab pos="457200" algn="l"/>
              </a:tabLst>
            </a:pPr>
            <a:r>
              <a:rPr lang="en-US" sz="1400" dirty="0">
                <a:latin typeface="+mj-lt"/>
              </a:rPr>
              <a:t>Saturation = intensity or purity of a </a:t>
            </a:r>
            <a:r>
              <a:rPr lang="en-US" sz="1400" dirty="0" err="1">
                <a:latin typeface="+mj-lt"/>
              </a:rPr>
              <a:t>colourHigh</a:t>
            </a:r>
            <a:r>
              <a:rPr lang="en-US" sz="1400" dirty="0">
                <a:latin typeface="+mj-lt"/>
              </a:rPr>
              <a:t> saturation = vivid, </a:t>
            </a:r>
            <a:r>
              <a:rPr lang="en-US" sz="1400" dirty="0" err="1">
                <a:latin typeface="+mj-lt"/>
              </a:rPr>
              <a:t>boldLow</a:t>
            </a:r>
            <a:r>
              <a:rPr lang="en-US" sz="1400" dirty="0">
                <a:latin typeface="+mj-lt"/>
              </a:rPr>
              <a:t> saturation = muted, greyed out</a:t>
            </a:r>
          </a:p>
        </p:txBody>
      </p:sp>
      <p:pic>
        <p:nvPicPr>
          <p:cNvPr id="11" name="Picture 2">
            <a:extLst>
              <a:ext uri="{FF2B5EF4-FFF2-40B4-BE49-F238E27FC236}">
                <a16:creationId xmlns:a16="http://schemas.microsoft.com/office/drawing/2014/main" id="{91F2ECB2-B41B-7AFF-C92B-32239FE412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6857" y="1449355"/>
            <a:ext cx="3770750" cy="39592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331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A6865B-DCD6-3F11-F8A1-D4A4CD11F559}"/>
              </a:ext>
            </a:extLst>
          </p:cNvPr>
          <p:cNvPicPr>
            <a:picLocks noChangeAspect="1"/>
          </p:cNvPicPr>
          <p:nvPr/>
        </p:nvPicPr>
        <p:blipFill>
          <a:blip r:embed="rId2"/>
          <a:stretch>
            <a:fillRect/>
          </a:stretch>
        </p:blipFill>
        <p:spPr>
          <a:xfrm>
            <a:off x="314231" y="143953"/>
            <a:ext cx="11563537" cy="656147"/>
          </a:xfrm>
          <a:prstGeom prst="rect">
            <a:avLst/>
          </a:prstGeom>
        </p:spPr>
      </p:pic>
      <p:sp>
        <p:nvSpPr>
          <p:cNvPr id="4" name="TextBox 3">
            <a:extLst>
              <a:ext uri="{FF2B5EF4-FFF2-40B4-BE49-F238E27FC236}">
                <a16:creationId xmlns:a16="http://schemas.microsoft.com/office/drawing/2014/main" id="{1A9B0FD8-604C-FCF9-2666-B1691331276F}"/>
              </a:ext>
            </a:extLst>
          </p:cNvPr>
          <p:cNvSpPr txBox="1"/>
          <p:nvPr/>
        </p:nvSpPr>
        <p:spPr>
          <a:xfrm>
            <a:off x="314231" y="1369309"/>
            <a:ext cx="3490326" cy="5000778"/>
          </a:xfrm>
          <a:prstGeom prst="round2DiagRect">
            <a:avLst/>
          </a:prstGeom>
          <a:noFill/>
          <a:ln w="12700">
            <a:solidFill>
              <a:schemeClr val="tx1"/>
            </a:solidFill>
            <a:prstDash val="solid"/>
          </a:ln>
        </p:spPr>
        <p:txBody>
          <a:bodyPr wrap="square" rtlCol="0">
            <a:spAutoFit/>
          </a:bodyPr>
          <a:lstStyle/>
          <a:p>
            <a:pPr lvl="0" algn="ctr">
              <a:lnSpc>
                <a:spcPct val="107000"/>
              </a:lnSpc>
              <a:spcAft>
                <a:spcPts val="800"/>
              </a:spcAft>
              <a:buSzPts val="1000"/>
              <a:tabLst>
                <a:tab pos="457200" algn="l"/>
              </a:tabLst>
            </a:pPr>
            <a:r>
              <a:rPr lang="en-US" sz="1600" b="1" dirty="0">
                <a:latin typeface="+mj-lt"/>
              </a:rPr>
              <a:t>SOL LEWITT</a:t>
            </a:r>
          </a:p>
          <a:p>
            <a:pPr lvl="0" algn="ctr">
              <a:lnSpc>
                <a:spcPct val="107000"/>
              </a:lnSpc>
              <a:spcAft>
                <a:spcPts val="800"/>
              </a:spcAft>
              <a:buSzPts val="1000"/>
              <a:tabLst>
                <a:tab pos="457200" algn="l"/>
              </a:tabLst>
            </a:pPr>
            <a:endParaRPr lang="en-US" sz="1400" dirty="0">
              <a:latin typeface="+mj-lt"/>
            </a:endParaRPr>
          </a:p>
          <a:p>
            <a:pPr lvl="0" algn="ctr">
              <a:lnSpc>
                <a:spcPct val="107000"/>
              </a:lnSpc>
              <a:spcAft>
                <a:spcPts val="800"/>
              </a:spcAft>
              <a:buSzPts val="1000"/>
              <a:tabLst>
                <a:tab pos="457200" algn="l"/>
              </a:tabLst>
            </a:pPr>
            <a:endParaRPr lang="en-US"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i="1" dirty="0">
              <a:latin typeface="+mj-lt"/>
            </a:endParaRPr>
          </a:p>
          <a:p>
            <a:pPr lvl="0" algn="ctr">
              <a:lnSpc>
                <a:spcPct val="107000"/>
              </a:lnSpc>
              <a:spcAft>
                <a:spcPts val="800"/>
              </a:spcAft>
              <a:buSzPts val="1000"/>
              <a:tabLst>
                <a:tab pos="457200" algn="l"/>
              </a:tabLst>
            </a:pPr>
            <a:r>
              <a:rPr lang="en-AU" sz="1400" i="1" dirty="0">
                <a:latin typeface="+mj-lt"/>
              </a:rPr>
              <a:t>Colour Bands, </a:t>
            </a:r>
            <a:r>
              <a:rPr lang="en-AU" sz="1400" dirty="0">
                <a:latin typeface="+mj-lt"/>
              </a:rPr>
              <a:t>2000, linocut on paper</a:t>
            </a:r>
          </a:p>
          <a:p>
            <a:pPr algn="ctr">
              <a:lnSpc>
                <a:spcPct val="107000"/>
              </a:lnSpc>
              <a:spcAft>
                <a:spcPts val="800"/>
              </a:spcAft>
              <a:buSzPts val="1000"/>
              <a:tabLst>
                <a:tab pos="457200" algn="l"/>
              </a:tabLst>
            </a:pPr>
            <a:r>
              <a:rPr lang="en-AU" sz="1600" kern="0" dirty="0">
                <a:effectLst/>
                <a:latin typeface="+mj-lt"/>
                <a:ea typeface="Times New Roman" panose="02020603050405020304" pitchFamily="18" charset="0"/>
                <a:cs typeface="Times New Roman" panose="02020603050405020304" pitchFamily="18" charset="0"/>
              </a:rPr>
              <a:t>Sol Lewitt uses colour and repetition as systems</a:t>
            </a:r>
            <a:endParaRPr lang="en-AU" sz="1600" kern="100" dirty="0">
              <a:effectLst/>
              <a:latin typeface="+mj-lt"/>
              <a:ea typeface="Aptos" panose="020B0004020202020204" pitchFamily="34" charset="0"/>
              <a:cs typeface="Times New Roman" panose="02020603050405020304" pitchFamily="18" charset="0"/>
            </a:endParaRPr>
          </a:p>
          <a:p>
            <a:pPr lvl="0" algn="ctr">
              <a:lnSpc>
                <a:spcPct val="107000"/>
              </a:lnSpc>
              <a:spcAft>
                <a:spcPts val="800"/>
              </a:spcAft>
              <a:buSzPts val="1000"/>
              <a:tabLst>
                <a:tab pos="457200" algn="l"/>
              </a:tabLst>
            </a:pPr>
            <a:r>
              <a:rPr lang="en-AU" sz="1400" dirty="0">
                <a:latin typeface="+mj-lt"/>
              </a:rPr>
              <a:t> </a:t>
            </a:r>
          </a:p>
        </p:txBody>
      </p:sp>
      <p:pic>
        <p:nvPicPr>
          <p:cNvPr id="8" name="Picture 7">
            <a:extLst>
              <a:ext uri="{FF2B5EF4-FFF2-40B4-BE49-F238E27FC236}">
                <a16:creationId xmlns:a16="http://schemas.microsoft.com/office/drawing/2014/main" id="{2FFC6C9B-AE8C-FA0B-6804-711C0058D167}"/>
              </a:ext>
            </a:extLst>
          </p:cNvPr>
          <p:cNvPicPr>
            <a:picLocks noChangeAspect="1"/>
          </p:cNvPicPr>
          <p:nvPr/>
        </p:nvPicPr>
        <p:blipFill>
          <a:blip r:embed="rId3"/>
          <a:stretch>
            <a:fillRect/>
          </a:stretch>
        </p:blipFill>
        <p:spPr>
          <a:xfrm>
            <a:off x="720705" y="2043613"/>
            <a:ext cx="2677377" cy="2770773"/>
          </a:xfrm>
          <a:prstGeom prst="rect">
            <a:avLst/>
          </a:prstGeom>
        </p:spPr>
      </p:pic>
      <p:sp>
        <p:nvSpPr>
          <p:cNvPr id="9" name="TextBox 8">
            <a:extLst>
              <a:ext uri="{FF2B5EF4-FFF2-40B4-BE49-F238E27FC236}">
                <a16:creationId xmlns:a16="http://schemas.microsoft.com/office/drawing/2014/main" id="{6005E9FF-BDB3-6EF5-6196-47980B4E9159}"/>
              </a:ext>
            </a:extLst>
          </p:cNvPr>
          <p:cNvSpPr txBox="1"/>
          <p:nvPr/>
        </p:nvSpPr>
        <p:spPr>
          <a:xfrm>
            <a:off x="4321848" y="1305870"/>
            <a:ext cx="3490326" cy="5127656"/>
          </a:xfrm>
          <a:prstGeom prst="round2DiagRect">
            <a:avLst/>
          </a:prstGeom>
          <a:noFill/>
          <a:ln w="12700">
            <a:solidFill>
              <a:schemeClr val="tx1"/>
            </a:solidFill>
            <a:prstDash val="solid"/>
          </a:ln>
        </p:spPr>
        <p:txBody>
          <a:bodyPr wrap="square" rtlCol="0">
            <a:spAutoFit/>
          </a:bodyPr>
          <a:lstStyle/>
          <a:p>
            <a:pPr lvl="0" algn="ctr">
              <a:lnSpc>
                <a:spcPct val="107000"/>
              </a:lnSpc>
              <a:spcAft>
                <a:spcPts val="800"/>
              </a:spcAft>
              <a:buSzPts val="1000"/>
              <a:tabLst>
                <a:tab pos="457200" algn="l"/>
              </a:tabLst>
            </a:pPr>
            <a:r>
              <a:rPr lang="en-US" sz="1600" b="1" dirty="0">
                <a:latin typeface="+mj-lt"/>
              </a:rPr>
              <a:t>OLAFUR ELIASSON</a:t>
            </a:r>
          </a:p>
          <a:p>
            <a:pPr lvl="0" algn="ctr">
              <a:lnSpc>
                <a:spcPct val="107000"/>
              </a:lnSpc>
              <a:spcAft>
                <a:spcPts val="800"/>
              </a:spcAft>
              <a:buSzPts val="1000"/>
              <a:tabLst>
                <a:tab pos="457200" algn="l"/>
              </a:tabLst>
            </a:pPr>
            <a:endParaRPr lang="en-US"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i="1" dirty="0">
              <a:latin typeface="+mj-lt"/>
            </a:endParaRPr>
          </a:p>
          <a:p>
            <a:pPr lvl="0" algn="ctr">
              <a:lnSpc>
                <a:spcPct val="107000"/>
              </a:lnSpc>
              <a:spcAft>
                <a:spcPts val="800"/>
              </a:spcAft>
              <a:buSzPts val="1000"/>
              <a:tabLst>
                <a:tab pos="457200" algn="l"/>
              </a:tabLst>
            </a:pPr>
            <a:r>
              <a:rPr lang="en-AU" sz="1400" i="1" dirty="0">
                <a:latin typeface="+mj-lt"/>
              </a:rPr>
              <a:t>Reality Machines, </a:t>
            </a:r>
            <a:r>
              <a:rPr lang="en-AU" sz="1400" dirty="0">
                <a:latin typeface="+mj-lt"/>
              </a:rPr>
              <a:t>2016, installation</a:t>
            </a:r>
            <a:endParaRPr lang="en-AU" sz="1600" kern="0" dirty="0">
              <a:effectLst/>
              <a:latin typeface="+mj-lt"/>
              <a:ea typeface="Times New Roman" panose="02020603050405020304" pitchFamily="18" charset="0"/>
              <a:cs typeface="Times New Roman" panose="02020603050405020304" pitchFamily="18" charset="0"/>
            </a:endParaRPr>
          </a:p>
          <a:p>
            <a:pPr algn="ctr">
              <a:lnSpc>
                <a:spcPct val="107000"/>
              </a:lnSpc>
              <a:spcAft>
                <a:spcPts val="800"/>
              </a:spcAft>
              <a:buSzPts val="1000"/>
              <a:tabLst>
                <a:tab pos="457200" algn="l"/>
              </a:tabLst>
            </a:pPr>
            <a:r>
              <a:rPr lang="en-AU" sz="1600" kern="0" dirty="0">
                <a:effectLst/>
                <a:latin typeface="+mj-lt"/>
                <a:ea typeface="Times New Roman" panose="02020603050405020304" pitchFamily="18" charset="0"/>
                <a:cs typeface="Times New Roman" panose="02020603050405020304" pitchFamily="18" charset="0"/>
              </a:rPr>
              <a:t>Olafur Eliasson creates immersive installations exploring colour and perception</a:t>
            </a:r>
            <a:r>
              <a:rPr lang="en-AU" sz="1400" dirty="0">
                <a:latin typeface="+mj-lt"/>
              </a:rPr>
              <a:t> </a:t>
            </a:r>
          </a:p>
          <a:p>
            <a:pPr algn="ctr">
              <a:lnSpc>
                <a:spcPct val="107000"/>
              </a:lnSpc>
              <a:spcAft>
                <a:spcPts val="800"/>
              </a:spcAft>
              <a:buSzPts val="1000"/>
              <a:tabLst>
                <a:tab pos="457200" algn="l"/>
              </a:tabLst>
            </a:pPr>
            <a:r>
              <a:rPr lang="en-AU" sz="1400" dirty="0">
                <a:latin typeface="+mj-lt"/>
                <a:hlinkClick r:id="rId4"/>
              </a:rPr>
              <a:t>https://www.youtube.com/watch?v=KE-Y3jJ4Lp8</a:t>
            </a:r>
            <a:endParaRPr lang="en-AU" sz="1400" dirty="0">
              <a:latin typeface="+mj-lt"/>
            </a:endParaRPr>
          </a:p>
        </p:txBody>
      </p:sp>
      <p:sp>
        <p:nvSpPr>
          <p:cNvPr id="10" name="TextBox 9">
            <a:extLst>
              <a:ext uri="{FF2B5EF4-FFF2-40B4-BE49-F238E27FC236}">
                <a16:creationId xmlns:a16="http://schemas.microsoft.com/office/drawing/2014/main" id="{A91D51D2-EEF7-1149-BBB7-92776D6FAB47}"/>
              </a:ext>
            </a:extLst>
          </p:cNvPr>
          <p:cNvSpPr txBox="1"/>
          <p:nvPr/>
        </p:nvSpPr>
        <p:spPr>
          <a:xfrm>
            <a:off x="8274595" y="1266551"/>
            <a:ext cx="3490326" cy="5196802"/>
          </a:xfrm>
          <a:prstGeom prst="round2DiagRect">
            <a:avLst/>
          </a:prstGeom>
          <a:noFill/>
          <a:ln w="12700">
            <a:solidFill>
              <a:schemeClr val="tx1"/>
            </a:solidFill>
            <a:prstDash val="solid"/>
          </a:ln>
        </p:spPr>
        <p:txBody>
          <a:bodyPr wrap="square" rtlCol="0">
            <a:spAutoFit/>
          </a:bodyPr>
          <a:lstStyle/>
          <a:p>
            <a:pPr lvl="0" algn="ctr">
              <a:lnSpc>
                <a:spcPct val="107000"/>
              </a:lnSpc>
              <a:spcAft>
                <a:spcPts val="800"/>
              </a:spcAft>
              <a:buSzPts val="1000"/>
              <a:tabLst>
                <a:tab pos="457200" algn="l"/>
              </a:tabLst>
            </a:pPr>
            <a:r>
              <a:rPr lang="en-US" sz="1600" b="1" dirty="0">
                <a:latin typeface="+mj-lt"/>
              </a:rPr>
              <a:t>PATRICIA PICCININI</a:t>
            </a:r>
          </a:p>
          <a:p>
            <a:pPr lvl="0" algn="ctr">
              <a:lnSpc>
                <a:spcPct val="107000"/>
              </a:lnSpc>
              <a:spcAft>
                <a:spcPts val="800"/>
              </a:spcAft>
              <a:buSzPts val="1000"/>
              <a:tabLst>
                <a:tab pos="457200" algn="l"/>
              </a:tabLst>
            </a:pPr>
            <a:endParaRPr lang="en-US" sz="1600" b="1" dirty="0">
              <a:latin typeface="+mj-lt"/>
            </a:endParaRPr>
          </a:p>
          <a:p>
            <a:pPr lvl="0" algn="ctr">
              <a:lnSpc>
                <a:spcPct val="107000"/>
              </a:lnSpc>
              <a:spcAft>
                <a:spcPts val="800"/>
              </a:spcAft>
              <a:buSzPts val="1000"/>
              <a:tabLst>
                <a:tab pos="457200" algn="l"/>
              </a:tabLst>
            </a:pPr>
            <a:endParaRPr lang="en-US" sz="1600" b="1" dirty="0">
              <a:latin typeface="+mj-lt"/>
            </a:endParaRPr>
          </a:p>
          <a:p>
            <a:pPr lvl="0" algn="ctr">
              <a:lnSpc>
                <a:spcPct val="107000"/>
              </a:lnSpc>
              <a:spcAft>
                <a:spcPts val="800"/>
              </a:spcAft>
              <a:buSzPts val="1000"/>
              <a:tabLst>
                <a:tab pos="457200" algn="l"/>
              </a:tabLst>
            </a:pPr>
            <a:endParaRPr lang="en-US"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r>
              <a:rPr lang="en-AU" sz="1400" i="1" dirty="0">
                <a:latin typeface="+mj-lt"/>
              </a:rPr>
              <a:t>Verdant, </a:t>
            </a:r>
            <a:r>
              <a:rPr lang="en-AU" sz="1400" dirty="0">
                <a:latin typeface="+mj-lt"/>
              </a:rPr>
              <a:t>2005, ABS plastic and automotive paint </a:t>
            </a:r>
          </a:p>
          <a:p>
            <a:pPr algn="ctr">
              <a:lnSpc>
                <a:spcPct val="107000"/>
              </a:lnSpc>
              <a:spcAft>
                <a:spcPts val="800"/>
              </a:spcAft>
              <a:buSzPts val="1000"/>
              <a:tabLst>
                <a:tab pos="457200" algn="l"/>
              </a:tabLst>
            </a:pPr>
            <a:r>
              <a:rPr lang="en-AU" sz="1600" kern="0" dirty="0">
                <a:effectLst/>
                <a:latin typeface="+mj-lt"/>
                <a:ea typeface="Times New Roman" panose="02020603050405020304" pitchFamily="18" charset="0"/>
                <a:cs typeface="Times New Roman" panose="02020603050405020304" pitchFamily="18" charset="0"/>
              </a:rPr>
              <a:t>Patrica </a:t>
            </a:r>
            <a:r>
              <a:rPr lang="en-AU" sz="1600" kern="0" dirty="0" err="1">
                <a:effectLst/>
                <a:latin typeface="+mj-lt"/>
                <a:ea typeface="Times New Roman" panose="02020603050405020304" pitchFamily="18" charset="0"/>
                <a:cs typeface="Times New Roman" panose="02020603050405020304" pitchFamily="18" charset="0"/>
              </a:rPr>
              <a:t>Paccinini</a:t>
            </a:r>
            <a:r>
              <a:rPr lang="en-AU" sz="1600" kern="0" dirty="0">
                <a:effectLst/>
                <a:latin typeface="+mj-lt"/>
                <a:ea typeface="Times New Roman" panose="02020603050405020304" pitchFamily="18" charset="0"/>
                <a:cs typeface="Times New Roman" panose="02020603050405020304" pitchFamily="18" charset="0"/>
              </a:rPr>
              <a:t> uses biological forms and colour for emotional impact</a:t>
            </a:r>
            <a:r>
              <a:rPr lang="en-AU" sz="1400" dirty="0">
                <a:latin typeface="+mj-lt"/>
              </a:rPr>
              <a:t> </a:t>
            </a:r>
          </a:p>
        </p:txBody>
      </p:sp>
      <p:pic>
        <p:nvPicPr>
          <p:cNvPr id="11" name="Picture 10">
            <a:extLst>
              <a:ext uri="{FF2B5EF4-FFF2-40B4-BE49-F238E27FC236}">
                <a16:creationId xmlns:a16="http://schemas.microsoft.com/office/drawing/2014/main" id="{40BE6103-208F-4B8E-4BE6-9EB76AEF1468}"/>
              </a:ext>
            </a:extLst>
          </p:cNvPr>
          <p:cNvPicPr>
            <a:picLocks noChangeAspect="1"/>
          </p:cNvPicPr>
          <p:nvPr/>
        </p:nvPicPr>
        <p:blipFill>
          <a:blip r:embed="rId5"/>
          <a:stretch>
            <a:fillRect/>
          </a:stretch>
        </p:blipFill>
        <p:spPr>
          <a:xfrm>
            <a:off x="4434696" y="2398686"/>
            <a:ext cx="3322608" cy="2060627"/>
          </a:xfrm>
          <a:prstGeom prst="rect">
            <a:avLst/>
          </a:prstGeom>
        </p:spPr>
      </p:pic>
      <p:pic>
        <p:nvPicPr>
          <p:cNvPr id="12" name="Picture 4" descr="Patricia Piccinini Verdant, 2005; ABS plastic and automotive paint; 12 panels; 50 x 50 x 5 cm each; enquire">
            <a:extLst>
              <a:ext uri="{FF2B5EF4-FFF2-40B4-BE49-F238E27FC236}">
                <a16:creationId xmlns:a16="http://schemas.microsoft.com/office/drawing/2014/main" id="{E0DDB66C-02C5-BE8B-6AAE-5729502CCFE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13795" y="1956886"/>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8167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C5F17A-E19F-586D-2B3F-615B90B36AB4}"/>
              </a:ext>
            </a:extLst>
          </p:cNvPr>
          <p:cNvPicPr>
            <a:picLocks noChangeAspect="1"/>
          </p:cNvPicPr>
          <p:nvPr/>
        </p:nvPicPr>
        <p:blipFill>
          <a:blip r:embed="rId2"/>
          <a:stretch>
            <a:fillRect/>
          </a:stretch>
        </p:blipFill>
        <p:spPr>
          <a:xfrm>
            <a:off x="314231" y="143953"/>
            <a:ext cx="11563537" cy="656147"/>
          </a:xfrm>
          <a:prstGeom prst="rect">
            <a:avLst/>
          </a:prstGeom>
        </p:spPr>
      </p:pic>
      <p:sp>
        <p:nvSpPr>
          <p:cNvPr id="3" name="TextBox 2">
            <a:extLst>
              <a:ext uri="{FF2B5EF4-FFF2-40B4-BE49-F238E27FC236}">
                <a16:creationId xmlns:a16="http://schemas.microsoft.com/office/drawing/2014/main" id="{C9194FCC-BB3E-4CD5-01EA-6FBB0EBF23DE}"/>
              </a:ext>
            </a:extLst>
          </p:cNvPr>
          <p:cNvSpPr txBox="1"/>
          <p:nvPr/>
        </p:nvSpPr>
        <p:spPr>
          <a:xfrm>
            <a:off x="427215" y="1359214"/>
            <a:ext cx="5026527" cy="5166927"/>
          </a:xfrm>
          <a:prstGeom prst="round2DiagRect">
            <a:avLst/>
          </a:prstGeom>
          <a:noFill/>
          <a:ln w="12700">
            <a:solidFill>
              <a:schemeClr val="tx1"/>
            </a:solidFill>
            <a:prstDash val="solid"/>
          </a:ln>
        </p:spPr>
        <p:txBody>
          <a:bodyPr wrap="square" rtlCol="0">
            <a:spAutoFit/>
          </a:bodyPr>
          <a:lstStyle/>
          <a:p>
            <a:pPr lvl="0" algn="ctr">
              <a:lnSpc>
                <a:spcPct val="107000"/>
              </a:lnSpc>
              <a:spcAft>
                <a:spcPts val="800"/>
              </a:spcAft>
              <a:buSzPts val="1000"/>
              <a:tabLst>
                <a:tab pos="457200" algn="l"/>
              </a:tabLst>
            </a:pPr>
            <a:r>
              <a:rPr lang="en-US" sz="1600" b="1" dirty="0">
                <a:latin typeface="+mj-lt"/>
              </a:rPr>
              <a:t>RICKY SWALLOW </a:t>
            </a:r>
          </a:p>
          <a:p>
            <a:pPr lvl="0" algn="ctr">
              <a:lnSpc>
                <a:spcPct val="107000"/>
              </a:lnSpc>
              <a:spcAft>
                <a:spcPts val="800"/>
              </a:spcAft>
              <a:buSzPts val="1000"/>
              <a:tabLst>
                <a:tab pos="457200" algn="l"/>
              </a:tabLst>
            </a:pPr>
            <a:endParaRPr lang="en-US" sz="1400" dirty="0">
              <a:latin typeface="+mj-lt"/>
            </a:endParaRPr>
          </a:p>
          <a:p>
            <a:pPr lvl="0" algn="ctr">
              <a:lnSpc>
                <a:spcPct val="107000"/>
              </a:lnSpc>
              <a:spcAft>
                <a:spcPts val="800"/>
              </a:spcAft>
              <a:buSzPts val="1000"/>
              <a:tabLst>
                <a:tab pos="457200" algn="l"/>
              </a:tabLst>
            </a:pPr>
            <a:endParaRPr lang="en-US" sz="1400" dirty="0">
              <a:latin typeface="+mj-lt"/>
            </a:endParaRPr>
          </a:p>
          <a:p>
            <a:pPr lvl="0" algn="ctr">
              <a:lnSpc>
                <a:spcPct val="107000"/>
              </a:lnSpc>
              <a:spcAft>
                <a:spcPts val="800"/>
              </a:spcAft>
              <a:buSzPts val="1000"/>
              <a:tabLst>
                <a:tab pos="457200" algn="l"/>
              </a:tabLst>
            </a:pPr>
            <a:endParaRPr lang="en-US"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i="1" dirty="0">
              <a:latin typeface="+mj-lt"/>
            </a:endParaRPr>
          </a:p>
          <a:p>
            <a:pPr lvl="0" algn="ctr">
              <a:lnSpc>
                <a:spcPct val="107000"/>
              </a:lnSpc>
              <a:spcAft>
                <a:spcPts val="800"/>
              </a:spcAft>
              <a:buSzPts val="1000"/>
              <a:tabLst>
                <a:tab pos="457200" algn="l"/>
              </a:tabLst>
            </a:pPr>
            <a:r>
              <a:rPr lang="en-AU" sz="1400" i="1" dirty="0">
                <a:latin typeface="+mj-lt"/>
              </a:rPr>
              <a:t>Killing Time, </a:t>
            </a:r>
            <a:r>
              <a:rPr lang="en-AU" sz="1400" dirty="0">
                <a:latin typeface="+mj-lt"/>
              </a:rPr>
              <a:t>2003-2004, wood</a:t>
            </a:r>
          </a:p>
          <a:p>
            <a:pPr lvl="0" algn="ctr">
              <a:lnSpc>
                <a:spcPct val="107000"/>
              </a:lnSpc>
              <a:spcAft>
                <a:spcPts val="800"/>
              </a:spcAft>
              <a:buSzPts val="1000"/>
              <a:tabLst>
                <a:tab pos="457200" algn="l"/>
              </a:tabLst>
            </a:pPr>
            <a:r>
              <a:rPr lang="en-AU" sz="1600" kern="0" dirty="0">
                <a:effectLst/>
                <a:latin typeface="+mj-lt"/>
                <a:ea typeface="Times New Roman" panose="02020603050405020304" pitchFamily="18" charset="0"/>
                <a:cs typeface="Times New Roman" panose="02020603050405020304" pitchFamily="18" charset="0"/>
              </a:rPr>
              <a:t>Ricky Swallow uses symbolic form and hue. </a:t>
            </a:r>
            <a:endParaRPr lang="en-AU" sz="1600" kern="100" dirty="0">
              <a:effectLst/>
              <a:latin typeface="+mj-lt"/>
              <a:ea typeface="Aptos" panose="020B0004020202020204" pitchFamily="34" charset="0"/>
              <a:cs typeface="Times New Roman" panose="02020603050405020304" pitchFamily="18" charset="0"/>
            </a:endParaRPr>
          </a:p>
          <a:p>
            <a:pPr lvl="0" algn="ctr">
              <a:lnSpc>
                <a:spcPct val="107000"/>
              </a:lnSpc>
              <a:spcAft>
                <a:spcPts val="800"/>
              </a:spcAft>
              <a:buSzPts val="1000"/>
              <a:tabLst>
                <a:tab pos="457200" algn="l"/>
              </a:tabLst>
            </a:pPr>
            <a:r>
              <a:rPr lang="en-AU" sz="1400" dirty="0">
                <a:latin typeface="+mj-lt"/>
              </a:rPr>
              <a:t> </a:t>
            </a:r>
          </a:p>
        </p:txBody>
      </p:sp>
      <p:pic>
        <p:nvPicPr>
          <p:cNvPr id="5126" name="Picture 6">
            <a:extLst>
              <a:ext uri="{FF2B5EF4-FFF2-40B4-BE49-F238E27FC236}">
                <a16:creationId xmlns:a16="http://schemas.microsoft.com/office/drawing/2014/main" id="{7EDEC5B5-DFDB-0403-9E1B-AD216F3F7E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881" y="2127913"/>
            <a:ext cx="3803196" cy="30920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7C108D3-82DB-BB49-1063-E7817F8AC428}"/>
              </a:ext>
            </a:extLst>
          </p:cNvPr>
          <p:cNvSpPr txBox="1"/>
          <p:nvPr/>
        </p:nvSpPr>
        <p:spPr>
          <a:xfrm>
            <a:off x="5861958" y="1182372"/>
            <a:ext cx="6015810" cy="5285419"/>
          </a:xfrm>
          <a:prstGeom prst="round2DiagRect">
            <a:avLst/>
          </a:prstGeom>
          <a:noFill/>
          <a:ln w="12700">
            <a:solidFill>
              <a:schemeClr val="tx1"/>
            </a:solidFill>
            <a:prstDash val="solid"/>
          </a:ln>
        </p:spPr>
        <p:txBody>
          <a:bodyPr wrap="square" rtlCol="0">
            <a:spAutoFit/>
          </a:bodyPr>
          <a:lstStyle/>
          <a:p>
            <a:pPr lvl="0" algn="ctr">
              <a:lnSpc>
                <a:spcPct val="107000"/>
              </a:lnSpc>
              <a:spcAft>
                <a:spcPts val="800"/>
              </a:spcAft>
              <a:buSzPts val="1000"/>
              <a:tabLst>
                <a:tab pos="457200" algn="l"/>
              </a:tabLst>
            </a:pPr>
            <a:r>
              <a:rPr lang="en-US" sz="1600" b="1" dirty="0">
                <a:latin typeface="+mj-lt"/>
              </a:rPr>
              <a:t>AI WEIWEI </a:t>
            </a:r>
          </a:p>
          <a:p>
            <a:pPr lvl="0" algn="ctr">
              <a:lnSpc>
                <a:spcPct val="107000"/>
              </a:lnSpc>
              <a:spcAft>
                <a:spcPts val="800"/>
              </a:spcAft>
              <a:buSzPts val="1000"/>
              <a:tabLst>
                <a:tab pos="457200" algn="l"/>
              </a:tabLst>
            </a:pPr>
            <a:r>
              <a:rPr lang="en-US" sz="1600" b="1" dirty="0">
                <a:latin typeface="+mj-lt"/>
              </a:rPr>
              <a:t> </a:t>
            </a:r>
          </a:p>
          <a:p>
            <a:pPr lvl="0" algn="ctr">
              <a:lnSpc>
                <a:spcPct val="107000"/>
              </a:lnSpc>
              <a:spcAft>
                <a:spcPts val="800"/>
              </a:spcAft>
              <a:buSzPts val="1000"/>
              <a:tabLst>
                <a:tab pos="457200" algn="l"/>
              </a:tabLst>
            </a:pPr>
            <a:endParaRPr lang="en-US" sz="1400" dirty="0">
              <a:latin typeface="+mj-lt"/>
            </a:endParaRPr>
          </a:p>
          <a:p>
            <a:pPr lvl="0" algn="ctr">
              <a:lnSpc>
                <a:spcPct val="107000"/>
              </a:lnSpc>
              <a:spcAft>
                <a:spcPts val="800"/>
              </a:spcAft>
              <a:buSzPts val="1000"/>
              <a:tabLst>
                <a:tab pos="457200" algn="l"/>
              </a:tabLst>
            </a:pPr>
            <a:endParaRPr lang="en-US" sz="1400" dirty="0">
              <a:latin typeface="+mj-lt"/>
            </a:endParaRPr>
          </a:p>
          <a:p>
            <a:pPr lvl="0" algn="ctr">
              <a:lnSpc>
                <a:spcPct val="107000"/>
              </a:lnSpc>
              <a:spcAft>
                <a:spcPts val="800"/>
              </a:spcAft>
              <a:buSzPts val="1000"/>
              <a:tabLst>
                <a:tab pos="457200" algn="l"/>
              </a:tabLst>
            </a:pPr>
            <a:endParaRPr lang="en-US"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endParaRPr lang="en-AU" sz="1400" dirty="0">
              <a:latin typeface="+mj-lt"/>
            </a:endParaRPr>
          </a:p>
          <a:p>
            <a:pPr lvl="0" algn="ctr">
              <a:lnSpc>
                <a:spcPct val="107000"/>
              </a:lnSpc>
              <a:spcAft>
                <a:spcPts val="800"/>
              </a:spcAft>
              <a:buSzPts val="1000"/>
              <a:tabLst>
                <a:tab pos="457200" algn="l"/>
              </a:tabLst>
            </a:pPr>
            <a:r>
              <a:rPr lang="en-AU" sz="1400" i="1" dirty="0" err="1">
                <a:latin typeface="+mj-lt"/>
              </a:rPr>
              <a:t>Colored</a:t>
            </a:r>
            <a:r>
              <a:rPr lang="en-AU" sz="1400" i="1" dirty="0">
                <a:latin typeface="+mj-lt"/>
              </a:rPr>
              <a:t> Vases, </a:t>
            </a:r>
            <a:r>
              <a:rPr lang="en-AU" sz="1400" dirty="0">
                <a:latin typeface="+mj-lt"/>
              </a:rPr>
              <a:t>2007, ten neolithic vases and industrial paint</a:t>
            </a:r>
          </a:p>
          <a:p>
            <a:pPr lvl="0" algn="ctr">
              <a:lnSpc>
                <a:spcPct val="107000"/>
              </a:lnSpc>
              <a:spcAft>
                <a:spcPts val="800"/>
              </a:spcAft>
              <a:buSzPts val="1000"/>
              <a:tabLst>
                <a:tab pos="457200" algn="l"/>
              </a:tabLst>
            </a:pPr>
            <a:endParaRPr lang="en-AU" sz="1600" kern="0" dirty="0">
              <a:effectLst/>
              <a:latin typeface="+mj-lt"/>
              <a:ea typeface="Times New Roman" panose="02020603050405020304" pitchFamily="18" charset="0"/>
              <a:cs typeface="Times New Roman" panose="02020603050405020304" pitchFamily="18" charset="0"/>
            </a:endParaRPr>
          </a:p>
          <a:p>
            <a:pPr lvl="0" algn="ctr">
              <a:lnSpc>
                <a:spcPct val="107000"/>
              </a:lnSpc>
              <a:spcAft>
                <a:spcPts val="800"/>
              </a:spcAft>
              <a:buSzPts val="1000"/>
              <a:tabLst>
                <a:tab pos="457200" algn="l"/>
              </a:tabLst>
            </a:pPr>
            <a:r>
              <a:rPr lang="en-AU" sz="1600" kern="0" dirty="0">
                <a:effectLst/>
                <a:latin typeface="+mj-lt"/>
                <a:ea typeface="Times New Roman" panose="02020603050405020304" pitchFamily="18" charset="0"/>
                <a:cs typeface="Times New Roman" panose="02020603050405020304" pitchFamily="18" charset="0"/>
              </a:rPr>
              <a:t>Ai Weiwei uses colour to represent politics. </a:t>
            </a:r>
            <a:endParaRPr lang="en-AU" sz="1600" kern="100" dirty="0">
              <a:effectLst/>
              <a:latin typeface="+mj-lt"/>
              <a:ea typeface="Aptos" panose="020B0004020202020204" pitchFamily="34" charset="0"/>
              <a:cs typeface="Times New Roman" panose="02020603050405020304" pitchFamily="18" charset="0"/>
            </a:endParaRPr>
          </a:p>
          <a:p>
            <a:pPr lvl="0" algn="ctr">
              <a:lnSpc>
                <a:spcPct val="107000"/>
              </a:lnSpc>
              <a:spcAft>
                <a:spcPts val="800"/>
              </a:spcAft>
              <a:buSzPts val="1000"/>
              <a:tabLst>
                <a:tab pos="457200" algn="l"/>
              </a:tabLst>
            </a:pPr>
            <a:r>
              <a:rPr lang="en-AU" sz="1400" dirty="0">
                <a:latin typeface="+mj-lt"/>
              </a:rPr>
              <a:t> </a:t>
            </a:r>
          </a:p>
        </p:txBody>
      </p:sp>
      <p:pic>
        <p:nvPicPr>
          <p:cNvPr id="6146" name="Picture 2">
            <a:extLst>
              <a:ext uri="{FF2B5EF4-FFF2-40B4-BE49-F238E27FC236}">
                <a16:creationId xmlns:a16="http://schemas.microsoft.com/office/drawing/2014/main" id="{813AC026-9668-EE20-44AD-8F925DD2F78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0829" y="2080999"/>
            <a:ext cx="5218067" cy="2696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8526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2BFAAE6-C7E7-F5A9-626E-A4177F714AC8}"/>
              </a:ext>
            </a:extLst>
          </p:cNvPr>
          <p:cNvPicPr>
            <a:picLocks noChangeAspect="1"/>
          </p:cNvPicPr>
          <p:nvPr/>
        </p:nvPicPr>
        <p:blipFill>
          <a:blip r:embed="rId2"/>
          <a:stretch>
            <a:fillRect/>
          </a:stretch>
        </p:blipFill>
        <p:spPr>
          <a:xfrm>
            <a:off x="130628" y="0"/>
            <a:ext cx="5096586" cy="781159"/>
          </a:xfrm>
          <a:prstGeom prst="rect">
            <a:avLst/>
          </a:prstGeom>
        </p:spPr>
      </p:pic>
      <p:pic>
        <p:nvPicPr>
          <p:cNvPr id="4" name="Picture 3">
            <a:extLst>
              <a:ext uri="{FF2B5EF4-FFF2-40B4-BE49-F238E27FC236}">
                <a16:creationId xmlns:a16="http://schemas.microsoft.com/office/drawing/2014/main" id="{093D21F8-D14B-59C3-D4E2-B8AA9FF95F52}"/>
              </a:ext>
            </a:extLst>
          </p:cNvPr>
          <p:cNvPicPr>
            <a:picLocks noChangeAspect="1"/>
          </p:cNvPicPr>
          <p:nvPr/>
        </p:nvPicPr>
        <p:blipFill>
          <a:blip r:embed="rId3"/>
          <a:stretch>
            <a:fillRect/>
          </a:stretch>
        </p:blipFill>
        <p:spPr>
          <a:xfrm>
            <a:off x="5227214" y="38105"/>
            <a:ext cx="3162741" cy="743054"/>
          </a:xfrm>
          <a:prstGeom prst="rect">
            <a:avLst/>
          </a:prstGeom>
        </p:spPr>
      </p:pic>
      <p:sp>
        <p:nvSpPr>
          <p:cNvPr id="5" name="TextBox 4">
            <a:extLst>
              <a:ext uri="{FF2B5EF4-FFF2-40B4-BE49-F238E27FC236}">
                <a16:creationId xmlns:a16="http://schemas.microsoft.com/office/drawing/2014/main" id="{9971869C-466C-7743-22C4-30862856F205}"/>
              </a:ext>
            </a:extLst>
          </p:cNvPr>
          <p:cNvSpPr txBox="1"/>
          <p:nvPr/>
        </p:nvSpPr>
        <p:spPr>
          <a:xfrm>
            <a:off x="130627" y="969305"/>
            <a:ext cx="6253843" cy="4086225"/>
          </a:xfrm>
          <a:prstGeom prst="roundRect">
            <a:avLst/>
          </a:prstGeom>
          <a:solidFill>
            <a:schemeClr val="bg1"/>
          </a:solidFill>
          <a:ln w="12700">
            <a:solidFill>
              <a:schemeClr val="tx1"/>
            </a:solidFill>
          </a:ln>
        </p:spPr>
        <p:txBody>
          <a:bodyPr wrap="square" rtlCol="0">
            <a:spAutoFit/>
          </a:bodyPr>
          <a:lstStyle/>
          <a:p>
            <a:pPr>
              <a:buNone/>
            </a:pPr>
            <a:r>
              <a:rPr lang="en-US" dirty="0"/>
              <a:t>Mark Rothko was a leading figure in Abstract Expressionism, best known for his large-scale </a:t>
            </a:r>
            <a:r>
              <a:rPr lang="en-US" dirty="0" err="1"/>
              <a:t>colour</a:t>
            </a:r>
            <a:r>
              <a:rPr lang="en-US" dirty="0"/>
              <a:t> field paintings. His work uses blocks of glowing </a:t>
            </a:r>
            <a:r>
              <a:rPr lang="en-US" dirty="0" err="1"/>
              <a:t>colour</a:t>
            </a:r>
            <a:r>
              <a:rPr lang="en-US" dirty="0"/>
              <a:t> as a visual code to explore profound emotional and spiritual experiences. Rothko’s paintings are not just formal exercises—they are designed to evoke deep reflection, almost like meditative portals.</a:t>
            </a:r>
          </a:p>
          <a:p>
            <a:pPr>
              <a:buNone/>
            </a:pPr>
            <a:endParaRPr lang="en-US" dirty="0"/>
          </a:p>
          <a:p>
            <a:r>
              <a:rPr lang="en-US" dirty="0"/>
              <a:t>He believed that </a:t>
            </a:r>
            <a:r>
              <a:rPr lang="en-US" dirty="0" err="1"/>
              <a:t>colour</a:t>
            </a:r>
            <a:r>
              <a:rPr lang="en-US" dirty="0"/>
              <a:t> could communicate complex human states—grief, ecstasy, awe—without needing symbols or figures. The viewer’s emotional reaction was central to the meaning of his work.</a:t>
            </a:r>
          </a:p>
          <a:p>
            <a:pPr algn="l"/>
            <a:endParaRPr lang="en-US" b="1" dirty="0"/>
          </a:p>
        </p:txBody>
      </p:sp>
      <p:sp>
        <p:nvSpPr>
          <p:cNvPr id="6" name="TextBox 5">
            <a:extLst>
              <a:ext uri="{FF2B5EF4-FFF2-40B4-BE49-F238E27FC236}">
                <a16:creationId xmlns:a16="http://schemas.microsoft.com/office/drawing/2014/main" id="{B866C493-9E26-80D5-35B8-253B87743450}"/>
              </a:ext>
            </a:extLst>
          </p:cNvPr>
          <p:cNvSpPr txBox="1"/>
          <p:nvPr/>
        </p:nvSpPr>
        <p:spPr>
          <a:xfrm>
            <a:off x="6096000" y="4064466"/>
            <a:ext cx="5911385" cy="2553891"/>
          </a:xfrm>
          <a:prstGeom prst="roundRect">
            <a:avLst/>
          </a:prstGeom>
          <a:solidFill>
            <a:srgbClr val="99CCFF"/>
          </a:solidFill>
          <a:ln w="12700">
            <a:solidFill>
              <a:schemeClr val="tx1"/>
            </a:solidFill>
          </a:ln>
        </p:spPr>
        <p:txBody>
          <a:bodyPr wrap="square" rtlCol="0">
            <a:spAutoFit/>
          </a:bodyPr>
          <a:lstStyle/>
          <a:p>
            <a:r>
              <a:rPr lang="en-US" b="1" dirty="0"/>
              <a:t>Key Themes in Rothko's Work:</a:t>
            </a:r>
          </a:p>
          <a:p>
            <a:pPr marL="285750" indent="-285750">
              <a:buFont typeface="Courier New" panose="02070309020205020404" pitchFamily="49" charset="0"/>
              <a:buChar char="o"/>
            </a:pPr>
            <a:r>
              <a:rPr lang="en-US" dirty="0"/>
              <a:t>Exploration of mortality and the fragility of life.</a:t>
            </a:r>
          </a:p>
          <a:p>
            <a:pPr marL="285750" indent="-285750">
              <a:buFont typeface="Courier New" panose="02070309020205020404" pitchFamily="49" charset="0"/>
              <a:buChar char="o"/>
            </a:pPr>
            <a:r>
              <a:rPr lang="en-US" dirty="0" err="1"/>
              <a:t>Colour</a:t>
            </a:r>
            <a:r>
              <a:rPr lang="en-US" dirty="0"/>
              <a:t> as a psychological and emotional code.</a:t>
            </a:r>
          </a:p>
          <a:p>
            <a:pPr marL="285750" indent="-285750">
              <a:buFont typeface="Courier New" panose="02070309020205020404" pitchFamily="49" charset="0"/>
              <a:buChar char="o"/>
            </a:pPr>
            <a:r>
              <a:rPr lang="en-US" dirty="0"/>
              <a:t>Simplicity of form to deepen viewer connection.</a:t>
            </a:r>
          </a:p>
          <a:p>
            <a:pPr marL="285750" indent="-285750">
              <a:buFont typeface="Courier New" panose="02070309020205020404" pitchFamily="49" charset="0"/>
              <a:buChar char="o"/>
            </a:pPr>
            <a:r>
              <a:rPr lang="en-US" dirty="0"/>
              <a:t>Meditation on themes of spirituality, mortality, and the sublime.</a:t>
            </a:r>
          </a:p>
          <a:p>
            <a:pPr marL="285750" indent="-285750">
              <a:buFont typeface="Courier New" panose="02070309020205020404" pitchFamily="49" charset="0"/>
              <a:buChar char="o"/>
            </a:pPr>
            <a:r>
              <a:rPr lang="en-US" dirty="0"/>
              <a:t>Intimacy and intensity through scale, hue, and softness of edge</a:t>
            </a:r>
          </a:p>
        </p:txBody>
      </p:sp>
      <p:pic>
        <p:nvPicPr>
          <p:cNvPr id="6150" name="Picture 6" descr="Untitled (Yellow-Red and Blue) - Mark Rothko as art print or hand painted  oil.">
            <a:extLst>
              <a:ext uri="{FF2B5EF4-FFF2-40B4-BE49-F238E27FC236}">
                <a16:creationId xmlns:a16="http://schemas.microsoft.com/office/drawing/2014/main" id="{36D98A50-2EB4-63C4-8654-9106E0A55FD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2143"/>
          <a:stretch/>
        </p:blipFill>
        <p:spPr bwMode="auto">
          <a:xfrm>
            <a:off x="6529512" y="1181841"/>
            <a:ext cx="2104345" cy="248194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8 things to know about Mark Rothko - Art Shortlist">
            <a:extLst>
              <a:ext uri="{FF2B5EF4-FFF2-40B4-BE49-F238E27FC236}">
                <a16:creationId xmlns:a16="http://schemas.microsoft.com/office/drawing/2014/main" id="{0C90F0DB-CA1B-491E-8C05-FB053BF7A8E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78899" y="170384"/>
            <a:ext cx="3228486" cy="3743172"/>
          </a:xfrm>
          <a:prstGeom prst="round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1922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descr="National Gallery of Art | Mark Rothko: Seagram Murals, timed… | Flickr">
            <a:extLst>
              <a:ext uri="{FF2B5EF4-FFF2-40B4-BE49-F238E27FC236}">
                <a16:creationId xmlns:a16="http://schemas.microsoft.com/office/drawing/2014/main" id="{2E25B292-1286-297A-23CF-9095CDD4AD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7821" y="150368"/>
            <a:ext cx="5490755" cy="30242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3781E36-E7DB-B78B-DBA8-344F85037453}"/>
              </a:ext>
            </a:extLst>
          </p:cNvPr>
          <p:cNvSpPr txBox="1"/>
          <p:nvPr/>
        </p:nvSpPr>
        <p:spPr>
          <a:xfrm>
            <a:off x="3503021" y="3131160"/>
            <a:ext cx="6100354" cy="346826"/>
          </a:xfrm>
          <a:prstGeom prst="rect">
            <a:avLst/>
          </a:prstGeom>
          <a:noFill/>
        </p:spPr>
        <p:txBody>
          <a:bodyPr wrap="square">
            <a:spAutoFit/>
          </a:bodyPr>
          <a:lstStyle/>
          <a:p>
            <a:pPr lvl="0" algn="ctr">
              <a:lnSpc>
                <a:spcPct val="107000"/>
              </a:lnSpc>
              <a:spcAft>
                <a:spcPts val="800"/>
              </a:spcAft>
              <a:buSzPts val="1000"/>
              <a:tabLst>
                <a:tab pos="457200" algn="l"/>
              </a:tabLst>
            </a:pPr>
            <a:r>
              <a:rPr lang="en-AU" sz="1600" b="1" dirty="0">
                <a:latin typeface="+mj-lt"/>
              </a:rPr>
              <a:t>MARK ROTHKO </a:t>
            </a:r>
            <a:r>
              <a:rPr lang="en-AU" sz="1600" i="1" dirty="0">
                <a:latin typeface="+mj-lt"/>
              </a:rPr>
              <a:t>Reality Machines, </a:t>
            </a:r>
            <a:r>
              <a:rPr lang="en-AU" sz="1600" dirty="0">
                <a:latin typeface="+mj-lt"/>
              </a:rPr>
              <a:t>2016, installation</a:t>
            </a:r>
            <a:endParaRPr lang="en-AU" sz="1600" kern="0" dirty="0">
              <a:effectLst/>
              <a:latin typeface="+mj-lt"/>
              <a:ea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B94A61E-F1CB-2863-6D94-0D045D2C8EEA}"/>
              </a:ext>
            </a:extLst>
          </p:cNvPr>
          <p:cNvSpPr txBox="1"/>
          <p:nvPr/>
        </p:nvSpPr>
        <p:spPr>
          <a:xfrm>
            <a:off x="1690174" y="4417868"/>
            <a:ext cx="4614455" cy="2043113"/>
          </a:xfrm>
          <a:prstGeom prst="round2DiagRect">
            <a:avLst/>
          </a:prstGeom>
          <a:noFill/>
          <a:ln w="12700">
            <a:solidFill>
              <a:schemeClr val="tx1"/>
            </a:solidFill>
            <a:prstDash val="dash"/>
          </a:ln>
        </p:spPr>
        <p:txBody>
          <a:bodyPr wrap="square" rtlCol="0">
            <a:spAutoFit/>
          </a:bodyPr>
          <a:lstStyle/>
          <a:p>
            <a:pPr>
              <a:buNone/>
            </a:pPr>
            <a:r>
              <a:rPr lang="en-AU" sz="1600" b="1" kern="0" dirty="0">
                <a:effectLst/>
                <a:latin typeface="+mj-lt"/>
                <a:ea typeface="Times New Roman" panose="02020603050405020304" pitchFamily="18" charset="0"/>
                <a:cs typeface="Times New Roman" panose="02020603050405020304" pitchFamily="18" charset="0"/>
              </a:rPr>
              <a:t>Formal Context: </a:t>
            </a:r>
            <a:r>
              <a:rPr lang="en-US" sz="1400" dirty="0"/>
              <a:t>Rothko’s work is defined by formal elements such as </a:t>
            </a:r>
            <a:r>
              <a:rPr lang="en-US" sz="1400" dirty="0" err="1"/>
              <a:t>colour</a:t>
            </a:r>
            <a:r>
              <a:rPr lang="en-US" sz="1400" dirty="0"/>
              <a:t>, space, shape, and proportion. He carefully layered soft-edged, floating rectangles using glazes to create immersive canvases where </a:t>
            </a:r>
            <a:r>
              <a:rPr lang="en-US" sz="1400" i="1" dirty="0" err="1"/>
              <a:t>colour</a:t>
            </a:r>
            <a:r>
              <a:rPr lang="en-US" sz="1400" i="1" dirty="0"/>
              <a:t> becomes the language</a:t>
            </a:r>
            <a:r>
              <a:rPr lang="en-US" sz="1400" dirty="0"/>
              <a:t>. Through limited palettes, rhythmic composition, and large scale, he evokes emotional resonance without the need for figures or narrative.</a:t>
            </a:r>
            <a:endParaRPr lang="en-US" sz="1400" dirty="0">
              <a:latin typeface="+mj-lt"/>
            </a:endParaRPr>
          </a:p>
        </p:txBody>
      </p:sp>
      <p:sp>
        <p:nvSpPr>
          <p:cNvPr id="5" name="TextBox 4">
            <a:extLst>
              <a:ext uri="{FF2B5EF4-FFF2-40B4-BE49-F238E27FC236}">
                <a16:creationId xmlns:a16="http://schemas.microsoft.com/office/drawing/2014/main" id="{3CC76132-D877-8515-E045-0B7681755B10}"/>
              </a:ext>
            </a:extLst>
          </p:cNvPr>
          <p:cNvSpPr txBox="1"/>
          <p:nvPr/>
        </p:nvSpPr>
        <p:spPr>
          <a:xfrm>
            <a:off x="6891745" y="4417868"/>
            <a:ext cx="5118462" cy="2043113"/>
          </a:xfrm>
          <a:prstGeom prst="round2DiagRect">
            <a:avLst/>
          </a:prstGeom>
          <a:noFill/>
          <a:ln w="12700">
            <a:solidFill>
              <a:schemeClr val="tx1"/>
            </a:solidFill>
            <a:prstDash val="dash"/>
          </a:ln>
        </p:spPr>
        <p:txBody>
          <a:bodyPr wrap="square" rtlCol="0">
            <a:spAutoFit/>
          </a:bodyPr>
          <a:lstStyle/>
          <a:p>
            <a:pPr>
              <a:buNone/>
            </a:pPr>
            <a:r>
              <a:rPr lang="en-AU" sz="1600" b="1" kern="0" dirty="0">
                <a:latin typeface="+mj-lt"/>
                <a:ea typeface="Times New Roman" panose="02020603050405020304" pitchFamily="18" charset="0"/>
                <a:cs typeface="Times New Roman" panose="02020603050405020304" pitchFamily="18" charset="0"/>
              </a:rPr>
              <a:t>Cultural </a:t>
            </a:r>
            <a:r>
              <a:rPr lang="en-AU" sz="1600" b="1" kern="0" dirty="0">
                <a:effectLst/>
                <a:latin typeface="+mj-lt"/>
                <a:ea typeface="Times New Roman" panose="02020603050405020304" pitchFamily="18" charset="0"/>
                <a:cs typeface="Times New Roman" panose="02020603050405020304" pitchFamily="18" charset="0"/>
              </a:rPr>
              <a:t>Context: </a:t>
            </a:r>
            <a:r>
              <a:rPr lang="en-US" sz="1400" dirty="0"/>
              <a:t>Rothko’s work was shaped by post-war existentialism, ancient mythologies, and his experience as a Jewish immigrant. In the wake of WWII, he turned to abstraction to explore themes of trauma, loss, and the human search for meaning. He viewed </a:t>
            </a:r>
            <a:r>
              <a:rPr lang="en-US" sz="1400" dirty="0" err="1"/>
              <a:t>colour</a:t>
            </a:r>
            <a:r>
              <a:rPr lang="en-US" sz="1400" dirty="0"/>
              <a:t> as a universal language, capable of transcending cultural boundaries, offering his paintings as spiritual responses to a fractured and disillusioned world.</a:t>
            </a:r>
          </a:p>
        </p:txBody>
      </p:sp>
      <p:cxnSp>
        <p:nvCxnSpPr>
          <p:cNvPr id="6" name="Straight Arrow Connector 5">
            <a:extLst>
              <a:ext uri="{FF2B5EF4-FFF2-40B4-BE49-F238E27FC236}">
                <a16:creationId xmlns:a16="http://schemas.microsoft.com/office/drawing/2014/main" id="{566D3F3B-0D9E-6A1F-B927-7154B28D0BB1}"/>
              </a:ext>
            </a:extLst>
          </p:cNvPr>
          <p:cNvCxnSpPr>
            <a:cxnSpLocks/>
          </p:cNvCxnSpPr>
          <p:nvPr/>
        </p:nvCxnSpPr>
        <p:spPr>
          <a:xfrm>
            <a:off x="7921712" y="3635627"/>
            <a:ext cx="544108" cy="54493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B2622B55-87B1-4FAE-7156-5788B601DCDF}"/>
              </a:ext>
            </a:extLst>
          </p:cNvPr>
          <p:cNvCxnSpPr>
            <a:cxnSpLocks/>
          </p:cNvCxnSpPr>
          <p:nvPr/>
        </p:nvCxnSpPr>
        <p:spPr>
          <a:xfrm flipH="1">
            <a:off x="4278821" y="3644514"/>
            <a:ext cx="545774" cy="606826"/>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10" name="TextBox 2">
            <a:extLst>
              <a:ext uri="{FF2B5EF4-FFF2-40B4-BE49-F238E27FC236}">
                <a16:creationId xmlns:a16="http://schemas.microsoft.com/office/drawing/2014/main" id="{5E6C12A2-B9F5-6321-2AEC-FB092FDD70AC}"/>
              </a:ext>
            </a:extLst>
          </p:cNvPr>
          <p:cNvSpPr txBox="1"/>
          <p:nvPr/>
        </p:nvSpPr>
        <p:spPr>
          <a:xfrm rot="810856">
            <a:off x="9627205" y="1052081"/>
            <a:ext cx="2515211" cy="1806249"/>
          </a:xfrm>
          <a:custGeom>
            <a:avLst/>
            <a:gdLst>
              <a:gd name="connsiteX0" fmla="*/ 0 w 2515211"/>
              <a:gd name="connsiteY0" fmla="*/ 903125 h 1806249"/>
              <a:gd name="connsiteX1" fmla="*/ 1257606 w 2515211"/>
              <a:gd name="connsiteY1" fmla="*/ 0 h 1806249"/>
              <a:gd name="connsiteX2" fmla="*/ 2515212 w 2515211"/>
              <a:gd name="connsiteY2" fmla="*/ 903125 h 1806249"/>
              <a:gd name="connsiteX3" fmla="*/ 1257606 w 2515211"/>
              <a:gd name="connsiteY3" fmla="*/ 1806250 h 1806249"/>
              <a:gd name="connsiteX4" fmla="*/ 0 w 2515211"/>
              <a:gd name="connsiteY4" fmla="*/ 903125 h 18062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5211" h="1806249" fill="none" extrusionOk="0">
                <a:moveTo>
                  <a:pt x="0" y="903125"/>
                </a:moveTo>
                <a:cubicBezTo>
                  <a:pt x="-19548" y="396334"/>
                  <a:pt x="538932" y="43579"/>
                  <a:pt x="1257606" y="0"/>
                </a:cubicBezTo>
                <a:cubicBezTo>
                  <a:pt x="1994150" y="48212"/>
                  <a:pt x="2559413" y="449529"/>
                  <a:pt x="2515212" y="903125"/>
                </a:cubicBezTo>
                <a:cubicBezTo>
                  <a:pt x="2347008" y="1350362"/>
                  <a:pt x="2076127" y="1949411"/>
                  <a:pt x="1257606" y="1806250"/>
                </a:cubicBezTo>
                <a:cubicBezTo>
                  <a:pt x="515792" y="1870143"/>
                  <a:pt x="-27787" y="1376419"/>
                  <a:pt x="0" y="903125"/>
                </a:cubicBezTo>
                <a:close/>
              </a:path>
              <a:path w="2515211" h="1806249" stroke="0" extrusionOk="0">
                <a:moveTo>
                  <a:pt x="0" y="903125"/>
                </a:moveTo>
                <a:cubicBezTo>
                  <a:pt x="98132" y="259909"/>
                  <a:pt x="669497" y="166849"/>
                  <a:pt x="1257606" y="0"/>
                </a:cubicBezTo>
                <a:cubicBezTo>
                  <a:pt x="1907303" y="-124869"/>
                  <a:pt x="2579483" y="442787"/>
                  <a:pt x="2515212" y="903125"/>
                </a:cubicBezTo>
                <a:cubicBezTo>
                  <a:pt x="2510834" y="1354136"/>
                  <a:pt x="1816416" y="1867392"/>
                  <a:pt x="1257606" y="1806250"/>
                </a:cubicBezTo>
                <a:cubicBezTo>
                  <a:pt x="550936" y="1748135"/>
                  <a:pt x="15206" y="1423835"/>
                  <a:pt x="0" y="903125"/>
                </a:cubicBezTo>
                <a:close/>
              </a:path>
            </a:pathLst>
          </a:custGeom>
          <a:solidFill>
            <a:schemeClr val="bg1"/>
          </a:solidFill>
          <a:ln>
            <a:solidFill>
              <a:schemeClr val="tx1"/>
            </a:solidFill>
            <a:extLst>
              <a:ext uri="{C807C97D-BFC1-408E-A445-0C87EB9F89A2}">
                <ask:lineSketchStyleProps xmlns:ask="http://schemas.microsoft.com/office/drawing/2018/sketchyshapes" sd="1617256088">
                  <a:prstGeom prst="flowChartConnector">
                    <a:avLst/>
                  </a:prstGeom>
                  <ask:type>
                    <ask:lineSketchScribble/>
                  </ask:type>
                </ask:lineSketchStyleProps>
              </a:ext>
            </a:extLst>
          </a:ln>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i="1" dirty="0">
                <a:latin typeface="+mj-lt"/>
              </a:rPr>
              <a:t>What emotion do you feel when looking at this? </a:t>
            </a:r>
            <a:endParaRPr lang="en-AU" sz="2000" b="1" i="1" dirty="0">
              <a:latin typeface="+mj-lt"/>
            </a:endParaRPr>
          </a:p>
        </p:txBody>
      </p:sp>
      <p:sp>
        <p:nvSpPr>
          <p:cNvPr id="2" name="TextBox 1">
            <a:extLst>
              <a:ext uri="{FF2B5EF4-FFF2-40B4-BE49-F238E27FC236}">
                <a16:creationId xmlns:a16="http://schemas.microsoft.com/office/drawing/2014/main" id="{5AA29486-6407-3D8F-4370-28A7FC6BF6D3}"/>
              </a:ext>
            </a:extLst>
          </p:cNvPr>
          <p:cNvSpPr txBox="1"/>
          <p:nvPr/>
        </p:nvSpPr>
        <p:spPr>
          <a:xfrm>
            <a:off x="241122" y="150368"/>
            <a:ext cx="3069224" cy="4078545"/>
          </a:xfrm>
          <a:prstGeom prst="round2DiagRect">
            <a:avLst/>
          </a:prstGeom>
          <a:solidFill>
            <a:srgbClr val="FFFFCC"/>
          </a:solidFill>
          <a:ln w="12700">
            <a:solidFill>
              <a:schemeClr val="tx1"/>
            </a:solidFill>
            <a:prstDash val="dash"/>
          </a:ln>
        </p:spPr>
        <p:txBody>
          <a:bodyPr wrap="square" rtlCol="0">
            <a:spAutoFit/>
          </a:bodyPr>
          <a:lstStyle/>
          <a:p>
            <a:pPr>
              <a:buNone/>
            </a:pPr>
            <a:r>
              <a:rPr lang="en-US" sz="1600" b="1" dirty="0">
                <a:latin typeface="+mj-lt"/>
              </a:rPr>
              <a:t>Inquiry Process:</a:t>
            </a:r>
          </a:p>
          <a:p>
            <a:pPr>
              <a:buNone/>
            </a:pPr>
            <a:endParaRPr lang="en-US" sz="1600" b="1" dirty="0">
              <a:latin typeface="+mj-lt"/>
            </a:endParaRPr>
          </a:p>
          <a:p>
            <a:pPr>
              <a:buNone/>
            </a:pPr>
            <a:r>
              <a:rPr lang="en-US" sz="1600" b="1" dirty="0">
                <a:latin typeface="+mj-lt"/>
              </a:rPr>
              <a:t>Developing:</a:t>
            </a:r>
            <a:r>
              <a:rPr lang="en-US" sz="1600" dirty="0">
                <a:latin typeface="+mj-lt"/>
              </a:rPr>
              <a:t> How can </a:t>
            </a:r>
            <a:r>
              <a:rPr lang="en-US" sz="1600" dirty="0" err="1">
                <a:latin typeface="+mj-lt"/>
              </a:rPr>
              <a:t>colour</a:t>
            </a:r>
            <a:r>
              <a:rPr lang="en-US" sz="1600" dirty="0">
                <a:latin typeface="+mj-lt"/>
              </a:rPr>
              <a:t> alone create emotional depth?</a:t>
            </a:r>
          </a:p>
          <a:p>
            <a:pPr>
              <a:buNone/>
            </a:pPr>
            <a:endParaRPr lang="en-US" sz="1600" dirty="0">
              <a:latin typeface="+mj-lt"/>
            </a:endParaRPr>
          </a:p>
          <a:p>
            <a:pPr>
              <a:buNone/>
            </a:pPr>
            <a:r>
              <a:rPr lang="en-US" sz="1600" b="1" dirty="0">
                <a:latin typeface="+mj-lt"/>
              </a:rPr>
              <a:t>Researching:</a:t>
            </a:r>
            <a:r>
              <a:rPr lang="en-US" sz="1600" dirty="0">
                <a:latin typeface="+mj-lt"/>
              </a:rPr>
              <a:t> Explores </a:t>
            </a:r>
            <a:r>
              <a:rPr lang="en-US" sz="1600" dirty="0" err="1">
                <a:latin typeface="+mj-lt"/>
              </a:rPr>
              <a:t>colour</a:t>
            </a:r>
            <a:r>
              <a:rPr lang="en-US" sz="1600" dirty="0">
                <a:latin typeface="+mj-lt"/>
              </a:rPr>
              <a:t> theory and psychological response</a:t>
            </a:r>
          </a:p>
          <a:p>
            <a:pPr>
              <a:buNone/>
            </a:pPr>
            <a:endParaRPr lang="en-US" sz="1600" dirty="0">
              <a:latin typeface="+mj-lt"/>
            </a:endParaRPr>
          </a:p>
          <a:p>
            <a:pPr>
              <a:buNone/>
            </a:pPr>
            <a:r>
              <a:rPr lang="en-US" sz="1600" b="1" dirty="0">
                <a:latin typeface="+mj-lt"/>
              </a:rPr>
              <a:t>Reflecting:</a:t>
            </a:r>
            <a:r>
              <a:rPr lang="en-US" sz="1600" dirty="0">
                <a:latin typeface="+mj-lt"/>
              </a:rPr>
              <a:t> Strips art of narrative to focus on feeling</a:t>
            </a:r>
          </a:p>
          <a:p>
            <a:pPr>
              <a:buNone/>
            </a:pPr>
            <a:endParaRPr lang="en-US" sz="1600" dirty="0">
              <a:latin typeface="+mj-lt"/>
            </a:endParaRPr>
          </a:p>
          <a:p>
            <a:pPr>
              <a:buNone/>
            </a:pPr>
            <a:r>
              <a:rPr lang="en-US" sz="1600" b="1" dirty="0">
                <a:latin typeface="+mj-lt"/>
              </a:rPr>
              <a:t>Resolving:</a:t>
            </a:r>
            <a:r>
              <a:rPr lang="en-US" sz="1600" dirty="0">
                <a:latin typeface="+mj-lt"/>
              </a:rPr>
              <a:t> Composition becomes meditative space for viewer experience</a:t>
            </a:r>
          </a:p>
        </p:txBody>
      </p:sp>
    </p:spTree>
    <p:extLst>
      <p:ext uri="{BB962C8B-B14F-4D97-AF65-F5344CB8AC3E}">
        <p14:creationId xmlns:p14="http://schemas.microsoft.com/office/powerpoint/2010/main" val="1229141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FAA8EF-8737-1280-F55F-3C2E25C7BCFF}"/>
              </a:ext>
            </a:extLst>
          </p:cNvPr>
          <p:cNvPicPr>
            <a:picLocks noChangeAspect="1"/>
          </p:cNvPicPr>
          <p:nvPr/>
        </p:nvPicPr>
        <p:blipFill>
          <a:blip r:embed="rId2"/>
          <a:stretch>
            <a:fillRect/>
          </a:stretch>
        </p:blipFill>
        <p:spPr>
          <a:xfrm>
            <a:off x="130628" y="0"/>
            <a:ext cx="5096586" cy="781159"/>
          </a:xfrm>
          <a:prstGeom prst="rect">
            <a:avLst/>
          </a:prstGeom>
        </p:spPr>
      </p:pic>
      <p:pic>
        <p:nvPicPr>
          <p:cNvPr id="4" name="Picture 3">
            <a:extLst>
              <a:ext uri="{FF2B5EF4-FFF2-40B4-BE49-F238E27FC236}">
                <a16:creationId xmlns:a16="http://schemas.microsoft.com/office/drawing/2014/main" id="{EAF71BBC-8343-3DCF-8282-DE4AFEA7C8BE}"/>
              </a:ext>
            </a:extLst>
          </p:cNvPr>
          <p:cNvPicPr>
            <a:picLocks noChangeAspect="1"/>
          </p:cNvPicPr>
          <p:nvPr/>
        </p:nvPicPr>
        <p:blipFill>
          <a:blip r:embed="rId3"/>
          <a:stretch>
            <a:fillRect/>
          </a:stretch>
        </p:blipFill>
        <p:spPr>
          <a:xfrm>
            <a:off x="5227214" y="104790"/>
            <a:ext cx="3848637" cy="676369"/>
          </a:xfrm>
          <a:prstGeom prst="rect">
            <a:avLst/>
          </a:prstGeom>
        </p:spPr>
      </p:pic>
      <p:sp>
        <p:nvSpPr>
          <p:cNvPr id="5" name="TextBox 4">
            <a:extLst>
              <a:ext uri="{FF2B5EF4-FFF2-40B4-BE49-F238E27FC236}">
                <a16:creationId xmlns:a16="http://schemas.microsoft.com/office/drawing/2014/main" id="{8D65BBB6-7BFA-08E8-AD25-83B9B57641BF}"/>
              </a:ext>
            </a:extLst>
          </p:cNvPr>
          <p:cNvSpPr txBox="1"/>
          <p:nvPr/>
        </p:nvSpPr>
        <p:spPr>
          <a:xfrm>
            <a:off x="326571" y="885949"/>
            <a:ext cx="6833730" cy="3779758"/>
          </a:xfrm>
          <a:prstGeom prst="roundRect">
            <a:avLst/>
          </a:prstGeom>
          <a:solidFill>
            <a:schemeClr val="bg1"/>
          </a:solidFill>
          <a:ln w="12700">
            <a:solidFill>
              <a:schemeClr val="tx1"/>
            </a:solidFill>
          </a:ln>
        </p:spPr>
        <p:txBody>
          <a:bodyPr wrap="square" rtlCol="0">
            <a:spAutoFit/>
          </a:bodyPr>
          <a:lstStyle/>
          <a:p>
            <a:pPr>
              <a:buNone/>
            </a:pPr>
            <a:r>
              <a:rPr lang="en-US" dirty="0"/>
              <a:t>Spencer Tunick is an American contemporary artist renowned for his large-scale installations of nude human bodies arranged in public spaces. His work uses the body as a visual and symbolic code to explore ideas around vulnerability, collectivity, freedom, and resistance.</a:t>
            </a:r>
          </a:p>
          <a:p>
            <a:endParaRPr lang="en-US" dirty="0"/>
          </a:p>
          <a:p>
            <a:r>
              <a:rPr lang="en-US" dirty="0"/>
              <a:t>By removing clothing, Tunick strips away social identifiers like class, status, and fashion, presenting the nude body as raw material for constructing mass, form, and line. His installations are both aesthetic compositions and cultural interventions, often provoking debate about privacy, censorship, and body politics.</a:t>
            </a:r>
          </a:p>
        </p:txBody>
      </p:sp>
      <p:sp>
        <p:nvSpPr>
          <p:cNvPr id="6" name="TextBox 5">
            <a:extLst>
              <a:ext uri="{FF2B5EF4-FFF2-40B4-BE49-F238E27FC236}">
                <a16:creationId xmlns:a16="http://schemas.microsoft.com/office/drawing/2014/main" id="{97401578-F8E1-0414-2E25-3DBE8626D0AD}"/>
              </a:ext>
            </a:extLst>
          </p:cNvPr>
          <p:cNvSpPr txBox="1"/>
          <p:nvPr/>
        </p:nvSpPr>
        <p:spPr>
          <a:xfrm>
            <a:off x="326571" y="4812253"/>
            <a:ext cx="6833729" cy="1940957"/>
          </a:xfrm>
          <a:prstGeom prst="roundRect">
            <a:avLst/>
          </a:prstGeom>
          <a:solidFill>
            <a:srgbClr val="99CCFF"/>
          </a:solidFill>
          <a:ln w="12700">
            <a:solidFill>
              <a:schemeClr val="tx1"/>
            </a:solidFill>
          </a:ln>
        </p:spPr>
        <p:txBody>
          <a:bodyPr wrap="square" rtlCol="0">
            <a:spAutoFit/>
          </a:bodyPr>
          <a:lstStyle/>
          <a:p>
            <a:r>
              <a:rPr lang="en-US" b="1" dirty="0"/>
              <a:t>Key Themes in Tunick's Work:</a:t>
            </a:r>
          </a:p>
          <a:p>
            <a:pPr marL="285750" indent="-285750">
              <a:buFont typeface="Courier New" panose="02070309020205020404" pitchFamily="49" charset="0"/>
              <a:buChar char="o"/>
            </a:pPr>
            <a:r>
              <a:rPr lang="en-US" dirty="0"/>
              <a:t>The human body as a formal and political element.</a:t>
            </a:r>
          </a:p>
          <a:p>
            <a:pPr marL="285750" indent="-285750">
              <a:buFont typeface="Courier New" panose="02070309020205020404" pitchFamily="49" charset="0"/>
              <a:buChar char="o"/>
            </a:pPr>
            <a:r>
              <a:rPr lang="en-US" dirty="0"/>
              <a:t>Collective identity and the power of community.</a:t>
            </a:r>
          </a:p>
          <a:p>
            <a:pPr marL="285750" indent="-285750">
              <a:buFont typeface="Courier New" panose="02070309020205020404" pitchFamily="49" charset="0"/>
              <a:buChar char="o"/>
            </a:pPr>
            <a:r>
              <a:rPr lang="en-US" dirty="0"/>
              <a:t>Challenging public norms around nudity, consent, and space.</a:t>
            </a:r>
          </a:p>
          <a:p>
            <a:pPr marL="285750" indent="-285750">
              <a:buFont typeface="Courier New" panose="02070309020205020404" pitchFamily="49" charset="0"/>
              <a:buChar char="o"/>
            </a:pPr>
            <a:r>
              <a:rPr lang="en-US" dirty="0"/>
              <a:t>Environmental and cultural activism through large-scale performance</a:t>
            </a:r>
          </a:p>
        </p:txBody>
      </p:sp>
      <p:pic>
        <p:nvPicPr>
          <p:cNvPr id="8195" name="Picture 3" descr="Spencer Tunick strips off for skin cancer - ABC listen">
            <a:extLst>
              <a:ext uri="{FF2B5EF4-FFF2-40B4-BE49-F238E27FC236}">
                <a16:creationId xmlns:a16="http://schemas.microsoft.com/office/drawing/2014/main" id="{8D83C8C2-1967-78B3-EB93-5C49362EDB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60921" y="1226746"/>
            <a:ext cx="4404508" cy="4404508"/>
          </a:xfrm>
          <a:prstGeom prst="round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37025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Lucy Melford: A day trip to Hull - 2 - nautical streets and nudity">
            <a:extLst>
              <a:ext uri="{FF2B5EF4-FFF2-40B4-BE49-F238E27FC236}">
                <a16:creationId xmlns:a16="http://schemas.microsoft.com/office/drawing/2014/main" id="{D2F89A18-151E-874F-5F4C-5BED23CD4B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1253" y="323103"/>
            <a:ext cx="3985758" cy="4912547"/>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Spencer Tunick: Hull goes blue for art">
            <a:extLst>
              <a:ext uri="{FF2B5EF4-FFF2-40B4-BE49-F238E27FC236}">
                <a16:creationId xmlns:a16="http://schemas.microsoft.com/office/drawing/2014/main" id="{CED6C476-D537-0F31-511F-074E5FF881C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52" r="2335"/>
          <a:stretch/>
        </p:blipFill>
        <p:spPr bwMode="auto">
          <a:xfrm>
            <a:off x="4828824" y="4890576"/>
            <a:ext cx="3020787" cy="179401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E839967-16AA-CE40-A367-B8A0884E7C0D}"/>
              </a:ext>
            </a:extLst>
          </p:cNvPr>
          <p:cNvSpPr txBox="1"/>
          <p:nvPr/>
        </p:nvSpPr>
        <p:spPr>
          <a:xfrm>
            <a:off x="8474529" y="502822"/>
            <a:ext cx="3446870" cy="2758202"/>
          </a:xfrm>
          <a:prstGeom prst="round2DiagRect">
            <a:avLst/>
          </a:prstGeom>
          <a:noFill/>
          <a:ln w="12700">
            <a:solidFill>
              <a:schemeClr val="tx1"/>
            </a:solidFill>
            <a:prstDash val="dash"/>
          </a:ln>
        </p:spPr>
        <p:txBody>
          <a:bodyPr wrap="square" rtlCol="0">
            <a:spAutoFit/>
          </a:bodyPr>
          <a:lstStyle/>
          <a:p>
            <a:pPr>
              <a:buNone/>
            </a:pPr>
            <a:r>
              <a:rPr lang="en-AU" sz="1600" b="1" kern="0" dirty="0">
                <a:effectLst/>
                <a:latin typeface="+mj-lt"/>
                <a:ea typeface="Times New Roman" panose="02020603050405020304" pitchFamily="18" charset="0"/>
                <a:cs typeface="Times New Roman" panose="02020603050405020304" pitchFamily="18" charset="0"/>
              </a:rPr>
              <a:t>Formal Context: </a:t>
            </a:r>
            <a:r>
              <a:rPr lang="en-US" sz="1400" dirty="0"/>
              <a:t>Tunick uses repetition, rhythm, and spatial arrangement to compose large-scale images where bodies become abstract forms. The nude figure is treated as a visual unit—shaping patterns, creating texture, and forming harmonious or confrontational compositions. His aerial views flatten individual identity, focusing instead on collective shape and movement.</a:t>
            </a:r>
            <a:endParaRPr lang="en-US" sz="1400" dirty="0">
              <a:latin typeface="+mj-lt"/>
            </a:endParaRPr>
          </a:p>
        </p:txBody>
      </p:sp>
      <p:sp>
        <p:nvSpPr>
          <p:cNvPr id="3" name="TextBox 2">
            <a:extLst>
              <a:ext uri="{FF2B5EF4-FFF2-40B4-BE49-F238E27FC236}">
                <a16:creationId xmlns:a16="http://schemas.microsoft.com/office/drawing/2014/main" id="{8D45BC21-9D2D-D53A-2736-185C98BE20AA}"/>
              </a:ext>
            </a:extLst>
          </p:cNvPr>
          <p:cNvSpPr txBox="1"/>
          <p:nvPr/>
        </p:nvSpPr>
        <p:spPr>
          <a:xfrm>
            <a:off x="8474529" y="3635538"/>
            <a:ext cx="3446870" cy="2758202"/>
          </a:xfrm>
          <a:prstGeom prst="round2DiagRect">
            <a:avLst/>
          </a:prstGeom>
          <a:noFill/>
          <a:ln w="12700">
            <a:solidFill>
              <a:schemeClr val="tx1"/>
            </a:solidFill>
            <a:prstDash val="dash"/>
          </a:ln>
        </p:spPr>
        <p:txBody>
          <a:bodyPr wrap="square" rtlCol="0">
            <a:spAutoFit/>
          </a:bodyPr>
          <a:lstStyle/>
          <a:p>
            <a:pPr>
              <a:buNone/>
            </a:pPr>
            <a:r>
              <a:rPr lang="en-AU" sz="1600" b="1" kern="0" dirty="0">
                <a:effectLst/>
                <a:latin typeface="+mj-lt"/>
                <a:ea typeface="Times New Roman" panose="02020603050405020304" pitchFamily="18" charset="0"/>
                <a:cs typeface="Times New Roman" panose="02020603050405020304" pitchFamily="18" charset="0"/>
              </a:rPr>
              <a:t>Cultural Context</a:t>
            </a:r>
            <a:r>
              <a:rPr lang="en-AU" sz="1600" b="1" kern="0">
                <a:effectLst/>
                <a:latin typeface="+mj-lt"/>
                <a:ea typeface="Times New Roman" panose="02020603050405020304" pitchFamily="18" charset="0"/>
                <a:cs typeface="Times New Roman" panose="02020603050405020304" pitchFamily="18" charset="0"/>
              </a:rPr>
              <a:t>: </a:t>
            </a:r>
            <a:r>
              <a:rPr lang="en-US" sz="1400"/>
              <a:t>Tunick’s </a:t>
            </a:r>
            <a:r>
              <a:rPr lang="en-US" sz="1400" dirty="0"/>
              <a:t>work challenges cultural taboos around nudity and public space. He uses the body as a symbol of protest and freedom, often responding to issues like censorship, environmental concerns, and LGBTQIA+ rights. His installations act as visual statements, with participants coding their bodies into messages about equality, vulnerability, and community.</a:t>
            </a:r>
            <a:endParaRPr lang="en-US" sz="1400" dirty="0">
              <a:latin typeface="+mj-lt"/>
            </a:endParaRPr>
          </a:p>
        </p:txBody>
      </p:sp>
      <p:cxnSp>
        <p:nvCxnSpPr>
          <p:cNvPr id="4" name="Straight Arrow Connector 3">
            <a:extLst>
              <a:ext uri="{FF2B5EF4-FFF2-40B4-BE49-F238E27FC236}">
                <a16:creationId xmlns:a16="http://schemas.microsoft.com/office/drawing/2014/main" id="{0DAEE24D-8271-C490-791B-665F2621AC85}"/>
              </a:ext>
            </a:extLst>
          </p:cNvPr>
          <p:cNvCxnSpPr>
            <a:cxnSpLocks/>
          </p:cNvCxnSpPr>
          <p:nvPr/>
        </p:nvCxnSpPr>
        <p:spPr>
          <a:xfrm flipV="1">
            <a:off x="7626843" y="1277647"/>
            <a:ext cx="751113" cy="297520"/>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cxnSp>
        <p:nvCxnSpPr>
          <p:cNvPr id="5" name="Straight Arrow Connector 4">
            <a:extLst>
              <a:ext uri="{FF2B5EF4-FFF2-40B4-BE49-F238E27FC236}">
                <a16:creationId xmlns:a16="http://schemas.microsoft.com/office/drawing/2014/main" id="{E276C654-53F0-44D9-ED29-53540A7A93EE}"/>
              </a:ext>
            </a:extLst>
          </p:cNvPr>
          <p:cNvCxnSpPr>
            <a:cxnSpLocks/>
          </p:cNvCxnSpPr>
          <p:nvPr/>
        </p:nvCxnSpPr>
        <p:spPr>
          <a:xfrm>
            <a:off x="7682664" y="4363383"/>
            <a:ext cx="646212" cy="527193"/>
          </a:xfrm>
          <a:prstGeom prst="straightConnector1">
            <a:avLst/>
          </a:prstGeom>
          <a:ln w="57150">
            <a:tailEnd type="triangle"/>
          </a:ln>
        </p:spPr>
        <p:style>
          <a:lnRef idx="2">
            <a:schemeClr val="dk1"/>
          </a:lnRef>
          <a:fillRef idx="0">
            <a:schemeClr val="dk1"/>
          </a:fillRef>
          <a:effectRef idx="1">
            <a:schemeClr val="dk1"/>
          </a:effectRef>
          <a:fontRef idx="minor">
            <a:schemeClr val="tx1"/>
          </a:fontRef>
        </p:style>
      </p:cxnSp>
      <p:sp>
        <p:nvSpPr>
          <p:cNvPr id="6" name="TextBox 2">
            <a:extLst>
              <a:ext uri="{FF2B5EF4-FFF2-40B4-BE49-F238E27FC236}">
                <a16:creationId xmlns:a16="http://schemas.microsoft.com/office/drawing/2014/main" id="{5C441A38-8791-A21C-F7D6-F6F320881785}"/>
              </a:ext>
            </a:extLst>
          </p:cNvPr>
          <p:cNvSpPr txBox="1"/>
          <p:nvPr/>
        </p:nvSpPr>
        <p:spPr>
          <a:xfrm rot="20861865">
            <a:off x="138855" y="219970"/>
            <a:ext cx="2278464" cy="1689750"/>
          </a:xfrm>
          <a:custGeom>
            <a:avLst/>
            <a:gdLst>
              <a:gd name="connsiteX0" fmla="*/ 0 w 2278464"/>
              <a:gd name="connsiteY0" fmla="*/ 844875 h 1689750"/>
              <a:gd name="connsiteX1" fmla="*/ 1139232 w 2278464"/>
              <a:gd name="connsiteY1" fmla="*/ 0 h 1689750"/>
              <a:gd name="connsiteX2" fmla="*/ 2278464 w 2278464"/>
              <a:gd name="connsiteY2" fmla="*/ 844875 h 1689750"/>
              <a:gd name="connsiteX3" fmla="*/ 1139232 w 2278464"/>
              <a:gd name="connsiteY3" fmla="*/ 1689750 h 1689750"/>
              <a:gd name="connsiteX4" fmla="*/ 0 w 2278464"/>
              <a:gd name="connsiteY4" fmla="*/ 844875 h 16897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8464" h="1689750" fill="none" extrusionOk="0">
                <a:moveTo>
                  <a:pt x="0" y="844875"/>
                </a:moveTo>
                <a:cubicBezTo>
                  <a:pt x="-138381" y="321569"/>
                  <a:pt x="435556" y="134613"/>
                  <a:pt x="1139232" y="0"/>
                </a:cubicBezTo>
                <a:cubicBezTo>
                  <a:pt x="1856890" y="101597"/>
                  <a:pt x="2287525" y="387526"/>
                  <a:pt x="2278464" y="844875"/>
                </a:cubicBezTo>
                <a:cubicBezTo>
                  <a:pt x="2250698" y="1302978"/>
                  <a:pt x="1888605" y="1828555"/>
                  <a:pt x="1139232" y="1689750"/>
                </a:cubicBezTo>
                <a:cubicBezTo>
                  <a:pt x="463697" y="1752423"/>
                  <a:pt x="-92567" y="1226580"/>
                  <a:pt x="0" y="844875"/>
                </a:cubicBezTo>
                <a:close/>
              </a:path>
              <a:path w="2278464" h="1689750" stroke="0" extrusionOk="0">
                <a:moveTo>
                  <a:pt x="0" y="844875"/>
                </a:moveTo>
                <a:cubicBezTo>
                  <a:pt x="78180" y="263195"/>
                  <a:pt x="527997" y="28127"/>
                  <a:pt x="1139232" y="0"/>
                </a:cubicBezTo>
                <a:cubicBezTo>
                  <a:pt x="1748625" y="-55078"/>
                  <a:pt x="2303282" y="393108"/>
                  <a:pt x="2278464" y="844875"/>
                </a:cubicBezTo>
                <a:cubicBezTo>
                  <a:pt x="2269952" y="1218600"/>
                  <a:pt x="1674007" y="1732271"/>
                  <a:pt x="1139232" y="1689750"/>
                </a:cubicBezTo>
                <a:cubicBezTo>
                  <a:pt x="488749" y="1587544"/>
                  <a:pt x="68358" y="1410060"/>
                  <a:pt x="0" y="844875"/>
                </a:cubicBezTo>
                <a:close/>
              </a:path>
            </a:pathLst>
          </a:custGeom>
          <a:solidFill>
            <a:schemeClr val="bg1"/>
          </a:solidFill>
          <a:ln>
            <a:solidFill>
              <a:schemeClr val="tx1"/>
            </a:solidFill>
            <a:extLst>
              <a:ext uri="{C807C97D-BFC1-408E-A445-0C87EB9F89A2}">
                <ask:lineSketchStyleProps xmlns:ask="http://schemas.microsoft.com/office/drawing/2018/sketchyshapes" sd="1617256088">
                  <a:prstGeom prst="flowChartConnector">
                    <a:avLst/>
                  </a:prstGeom>
                  <ask:type>
                    <ask:lineSketchScribble/>
                  </ask:type>
                </ask:lineSketchStyleProps>
              </a:ext>
            </a:extLst>
          </a:ln>
        </p:spPr>
        <p:txBody>
          <a:bodyPr wrap="square" rtlCol="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b="1" i="1" dirty="0">
                <a:latin typeface="+mj-lt"/>
              </a:rPr>
              <a:t>How does body </a:t>
            </a:r>
            <a:r>
              <a:rPr lang="en-US" sz="2000" b="1" i="1" dirty="0" err="1">
                <a:latin typeface="+mj-lt"/>
              </a:rPr>
              <a:t>colour</a:t>
            </a:r>
            <a:r>
              <a:rPr lang="en-US" sz="2000" b="1" i="1" dirty="0">
                <a:latin typeface="+mj-lt"/>
              </a:rPr>
              <a:t> change meaning?  </a:t>
            </a:r>
            <a:endParaRPr lang="en-AU" sz="2000" b="1" i="1" dirty="0">
              <a:latin typeface="+mj-lt"/>
            </a:endParaRPr>
          </a:p>
        </p:txBody>
      </p:sp>
      <p:sp>
        <p:nvSpPr>
          <p:cNvPr id="7" name="TextBox 6">
            <a:extLst>
              <a:ext uri="{FF2B5EF4-FFF2-40B4-BE49-F238E27FC236}">
                <a16:creationId xmlns:a16="http://schemas.microsoft.com/office/drawing/2014/main" id="{D48E189F-A68E-5B6D-A1EA-8FDFB1191295}"/>
              </a:ext>
            </a:extLst>
          </p:cNvPr>
          <p:cNvSpPr txBox="1"/>
          <p:nvPr/>
        </p:nvSpPr>
        <p:spPr>
          <a:xfrm>
            <a:off x="128391" y="2379771"/>
            <a:ext cx="3069224" cy="4304824"/>
          </a:xfrm>
          <a:prstGeom prst="round2DiagRect">
            <a:avLst/>
          </a:prstGeom>
          <a:solidFill>
            <a:srgbClr val="FFFFCC"/>
          </a:solidFill>
          <a:ln w="12700">
            <a:solidFill>
              <a:schemeClr val="tx1"/>
            </a:solidFill>
            <a:prstDash val="dash"/>
          </a:ln>
        </p:spPr>
        <p:txBody>
          <a:bodyPr wrap="square" rtlCol="0">
            <a:spAutoFit/>
          </a:bodyPr>
          <a:lstStyle/>
          <a:p>
            <a:pPr>
              <a:buNone/>
            </a:pPr>
            <a:r>
              <a:rPr lang="en-US" sz="1600" b="1" dirty="0">
                <a:latin typeface="+mj-lt"/>
              </a:rPr>
              <a:t>Inquiry Process:</a:t>
            </a:r>
          </a:p>
          <a:p>
            <a:pPr>
              <a:buNone/>
            </a:pPr>
            <a:endParaRPr lang="en-US" sz="1600" b="1" dirty="0">
              <a:latin typeface="+mj-lt"/>
            </a:endParaRPr>
          </a:p>
          <a:p>
            <a:pPr>
              <a:buNone/>
            </a:pPr>
            <a:r>
              <a:rPr lang="en-US" sz="1600" b="1" dirty="0">
                <a:latin typeface="+mj-lt"/>
              </a:rPr>
              <a:t>Developing: </a:t>
            </a:r>
            <a:r>
              <a:rPr lang="en-US" sz="1600" dirty="0">
                <a:latin typeface="+mj-lt"/>
              </a:rPr>
              <a:t>How can human form be used as visual language?</a:t>
            </a:r>
          </a:p>
          <a:p>
            <a:pPr>
              <a:buNone/>
            </a:pPr>
            <a:endParaRPr lang="en-US" sz="1600" b="1" dirty="0">
              <a:latin typeface="+mj-lt"/>
            </a:endParaRPr>
          </a:p>
          <a:p>
            <a:pPr>
              <a:buNone/>
            </a:pPr>
            <a:r>
              <a:rPr lang="en-US" sz="1600" b="1" dirty="0">
                <a:latin typeface="+mj-lt"/>
              </a:rPr>
              <a:t>Researching: </a:t>
            </a:r>
            <a:r>
              <a:rPr lang="en-US" sz="1600" dirty="0">
                <a:latin typeface="+mj-lt"/>
              </a:rPr>
              <a:t>Responds to city, sea, and social body</a:t>
            </a:r>
          </a:p>
          <a:p>
            <a:pPr>
              <a:buNone/>
            </a:pPr>
            <a:endParaRPr lang="en-US" sz="1600" b="1" dirty="0">
              <a:latin typeface="+mj-lt"/>
            </a:endParaRPr>
          </a:p>
          <a:p>
            <a:pPr>
              <a:buNone/>
            </a:pPr>
            <a:r>
              <a:rPr lang="en-US" sz="1600" b="1" dirty="0">
                <a:latin typeface="+mj-lt"/>
              </a:rPr>
              <a:t>Reflecting: </a:t>
            </a:r>
            <a:r>
              <a:rPr lang="en-US" sz="1600" dirty="0">
                <a:latin typeface="+mj-lt"/>
              </a:rPr>
              <a:t>Uses community and spectacle to provoke dialogue</a:t>
            </a:r>
          </a:p>
          <a:p>
            <a:pPr>
              <a:buNone/>
            </a:pPr>
            <a:endParaRPr lang="en-US" sz="1600" b="1" dirty="0">
              <a:latin typeface="+mj-lt"/>
            </a:endParaRPr>
          </a:p>
          <a:p>
            <a:pPr>
              <a:buNone/>
            </a:pPr>
            <a:r>
              <a:rPr lang="en-US" sz="1600" b="1" dirty="0">
                <a:latin typeface="+mj-lt"/>
              </a:rPr>
              <a:t>Resolving: </a:t>
            </a:r>
            <a:r>
              <a:rPr lang="en-US" sz="1600" dirty="0">
                <a:latin typeface="+mj-lt"/>
              </a:rPr>
              <a:t>Photography documents the ephemeral message</a:t>
            </a:r>
          </a:p>
        </p:txBody>
      </p:sp>
    </p:spTree>
    <p:extLst>
      <p:ext uri="{BB962C8B-B14F-4D97-AF65-F5344CB8AC3E}">
        <p14:creationId xmlns:p14="http://schemas.microsoft.com/office/powerpoint/2010/main" val="1189687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9b8a18a-7af3-4931-9d08-29df45da2bd9}" enabled="0" method="" siteId="{49b8a18a-7af3-4931-9d08-29df45da2bd9}" removed="1"/>
</clbl:labelList>
</file>

<file path=docProps/app.xml><?xml version="1.0" encoding="utf-8"?>
<Properties xmlns="http://schemas.openxmlformats.org/officeDocument/2006/extended-properties" xmlns:vt="http://schemas.openxmlformats.org/officeDocument/2006/docPropsVTypes">
  <TotalTime>223</TotalTime>
  <Words>1136</Words>
  <Application>Microsoft Office PowerPoint</Application>
  <PresentationFormat>Widescreen</PresentationFormat>
  <Paragraphs>138</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Aptos Display</vt:lpstr>
      <vt:lpstr>Arial</vt:lpstr>
      <vt:lpstr>Courier New</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The Southport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Jacqueline Ockwell</dc:creator>
  <cp:lastModifiedBy>Jacqueline Ockwell</cp:lastModifiedBy>
  <cp:revision>1</cp:revision>
  <dcterms:created xsi:type="dcterms:W3CDTF">2025-04-24T06:53:26Z</dcterms:created>
  <dcterms:modified xsi:type="dcterms:W3CDTF">2025-04-30T08:41:58Z</dcterms:modified>
</cp:coreProperties>
</file>