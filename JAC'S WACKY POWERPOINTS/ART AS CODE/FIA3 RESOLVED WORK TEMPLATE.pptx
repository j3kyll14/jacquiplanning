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63" r:id="rId6"/>
    <p:sldId id="260" r:id="rId7"/>
    <p:sldId id="273" r:id="rId8"/>
    <p:sldId id="275" r:id="rId9"/>
    <p:sldId id="274" r:id="rId10"/>
    <p:sldId id="264" r:id="rId11"/>
    <p:sldId id="276" r:id="rId12"/>
    <p:sldId id="277"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99CCFF"/>
    <a:srgbClr val="D9CDB1"/>
    <a:srgbClr val="CC0066"/>
    <a:srgbClr val="FF33CC"/>
    <a:srgbClr val="BAA6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9B3646-1013-4B4B-B1B8-6925A765C527}" v="212" dt="2025-08-11T11:22:39.402"/>
    <p1510:client id="{FFD1190E-46D5-49E4-A2A8-045361DE08C2}" v="1715" dt="2025-08-12T02:44:21.7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FFD1190E-46D5-49E4-A2A8-045361DE08C2}"/>
    <pc:docChg chg="undo custSel addSld delSld modSld sldOrd">
      <pc:chgData name="Jacqueline Ockwell" userId="79a11ae1-9a6a-4dce-9c68-e7607b2827ec" providerId="ADAL" clId="{FFD1190E-46D5-49E4-A2A8-045361DE08C2}" dt="2025-08-12T02:44:21.721" v="2123" actId="113"/>
      <pc:docMkLst>
        <pc:docMk/>
      </pc:docMkLst>
      <pc:sldChg chg="modSp mod">
        <pc:chgData name="Jacqueline Ockwell" userId="79a11ae1-9a6a-4dce-9c68-e7607b2827ec" providerId="ADAL" clId="{FFD1190E-46D5-49E4-A2A8-045361DE08C2}" dt="2025-08-12T01:55:18.734" v="1341" actId="255"/>
        <pc:sldMkLst>
          <pc:docMk/>
          <pc:sldMk cId="729495671" sldId="256"/>
        </pc:sldMkLst>
        <pc:spChg chg="mod">
          <ac:chgData name="Jacqueline Ockwell" userId="79a11ae1-9a6a-4dce-9c68-e7607b2827ec" providerId="ADAL" clId="{FFD1190E-46D5-49E4-A2A8-045361DE08C2}" dt="2025-08-12T01:55:18.734" v="1341" actId="255"/>
          <ac:spMkLst>
            <pc:docMk/>
            <pc:sldMk cId="729495671" sldId="256"/>
            <ac:spMk id="6" creationId="{D78C875C-57EB-C278-BE9F-0DC7E99FA603}"/>
          </ac:spMkLst>
        </pc:spChg>
      </pc:sldChg>
      <pc:sldChg chg="addSp delSp modSp mod">
        <pc:chgData name="Jacqueline Ockwell" userId="79a11ae1-9a6a-4dce-9c68-e7607b2827ec" providerId="ADAL" clId="{FFD1190E-46D5-49E4-A2A8-045361DE08C2}" dt="2025-08-12T02:34:33.005" v="1884" actId="1076"/>
        <pc:sldMkLst>
          <pc:docMk/>
          <pc:sldMk cId="1010435638" sldId="257"/>
        </pc:sldMkLst>
        <pc:spChg chg="del mod">
          <ac:chgData name="Jacqueline Ockwell" userId="79a11ae1-9a6a-4dce-9c68-e7607b2827ec" providerId="ADAL" clId="{FFD1190E-46D5-49E4-A2A8-045361DE08C2}" dt="2025-08-12T02:20:40.504" v="1677" actId="478"/>
          <ac:spMkLst>
            <pc:docMk/>
            <pc:sldMk cId="1010435638" sldId="257"/>
            <ac:spMk id="2" creationId="{E30810E0-11A9-4D78-40EC-BED8519A8003}"/>
          </ac:spMkLst>
        </pc:spChg>
        <pc:spChg chg="del mod">
          <ac:chgData name="Jacqueline Ockwell" userId="79a11ae1-9a6a-4dce-9c68-e7607b2827ec" providerId="ADAL" clId="{FFD1190E-46D5-49E4-A2A8-045361DE08C2}" dt="2025-08-12T02:20:42.357" v="1679" actId="478"/>
          <ac:spMkLst>
            <pc:docMk/>
            <pc:sldMk cId="1010435638" sldId="257"/>
            <ac:spMk id="3" creationId="{8C4A7287-C0A4-A996-1B73-DA69EEFCDB3A}"/>
          </ac:spMkLst>
        </pc:spChg>
        <pc:spChg chg="add">
          <ac:chgData name="Jacqueline Ockwell" userId="79a11ae1-9a6a-4dce-9c68-e7607b2827ec" providerId="ADAL" clId="{FFD1190E-46D5-49E4-A2A8-045361DE08C2}" dt="2025-08-12T01:56:21.857" v="1410"/>
          <ac:spMkLst>
            <pc:docMk/>
            <pc:sldMk cId="1010435638" sldId="257"/>
            <ac:spMk id="4" creationId="{CD8892F5-51B7-781A-D6F3-22CD2AD9E281}"/>
          </ac:spMkLst>
        </pc:spChg>
        <pc:spChg chg="add del mod">
          <ac:chgData name="Jacqueline Ockwell" userId="79a11ae1-9a6a-4dce-9c68-e7607b2827ec" providerId="ADAL" clId="{FFD1190E-46D5-49E4-A2A8-045361DE08C2}" dt="2025-08-12T02:20:41.368" v="1678" actId="478"/>
          <ac:spMkLst>
            <pc:docMk/>
            <pc:sldMk cId="1010435638" sldId="257"/>
            <ac:spMk id="5" creationId="{D0B163C8-9903-31F1-C0D0-6A809011AA37}"/>
          </ac:spMkLst>
        </pc:spChg>
        <pc:spChg chg="add">
          <ac:chgData name="Jacqueline Ockwell" userId="79a11ae1-9a6a-4dce-9c68-e7607b2827ec" providerId="ADAL" clId="{FFD1190E-46D5-49E4-A2A8-045361DE08C2}" dt="2025-08-12T02:00:20.917" v="1489"/>
          <ac:spMkLst>
            <pc:docMk/>
            <pc:sldMk cId="1010435638" sldId="257"/>
            <ac:spMk id="6" creationId="{6FE33750-0A84-B25F-4EE6-F6DD516CC97E}"/>
          </ac:spMkLst>
        </pc:spChg>
        <pc:spChg chg="add">
          <ac:chgData name="Jacqueline Ockwell" userId="79a11ae1-9a6a-4dce-9c68-e7607b2827ec" providerId="ADAL" clId="{FFD1190E-46D5-49E4-A2A8-045361DE08C2}" dt="2025-08-12T02:01:23.906" v="1505"/>
          <ac:spMkLst>
            <pc:docMk/>
            <pc:sldMk cId="1010435638" sldId="257"/>
            <ac:spMk id="7" creationId="{865422F0-0A11-0284-C27B-6205EBCFC478}"/>
          </ac:spMkLst>
        </pc:spChg>
        <pc:spChg chg="mod">
          <ac:chgData name="Jacqueline Ockwell" userId="79a11ae1-9a6a-4dce-9c68-e7607b2827ec" providerId="ADAL" clId="{FFD1190E-46D5-49E4-A2A8-045361DE08C2}" dt="2025-08-12T02:21:09.242" v="1683" actId="255"/>
          <ac:spMkLst>
            <pc:docMk/>
            <pc:sldMk cId="1010435638" sldId="257"/>
            <ac:spMk id="8" creationId="{FFFA101F-8E35-CC58-C5C9-1C00949CFB5E}"/>
          </ac:spMkLst>
        </pc:spChg>
        <pc:spChg chg="add mod">
          <ac:chgData name="Jacqueline Ockwell" userId="79a11ae1-9a6a-4dce-9c68-e7607b2827ec" providerId="ADAL" clId="{FFD1190E-46D5-49E4-A2A8-045361DE08C2}" dt="2025-08-12T02:24:30.604" v="1707" actId="1076"/>
          <ac:spMkLst>
            <pc:docMk/>
            <pc:sldMk cId="1010435638" sldId="257"/>
            <ac:spMk id="9" creationId="{DAE80063-78D8-424F-4E07-D5E53A290025}"/>
          </ac:spMkLst>
        </pc:spChg>
        <pc:spChg chg="add">
          <ac:chgData name="Jacqueline Ockwell" userId="79a11ae1-9a6a-4dce-9c68-e7607b2827ec" providerId="ADAL" clId="{FFD1190E-46D5-49E4-A2A8-045361DE08C2}" dt="2025-08-12T02:23:40.586" v="1688"/>
          <ac:spMkLst>
            <pc:docMk/>
            <pc:sldMk cId="1010435638" sldId="257"/>
            <ac:spMk id="10" creationId="{692C57A4-B45E-66F6-80E4-9C25EBDCE8A8}"/>
          </ac:spMkLst>
        </pc:spChg>
        <pc:spChg chg="add mod">
          <ac:chgData name="Jacqueline Ockwell" userId="79a11ae1-9a6a-4dce-9c68-e7607b2827ec" providerId="ADAL" clId="{FFD1190E-46D5-49E4-A2A8-045361DE08C2}" dt="2025-08-12T02:25:23.647" v="1720" actId="1076"/>
          <ac:spMkLst>
            <pc:docMk/>
            <pc:sldMk cId="1010435638" sldId="257"/>
            <ac:spMk id="11" creationId="{7C20CD75-291C-6ECF-9002-EE3D354B754C}"/>
          </ac:spMkLst>
        </pc:spChg>
        <pc:spChg chg="add mod">
          <ac:chgData name="Jacqueline Ockwell" userId="79a11ae1-9a6a-4dce-9c68-e7607b2827ec" providerId="ADAL" clId="{FFD1190E-46D5-49E4-A2A8-045361DE08C2}" dt="2025-08-12T02:34:33.005" v="1884" actId="1076"/>
          <ac:spMkLst>
            <pc:docMk/>
            <pc:sldMk cId="1010435638" sldId="257"/>
            <ac:spMk id="12" creationId="{9D2CE524-69DF-1E16-8FC0-BCD8C58B8A33}"/>
          </ac:spMkLst>
        </pc:spChg>
      </pc:sldChg>
      <pc:sldChg chg="modSp mod">
        <pc:chgData name="Jacqueline Ockwell" userId="79a11ae1-9a6a-4dce-9c68-e7607b2827ec" providerId="ADAL" clId="{FFD1190E-46D5-49E4-A2A8-045361DE08C2}" dt="2025-08-12T02:05:42.266" v="1588" actId="1076"/>
        <pc:sldMkLst>
          <pc:docMk/>
          <pc:sldMk cId="1685783836" sldId="258"/>
        </pc:sldMkLst>
        <pc:spChg chg="mod">
          <ac:chgData name="Jacqueline Ockwell" userId="79a11ae1-9a6a-4dce-9c68-e7607b2827ec" providerId="ADAL" clId="{FFD1190E-46D5-49E4-A2A8-045361DE08C2}" dt="2025-08-12T01:22:44.375" v="556" actId="1076"/>
          <ac:spMkLst>
            <pc:docMk/>
            <pc:sldMk cId="1685783836" sldId="258"/>
            <ac:spMk id="3" creationId="{0BA3779C-B081-7884-CAF4-1930360646ED}"/>
          </ac:spMkLst>
        </pc:spChg>
        <pc:spChg chg="mod">
          <ac:chgData name="Jacqueline Ockwell" userId="79a11ae1-9a6a-4dce-9c68-e7607b2827ec" providerId="ADAL" clId="{FFD1190E-46D5-49E4-A2A8-045361DE08C2}" dt="2025-08-12T02:05:39.768" v="1587" actId="1076"/>
          <ac:spMkLst>
            <pc:docMk/>
            <pc:sldMk cId="1685783836" sldId="258"/>
            <ac:spMk id="4" creationId="{16B1DB00-9D1B-615E-AAA3-6A9338F04441}"/>
          </ac:spMkLst>
        </pc:spChg>
        <pc:spChg chg="mod">
          <ac:chgData name="Jacqueline Ockwell" userId="79a11ae1-9a6a-4dce-9c68-e7607b2827ec" providerId="ADAL" clId="{FFD1190E-46D5-49E4-A2A8-045361DE08C2}" dt="2025-08-12T01:22:47.387" v="557" actId="1076"/>
          <ac:spMkLst>
            <pc:docMk/>
            <pc:sldMk cId="1685783836" sldId="258"/>
            <ac:spMk id="5" creationId="{F60FF79F-FF8E-A135-A43F-A146FFDA723A}"/>
          </ac:spMkLst>
        </pc:spChg>
        <pc:spChg chg="mod">
          <ac:chgData name="Jacqueline Ockwell" userId="79a11ae1-9a6a-4dce-9c68-e7607b2827ec" providerId="ADAL" clId="{FFD1190E-46D5-49E4-A2A8-045361DE08C2}" dt="2025-08-12T02:05:42.266" v="1588" actId="1076"/>
          <ac:spMkLst>
            <pc:docMk/>
            <pc:sldMk cId="1685783836" sldId="258"/>
            <ac:spMk id="6" creationId="{24A6E72C-1680-2623-5106-E7561302EC02}"/>
          </ac:spMkLst>
        </pc:spChg>
      </pc:sldChg>
      <pc:sldChg chg="del">
        <pc:chgData name="Jacqueline Ockwell" userId="79a11ae1-9a6a-4dce-9c68-e7607b2827ec" providerId="ADAL" clId="{FFD1190E-46D5-49E4-A2A8-045361DE08C2}" dt="2025-08-12T01:20:16.606" v="538" actId="47"/>
        <pc:sldMkLst>
          <pc:docMk/>
          <pc:sldMk cId="240767710" sldId="259"/>
        </pc:sldMkLst>
      </pc:sldChg>
      <pc:sldChg chg="addSp delSp modSp add mod">
        <pc:chgData name="Jacqueline Ockwell" userId="79a11ae1-9a6a-4dce-9c68-e7607b2827ec" providerId="ADAL" clId="{FFD1190E-46D5-49E4-A2A8-045361DE08C2}" dt="2025-08-12T02:38:33.024" v="1959" actId="1076"/>
        <pc:sldMkLst>
          <pc:docMk/>
          <pc:sldMk cId="1306410154" sldId="260"/>
        </pc:sldMkLst>
        <pc:spChg chg="mod">
          <ac:chgData name="Jacqueline Ockwell" userId="79a11ae1-9a6a-4dce-9c68-e7607b2827ec" providerId="ADAL" clId="{FFD1190E-46D5-49E4-A2A8-045361DE08C2}" dt="2025-08-12T02:35:54.072" v="1893" actId="6549"/>
          <ac:spMkLst>
            <pc:docMk/>
            <pc:sldMk cId="1306410154" sldId="260"/>
            <ac:spMk id="3" creationId="{8B31FE78-3CC8-792A-D255-EB30C45B82FE}"/>
          </ac:spMkLst>
        </pc:spChg>
        <pc:spChg chg="mod">
          <ac:chgData name="Jacqueline Ockwell" userId="79a11ae1-9a6a-4dce-9c68-e7607b2827ec" providerId="ADAL" clId="{FFD1190E-46D5-49E4-A2A8-045361DE08C2}" dt="2025-08-12T02:36:16.819" v="1897" actId="207"/>
          <ac:spMkLst>
            <pc:docMk/>
            <pc:sldMk cId="1306410154" sldId="260"/>
            <ac:spMk id="7" creationId="{24EAB72F-9F3D-F3FF-7C11-CB7C4011B486}"/>
          </ac:spMkLst>
        </pc:spChg>
        <pc:spChg chg="mod">
          <ac:chgData name="Jacqueline Ockwell" userId="79a11ae1-9a6a-4dce-9c68-e7607b2827ec" providerId="ADAL" clId="{FFD1190E-46D5-49E4-A2A8-045361DE08C2}" dt="2025-08-12T02:36:34.420" v="1901" actId="207"/>
          <ac:spMkLst>
            <pc:docMk/>
            <pc:sldMk cId="1306410154" sldId="260"/>
            <ac:spMk id="8" creationId="{E5243EBA-13AC-5789-EC80-7785AB9830FE}"/>
          </ac:spMkLst>
        </pc:spChg>
        <pc:spChg chg="mod">
          <ac:chgData name="Jacqueline Ockwell" userId="79a11ae1-9a6a-4dce-9c68-e7607b2827ec" providerId="ADAL" clId="{FFD1190E-46D5-49E4-A2A8-045361DE08C2}" dt="2025-08-12T01:14:44.355" v="270" actId="14100"/>
          <ac:spMkLst>
            <pc:docMk/>
            <pc:sldMk cId="1306410154" sldId="260"/>
            <ac:spMk id="9" creationId="{58C0D7C5-54D8-0177-4C39-8D3A48B90446}"/>
          </ac:spMkLst>
        </pc:spChg>
        <pc:spChg chg="mod">
          <ac:chgData name="Jacqueline Ockwell" userId="79a11ae1-9a6a-4dce-9c68-e7607b2827ec" providerId="ADAL" clId="{FFD1190E-46D5-49E4-A2A8-045361DE08C2}" dt="2025-08-12T02:37:09.225" v="1907" actId="207"/>
          <ac:spMkLst>
            <pc:docMk/>
            <pc:sldMk cId="1306410154" sldId="260"/>
            <ac:spMk id="10" creationId="{8AE8BC75-DCD1-E49C-2880-503F6072BBF9}"/>
          </ac:spMkLst>
        </pc:spChg>
        <pc:spChg chg="mod">
          <ac:chgData name="Jacqueline Ockwell" userId="79a11ae1-9a6a-4dce-9c68-e7607b2827ec" providerId="ADAL" clId="{FFD1190E-46D5-49E4-A2A8-045361DE08C2}" dt="2025-08-12T02:35:42.743" v="1889" actId="20577"/>
          <ac:spMkLst>
            <pc:docMk/>
            <pc:sldMk cId="1306410154" sldId="260"/>
            <ac:spMk id="11" creationId="{A5E0EE7E-F4E0-8393-310F-E036D256F8B8}"/>
          </ac:spMkLst>
        </pc:spChg>
        <pc:spChg chg="del">
          <ac:chgData name="Jacqueline Ockwell" userId="79a11ae1-9a6a-4dce-9c68-e7607b2827ec" providerId="ADAL" clId="{FFD1190E-46D5-49E4-A2A8-045361DE08C2}" dt="2025-08-12T01:16:31.755" v="452" actId="478"/>
          <ac:spMkLst>
            <pc:docMk/>
            <pc:sldMk cId="1306410154" sldId="260"/>
            <ac:spMk id="12" creationId="{CFD0ADEB-E4BB-D76D-2B47-1A8A7C9210AA}"/>
          </ac:spMkLst>
        </pc:spChg>
        <pc:spChg chg="add mod">
          <ac:chgData name="Jacqueline Ockwell" userId="79a11ae1-9a6a-4dce-9c68-e7607b2827ec" providerId="ADAL" clId="{FFD1190E-46D5-49E4-A2A8-045361DE08C2}" dt="2025-08-12T02:38:33.024" v="1959" actId="1076"/>
          <ac:spMkLst>
            <pc:docMk/>
            <pc:sldMk cId="1306410154" sldId="260"/>
            <ac:spMk id="13" creationId="{4C2B6B02-C5E3-AFC3-7612-100E97A8E080}"/>
          </ac:spMkLst>
        </pc:spChg>
        <pc:spChg chg="add">
          <ac:chgData name="Jacqueline Ockwell" userId="79a11ae1-9a6a-4dce-9c68-e7607b2827ec" providerId="ADAL" clId="{FFD1190E-46D5-49E4-A2A8-045361DE08C2}" dt="2025-08-12T01:07:42.166" v="141"/>
          <ac:spMkLst>
            <pc:docMk/>
            <pc:sldMk cId="1306410154" sldId="260"/>
            <ac:spMk id="14" creationId="{A49F701A-98E9-2B8E-F36A-7537C80DB2C9}"/>
          </ac:spMkLst>
        </pc:spChg>
        <pc:spChg chg="add">
          <ac:chgData name="Jacqueline Ockwell" userId="79a11ae1-9a6a-4dce-9c68-e7607b2827ec" providerId="ADAL" clId="{FFD1190E-46D5-49E4-A2A8-045361DE08C2}" dt="2025-08-12T01:07:42.166" v="141"/>
          <ac:spMkLst>
            <pc:docMk/>
            <pc:sldMk cId="1306410154" sldId="260"/>
            <ac:spMk id="15" creationId="{C73A934B-4D78-9935-B619-C57764AB54AF}"/>
          </ac:spMkLst>
        </pc:spChg>
        <pc:spChg chg="add">
          <ac:chgData name="Jacqueline Ockwell" userId="79a11ae1-9a6a-4dce-9c68-e7607b2827ec" providerId="ADAL" clId="{FFD1190E-46D5-49E4-A2A8-045361DE08C2}" dt="2025-08-12T01:07:42.166" v="141"/>
          <ac:spMkLst>
            <pc:docMk/>
            <pc:sldMk cId="1306410154" sldId="260"/>
            <ac:spMk id="16" creationId="{F3B9D043-B0F7-C498-2DC7-591EEAF73CCC}"/>
          </ac:spMkLst>
        </pc:spChg>
        <pc:spChg chg="add mod">
          <ac:chgData name="Jacqueline Ockwell" userId="79a11ae1-9a6a-4dce-9c68-e7607b2827ec" providerId="ADAL" clId="{FFD1190E-46D5-49E4-A2A8-045361DE08C2}" dt="2025-08-12T02:36:53.581" v="1906" actId="6549"/>
          <ac:spMkLst>
            <pc:docMk/>
            <pc:sldMk cId="1306410154" sldId="260"/>
            <ac:spMk id="21" creationId="{3C915AE5-6C81-C8A9-744A-82D12B4DD3DE}"/>
          </ac:spMkLst>
        </pc:spChg>
        <pc:cxnChg chg="add mod">
          <ac:chgData name="Jacqueline Ockwell" userId="79a11ae1-9a6a-4dce-9c68-e7607b2827ec" providerId="ADAL" clId="{FFD1190E-46D5-49E4-A2A8-045361DE08C2}" dt="2025-08-12T01:19:32.541" v="523" actId="1076"/>
          <ac:cxnSpMkLst>
            <pc:docMk/>
            <pc:sldMk cId="1306410154" sldId="260"/>
            <ac:cxnSpMk id="4" creationId="{15444E47-DE70-43A3-8DDD-0C97C029FC2F}"/>
          </ac:cxnSpMkLst>
        </pc:cxnChg>
        <pc:cxnChg chg="add mod">
          <ac:chgData name="Jacqueline Ockwell" userId="79a11ae1-9a6a-4dce-9c68-e7607b2827ec" providerId="ADAL" clId="{FFD1190E-46D5-49E4-A2A8-045361DE08C2}" dt="2025-08-12T01:19:37.524" v="525" actId="1076"/>
          <ac:cxnSpMkLst>
            <pc:docMk/>
            <pc:sldMk cId="1306410154" sldId="260"/>
            <ac:cxnSpMk id="5" creationId="{1E1D7E3F-ABF2-BC99-549E-AF67B2A70357}"/>
          </ac:cxnSpMkLst>
        </pc:cxnChg>
        <pc:cxnChg chg="del">
          <ac:chgData name="Jacqueline Ockwell" userId="79a11ae1-9a6a-4dce-9c68-e7607b2827ec" providerId="ADAL" clId="{FFD1190E-46D5-49E4-A2A8-045361DE08C2}" dt="2025-08-11T03:03:57.094" v="3" actId="478"/>
          <ac:cxnSpMkLst>
            <pc:docMk/>
            <pc:sldMk cId="1306410154" sldId="260"/>
            <ac:cxnSpMk id="7" creationId="{D07BF74E-FB1A-8004-44A4-A0054201FA83}"/>
          </ac:cxnSpMkLst>
        </pc:cxnChg>
        <pc:cxnChg chg="add mod">
          <ac:chgData name="Jacqueline Ockwell" userId="79a11ae1-9a6a-4dce-9c68-e7607b2827ec" providerId="ADAL" clId="{FFD1190E-46D5-49E4-A2A8-045361DE08C2}" dt="2025-08-12T01:19:48.775" v="530" actId="1076"/>
          <ac:cxnSpMkLst>
            <pc:docMk/>
            <pc:sldMk cId="1306410154" sldId="260"/>
            <ac:cxnSpMk id="17" creationId="{787C2D1A-B05A-D1C7-0632-49107B3A37C2}"/>
          </ac:cxnSpMkLst>
        </pc:cxnChg>
        <pc:cxnChg chg="add mod">
          <ac:chgData name="Jacqueline Ockwell" userId="79a11ae1-9a6a-4dce-9c68-e7607b2827ec" providerId="ADAL" clId="{FFD1190E-46D5-49E4-A2A8-045361DE08C2}" dt="2025-08-12T01:19:42.036" v="527" actId="14100"/>
          <ac:cxnSpMkLst>
            <pc:docMk/>
            <pc:sldMk cId="1306410154" sldId="260"/>
            <ac:cxnSpMk id="18" creationId="{957B2FAC-8CA7-29E1-F5D7-53889CA53623}"/>
          </ac:cxnSpMkLst>
        </pc:cxnChg>
        <pc:cxnChg chg="add mod">
          <ac:chgData name="Jacqueline Ockwell" userId="79a11ae1-9a6a-4dce-9c68-e7607b2827ec" providerId="ADAL" clId="{FFD1190E-46D5-49E4-A2A8-045361DE08C2}" dt="2025-08-12T01:19:53.330" v="532" actId="1076"/>
          <ac:cxnSpMkLst>
            <pc:docMk/>
            <pc:sldMk cId="1306410154" sldId="260"/>
            <ac:cxnSpMk id="19" creationId="{04101342-9536-19BF-8E34-C425FF496CA2}"/>
          </ac:cxnSpMkLst>
        </pc:cxnChg>
        <pc:cxnChg chg="add mod">
          <ac:chgData name="Jacqueline Ockwell" userId="79a11ae1-9a6a-4dce-9c68-e7607b2827ec" providerId="ADAL" clId="{FFD1190E-46D5-49E4-A2A8-045361DE08C2}" dt="2025-08-12T01:19:51.257" v="531" actId="1076"/>
          <ac:cxnSpMkLst>
            <pc:docMk/>
            <pc:sldMk cId="1306410154" sldId="260"/>
            <ac:cxnSpMk id="20" creationId="{FDCD935B-2333-7B91-3D32-472896E55375}"/>
          </ac:cxnSpMkLst>
        </pc:cxnChg>
        <pc:cxnChg chg="add mod">
          <ac:chgData name="Jacqueline Ockwell" userId="79a11ae1-9a6a-4dce-9c68-e7607b2827ec" providerId="ADAL" clId="{FFD1190E-46D5-49E4-A2A8-045361DE08C2}" dt="2025-08-12T01:20:04.016" v="535" actId="14100"/>
          <ac:cxnSpMkLst>
            <pc:docMk/>
            <pc:sldMk cId="1306410154" sldId="260"/>
            <ac:cxnSpMk id="22" creationId="{EF4E9403-4315-4CAF-A1E8-33A510638207}"/>
          </ac:cxnSpMkLst>
        </pc:cxnChg>
        <pc:cxnChg chg="add mod">
          <ac:chgData name="Jacqueline Ockwell" userId="79a11ae1-9a6a-4dce-9c68-e7607b2827ec" providerId="ADAL" clId="{FFD1190E-46D5-49E4-A2A8-045361DE08C2}" dt="2025-08-12T01:20:09.548" v="537" actId="1076"/>
          <ac:cxnSpMkLst>
            <pc:docMk/>
            <pc:sldMk cId="1306410154" sldId="260"/>
            <ac:cxnSpMk id="23" creationId="{DF1780B9-D489-2006-E6B5-713477AC9057}"/>
          </ac:cxnSpMkLst>
        </pc:cxnChg>
      </pc:sldChg>
      <pc:sldChg chg="addSp delSp modSp add del mod">
        <pc:chgData name="Jacqueline Ockwell" userId="79a11ae1-9a6a-4dce-9c68-e7607b2827ec" providerId="ADAL" clId="{FFD1190E-46D5-49E4-A2A8-045361DE08C2}" dt="2025-08-12T02:39:55.597" v="1972" actId="47"/>
        <pc:sldMkLst>
          <pc:docMk/>
          <pc:sldMk cId="251447618" sldId="261"/>
        </pc:sldMkLst>
        <pc:picChg chg="add del mod">
          <ac:chgData name="Jacqueline Ockwell" userId="79a11ae1-9a6a-4dce-9c68-e7607b2827ec" providerId="ADAL" clId="{FFD1190E-46D5-49E4-A2A8-045361DE08C2}" dt="2025-08-12T01:25:48.754" v="626" actId="478"/>
          <ac:picMkLst>
            <pc:docMk/>
            <pc:sldMk cId="251447618" sldId="261"/>
            <ac:picMk id="12" creationId="{E6626EE5-430F-E76D-539C-150CC78EDF68}"/>
          </ac:picMkLst>
        </pc:picChg>
      </pc:sldChg>
      <pc:sldChg chg="new del">
        <pc:chgData name="Jacqueline Ockwell" userId="79a11ae1-9a6a-4dce-9c68-e7607b2827ec" providerId="ADAL" clId="{FFD1190E-46D5-49E4-A2A8-045361DE08C2}" dt="2025-08-12T01:20:27.131" v="540" actId="680"/>
        <pc:sldMkLst>
          <pc:docMk/>
          <pc:sldMk cId="1515749275" sldId="261"/>
        </pc:sldMkLst>
      </pc:sldChg>
      <pc:sldChg chg="addSp delSp modSp add del mod ord">
        <pc:chgData name="Jacqueline Ockwell" userId="79a11ae1-9a6a-4dce-9c68-e7607b2827ec" providerId="ADAL" clId="{FFD1190E-46D5-49E4-A2A8-045361DE08C2}" dt="2025-08-12T02:38:58.697" v="1965" actId="47"/>
        <pc:sldMkLst>
          <pc:docMk/>
          <pc:sldMk cId="972402990" sldId="262"/>
        </pc:sldMkLst>
        <pc:picChg chg="del">
          <ac:chgData name="Jacqueline Ockwell" userId="79a11ae1-9a6a-4dce-9c68-e7607b2827ec" providerId="ADAL" clId="{FFD1190E-46D5-49E4-A2A8-045361DE08C2}" dt="2025-08-12T01:21:43.860" v="546" actId="478"/>
          <ac:picMkLst>
            <pc:docMk/>
            <pc:sldMk cId="972402990" sldId="262"/>
            <ac:picMk id="6" creationId="{01D142C9-0EEE-E42E-8F6D-8417FF8431BB}"/>
          </ac:picMkLst>
        </pc:picChg>
        <pc:picChg chg="add del mod">
          <ac:chgData name="Jacqueline Ockwell" userId="79a11ae1-9a6a-4dce-9c68-e7607b2827ec" providerId="ADAL" clId="{FFD1190E-46D5-49E4-A2A8-045361DE08C2}" dt="2025-08-12T02:38:49.272" v="1962" actId="21"/>
          <ac:picMkLst>
            <pc:docMk/>
            <pc:sldMk cId="972402990" sldId="262"/>
            <ac:picMk id="14" creationId="{EC354F39-8B76-52DC-6A1C-946161E593F8}"/>
          </ac:picMkLst>
        </pc:picChg>
      </pc:sldChg>
      <pc:sldChg chg="addSp modSp new mod">
        <pc:chgData name="Jacqueline Ockwell" userId="79a11ae1-9a6a-4dce-9c68-e7607b2827ec" providerId="ADAL" clId="{FFD1190E-46D5-49E4-A2A8-045361DE08C2}" dt="2025-08-12T02:07:01.932" v="1607" actId="1076"/>
        <pc:sldMkLst>
          <pc:docMk/>
          <pc:sldMk cId="1617952742" sldId="263"/>
        </pc:sldMkLst>
        <pc:spChg chg="add mod">
          <ac:chgData name="Jacqueline Ockwell" userId="79a11ae1-9a6a-4dce-9c68-e7607b2827ec" providerId="ADAL" clId="{FFD1190E-46D5-49E4-A2A8-045361DE08C2}" dt="2025-08-12T01:24:28.757" v="619" actId="1076"/>
          <ac:spMkLst>
            <pc:docMk/>
            <pc:sldMk cId="1617952742" sldId="263"/>
            <ac:spMk id="3" creationId="{4895B0CB-EAF1-ABAD-CF3A-938D84B541A3}"/>
          </ac:spMkLst>
        </pc:spChg>
        <pc:spChg chg="add mod">
          <ac:chgData name="Jacqueline Ockwell" userId="79a11ae1-9a6a-4dce-9c68-e7607b2827ec" providerId="ADAL" clId="{FFD1190E-46D5-49E4-A2A8-045361DE08C2}" dt="2025-08-12T02:07:01.932" v="1607" actId="1076"/>
          <ac:spMkLst>
            <pc:docMk/>
            <pc:sldMk cId="1617952742" sldId="263"/>
            <ac:spMk id="4" creationId="{16F783F9-E624-5EFB-E058-667E88CCF332}"/>
          </ac:spMkLst>
        </pc:spChg>
        <pc:picChg chg="add mod">
          <ac:chgData name="Jacqueline Ockwell" userId="79a11ae1-9a6a-4dce-9c68-e7607b2827ec" providerId="ADAL" clId="{FFD1190E-46D5-49E4-A2A8-045361DE08C2}" dt="2025-08-12T01:23:02.924" v="561"/>
          <ac:picMkLst>
            <pc:docMk/>
            <pc:sldMk cId="1617952742" sldId="263"/>
            <ac:picMk id="2" creationId="{8AA60187-A835-E65D-41F0-9F7428CD2F04}"/>
          </ac:picMkLst>
        </pc:picChg>
      </pc:sldChg>
      <pc:sldChg chg="addSp modSp new mod">
        <pc:chgData name="Jacqueline Ockwell" userId="79a11ae1-9a6a-4dce-9c68-e7607b2827ec" providerId="ADAL" clId="{FFD1190E-46D5-49E4-A2A8-045361DE08C2}" dt="2025-08-12T02:43:18.682" v="2016" actId="1076"/>
        <pc:sldMkLst>
          <pc:docMk/>
          <pc:sldMk cId="4217702916" sldId="264"/>
        </pc:sldMkLst>
        <pc:spChg chg="add mod">
          <ac:chgData name="Jacqueline Ockwell" userId="79a11ae1-9a6a-4dce-9c68-e7607b2827ec" providerId="ADAL" clId="{FFD1190E-46D5-49E4-A2A8-045361DE08C2}" dt="2025-08-12T01:43:02.830" v="1080" actId="207"/>
          <ac:spMkLst>
            <pc:docMk/>
            <pc:sldMk cId="4217702916" sldId="264"/>
            <ac:spMk id="4" creationId="{0EB805D1-F4A0-4596-EEE2-037A50C1A09E}"/>
          </ac:spMkLst>
        </pc:spChg>
        <pc:spChg chg="add mod">
          <ac:chgData name="Jacqueline Ockwell" userId="79a11ae1-9a6a-4dce-9c68-e7607b2827ec" providerId="ADAL" clId="{FFD1190E-46D5-49E4-A2A8-045361DE08C2}" dt="2025-08-12T02:42:50.626" v="2004" actId="1076"/>
          <ac:spMkLst>
            <pc:docMk/>
            <pc:sldMk cId="4217702916" sldId="264"/>
            <ac:spMk id="5" creationId="{49CACE74-1579-A30B-9C9F-869F9F91F30E}"/>
          </ac:spMkLst>
        </pc:spChg>
        <pc:spChg chg="add mod">
          <ac:chgData name="Jacqueline Ockwell" userId="79a11ae1-9a6a-4dce-9c68-e7607b2827ec" providerId="ADAL" clId="{FFD1190E-46D5-49E4-A2A8-045361DE08C2}" dt="2025-08-12T02:43:18.682" v="2016" actId="1076"/>
          <ac:spMkLst>
            <pc:docMk/>
            <pc:sldMk cId="4217702916" sldId="264"/>
            <ac:spMk id="6" creationId="{4E110918-B919-F24C-6AF2-AAE332AE3018}"/>
          </ac:spMkLst>
        </pc:spChg>
        <pc:spChg chg="add mod">
          <ac:chgData name="Jacqueline Ockwell" userId="79a11ae1-9a6a-4dce-9c68-e7607b2827ec" providerId="ADAL" clId="{FFD1190E-46D5-49E4-A2A8-045361DE08C2}" dt="2025-08-12T02:43:15.731" v="2015" actId="1076"/>
          <ac:spMkLst>
            <pc:docMk/>
            <pc:sldMk cId="4217702916" sldId="264"/>
            <ac:spMk id="7" creationId="{C459DA6C-681E-A9A9-2DB6-C9A849D04900}"/>
          </ac:spMkLst>
        </pc:spChg>
        <pc:spChg chg="add mod">
          <ac:chgData name="Jacqueline Ockwell" userId="79a11ae1-9a6a-4dce-9c68-e7607b2827ec" providerId="ADAL" clId="{FFD1190E-46D5-49E4-A2A8-045361DE08C2}" dt="2025-08-12T02:43:13.859" v="2014" actId="1076"/>
          <ac:spMkLst>
            <pc:docMk/>
            <pc:sldMk cId="4217702916" sldId="264"/>
            <ac:spMk id="9" creationId="{4CDE1E2B-1807-A6D9-CA3B-2BCDD6A82D3F}"/>
          </ac:spMkLst>
        </pc:spChg>
        <pc:picChg chg="add mod">
          <ac:chgData name="Jacqueline Ockwell" userId="79a11ae1-9a6a-4dce-9c68-e7607b2827ec" providerId="ADAL" clId="{FFD1190E-46D5-49E4-A2A8-045361DE08C2}" dt="2025-08-12T01:28:13.958" v="630" actId="1076"/>
          <ac:picMkLst>
            <pc:docMk/>
            <pc:sldMk cId="4217702916" sldId="264"/>
            <ac:picMk id="2" creationId="{064F4E2A-2E7E-193B-7A32-93B6F8F25EF6}"/>
          </ac:picMkLst>
        </pc:picChg>
        <pc:picChg chg="add mod">
          <ac:chgData name="Jacqueline Ockwell" userId="79a11ae1-9a6a-4dce-9c68-e7607b2827ec" providerId="ADAL" clId="{FFD1190E-46D5-49E4-A2A8-045361DE08C2}" dt="2025-08-12T01:28:25.205" v="633" actId="1076"/>
          <ac:picMkLst>
            <pc:docMk/>
            <pc:sldMk cId="4217702916" sldId="264"/>
            <ac:picMk id="3" creationId="{88D04515-3264-895A-2EFE-57A9115DE8C9}"/>
          </ac:picMkLst>
        </pc:picChg>
      </pc:sldChg>
      <pc:sldChg chg="modSp add del mod">
        <pc:chgData name="Jacqueline Ockwell" userId="79a11ae1-9a6a-4dce-9c68-e7607b2827ec" providerId="ADAL" clId="{FFD1190E-46D5-49E4-A2A8-045361DE08C2}" dt="2025-08-12T02:12:19.009" v="1641" actId="47"/>
        <pc:sldMkLst>
          <pc:docMk/>
          <pc:sldMk cId="3504032553" sldId="265"/>
        </pc:sldMkLst>
        <pc:spChg chg="mod">
          <ac:chgData name="Jacqueline Ockwell" userId="79a11ae1-9a6a-4dce-9c68-e7607b2827ec" providerId="ADAL" clId="{FFD1190E-46D5-49E4-A2A8-045361DE08C2}" dt="2025-08-12T01:42:59.022" v="1079" actId="207"/>
          <ac:spMkLst>
            <pc:docMk/>
            <pc:sldMk cId="3504032553" sldId="265"/>
            <ac:spMk id="4" creationId="{A7A30EE4-98E2-06C1-C91D-F9C39E327F17}"/>
          </ac:spMkLst>
        </pc:spChg>
      </pc:sldChg>
      <pc:sldChg chg="modSp add del mod">
        <pc:chgData name="Jacqueline Ockwell" userId="79a11ae1-9a6a-4dce-9c68-e7607b2827ec" providerId="ADAL" clId="{FFD1190E-46D5-49E4-A2A8-045361DE08C2}" dt="2025-08-12T02:12:19.606" v="1642" actId="47"/>
        <pc:sldMkLst>
          <pc:docMk/>
          <pc:sldMk cId="976285356" sldId="266"/>
        </pc:sldMkLst>
        <pc:spChg chg="mod">
          <ac:chgData name="Jacqueline Ockwell" userId="79a11ae1-9a6a-4dce-9c68-e7607b2827ec" providerId="ADAL" clId="{FFD1190E-46D5-49E4-A2A8-045361DE08C2}" dt="2025-08-12T01:42:53.530" v="1078" actId="207"/>
          <ac:spMkLst>
            <pc:docMk/>
            <pc:sldMk cId="976285356" sldId="266"/>
            <ac:spMk id="4" creationId="{BF4EB143-6C16-9146-0993-B3194E5CBE3A}"/>
          </ac:spMkLst>
        </pc:spChg>
      </pc:sldChg>
      <pc:sldChg chg="addSp modSp new mod">
        <pc:chgData name="Jacqueline Ockwell" userId="79a11ae1-9a6a-4dce-9c68-e7607b2827ec" providerId="ADAL" clId="{FFD1190E-46D5-49E4-A2A8-045361DE08C2}" dt="2025-08-12T01:44:54.077" v="1128" actId="1076"/>
        <pc:sldMkLst>
          <pc:docMk/>
          <pc:sldMk cId="3984560544" sldId="267"/>
        </pc:sldMkLst>
        <pc:spChg chg="add mod">
          <ac:chgData name="Jacqueline Ockwell" userId="79a11ae1-9a6a-4dce-9c68-e7607b2827ec" providerId="ADAL" clId="{FFD1190E-46D5-49E4-A2A8-045361DE08C2}" dt="2025-08-12T01:43:27.193" v="1098" actId="14100"/>
          <ac:spMkLst>
            <pc:docMk/>
            <pc:sldMk cId="3984560544" sldId="267"/>
            <ac:spMk id="3" creationId="{CF255CFB-2BBB-E87E-E4BF-059F110791D4}"/>
          </ac:spMkLst>
        </pc:spChg>
        <pc:spChg chg="add mod">
          <ac:chgData name="Jacqueline Ockwell" userId="79a11ae1-9a6a-4dce-9c68-e7607b2827ec" providerId="ADAL" clId="{FFD1190E-46D5-49E4-A2A8-045361DE08C2}" dt="2025-08-12T01:44:54.077" v="1128" actId="1076"/>
          <ac:spMkLst>
            <pc:docMk/>
            <pc:sldMk cId="3984560544" sldId="267"/>
            <ac:spMk id="4" creationId="{3B5EE51B-41E4-3D68-BD6D-DF35863CBC91}"/>
          </ac:spMkLst>
        </pc:spChg>
        <pc:picChg chg="add mod">
          <ac:chgData name="Jacqueline Ockwell" userId="79a11ae1-9a6a-4dce-9c68-e7607b2827ec" providerId="ADAL" clId="{FFD1190E-46D5-49E4-A2A8-045361DE08C2}" dt="2025-08-12T01:42:43.714" v="1077" actId="14100"/>
          <ac:picMkLst>
            <pc:docMk/>
            <pc:sldMk cId="3984560544" sldId="267"/>
            <ac:picMk id="2" creationId="{4163D12C-9041-1D1A-44BC-18DA4A150802}"/>
          </ac:picMkLst>
        </pc:picChg>
      </pc:sldChg>
      <pc:sldChg chg="addSp modSp new mod">
        <pc:chgData name="Jacqueline Ockwell" userId="79a11ae1-9a6a-4dce-9c68-e7607b2827ec" providerId="ADAL" clId="{FFD1190E-46D5-49E4-A2A8-045361DE08C2}" dt="2025-08-12T02:44:21.721" v="2123" actId="113"/>
        <pc:sldMkLst>
          <pc:docMk/>
          <pc:sldMk cId="2418631933" sldId="268"/>
        </pc:sldMkLst>
        <pc:spChg chg="add mod">
          <ac:chgData name="Jacqueline Ockwell" userId="79a11ae1-9a6a-4dce-9c68-e7607b2827ec" providerId="ADAL" clId="{FFD1190E-46D5-49E4-A2A8-045361DE08C2}" dt="2025-08-12T02:44:21.721" v="2123" actId="113"/>
          <ac:spMkLst>
            <pc:docMk/>
            <pc:sldMk cId="2418631933" sldId="268"/>
            <ac:spMk id="3" creationId="{F3500F75-E285-4E04-25E4-6EA813951903}"/>
          </ac:spMkLst>
        </pc:spChg>
        <pc:picChg chg="add mod">
          <ac:chgData name="Jacqueline Ockwell" userId="79a11ae1-9a6a-4dce-9c68-e7607b2827ec" providerId="ADAL" clId="{FFD1190E-46D5-49E4-A2A8-045361DE08C2}" dt="2025-08-12T01:45:03.020" v="1130"/>
          <ac:picMkLst>
            <pc:docMk/>
            <pc:sldMk cId="2418631933" sldId="268"/>
            <ac:picMk id="2" creationId="{D92E0B1D-A218-9779-A104-EF28AC9D7315}"/>
          </ac:picMkLst>
        </pc:picChg>
        <pc:picChg chg="add mod">
          <ac:chgData name="Jacqueline Ockwell" userId="79a11ae1-9a6a-4dce-9c68-e7607b2827ec" providerId="ADAL" clId="{FFD1190E-46D5-49E4-A2A8-045361DE08C2}" dt="2025-08-12T02:13:50.403" v="1651" actId="1076"/>
          <ac:picMkLst>
            <pc:docMk/>
            <pc:sldMk cId="2418631933" sldId="268"/>
            <ac:picMk id="5" creationId="{5CDAC197-443C-054D-F960-B3F6D0FD3895}"/>
          </ac:picMkLst>
        </pc:picChg>
      </pc:sldChg>
      <pc:sldChg chg="addSp modSp new mod">
        <pc:chgData name="Jacqueline Ockwell" userId="79a11ae1-9a6a-4dce-9c68-e7607b2827ec" providerId="ADAL" clId="{FFD1190E-46D5-49E4-A2A8-045361DE08C2}" dt="2025-08-12T01:49:58.358" v="1337" actId="1076"/>
        <pc:sldMkLst>
          <pc:docMk/>
          <pc:sldMk cId="2167440475" sldId="269"/>
        </pc:sldMkLst>
        <pc:picChg chg="add mod">
          <ac:chgData name="Jacqueline Ockwell" userId="79a11ae1-9a6a-4dce-9c68-e7607b2827ec" providerId="ADAL" clId="{FFD1190E-46D5-49E4-A2A8-045361DE08C2}" dt="2025-08-12T01:49:58.358" v="1337" actId="1076"/>
          <ac:picMkLst>
            <pc:docMk/>
            <pc:sldMk cId="2167440475" sldId="269"/>
            <ac:picMk id="3" creationId="{D325BC34-324B-F646-A22D-6975F57971EE}"/>
          </ac:picMkLst>
        </pc:picChg>
      </pc:sldChg>
      <pc:sldChg chg="modSp add del mod">
        <pc:chgData name="Jacqueline Ockwell" userId="79a11ae1-9a6a-4dce-9c68-e7607b2827ec" providerId="ADAL" clId="{FFD1190E-46D5-49E4-A2A8-045361DE08C2}" dt="2025-08-12T02:43:31.753" v="2019" actId="47"/>
        <pc:sldMkLst>
          <pc:docMk/>
          <pc:sldMk cId="4061220620" sldId="270"/>
        </pc:sldMkLst>
        <pc:spChg chg="mod">
          <ac:chgData name="Jacqueline Ockwell" userId="79a11ae1-9a6a-4dce-9c68-e7607b2827ec" providerId="ADAL" clId="{FFD1190E-46D5-49E4-A2A8-045361DE08C2}" dt="2025-08-12T02:42:14.729" v="1996" actId="20577"/>
          <ac:spMkLst>
            <pc:docMk/>
            <pc:sldMk cId="4061220620" sldId="270"/>
            <ac:spMk id="5" creationId="{015AFA4A-25D1-2F9F-E825-05102B8D3BDC}"/>
          </ac:spMkLst>
        </pc:spChg>
        <pc:spChg chg="mod">
          <ac:chgData name="Jacqueline Ockwell" userId="79a11ae1-9a6a-4dce-9c68-e7607b2827ec" providerId="ADAL" clId="{FFD1190E-46D5-49E4-A2A8-045361DE08C2}" dt="2025-08-12T02:42:26.735" v="2001" actId="1076"/>
          <ac:spMkLst>
            <pc:docMk/>
            <pc:sldMk cId="4061220620" sldId="270"/>
            <ac:spMk id="6" creationId="{99AE88CE-01DD-82C5-9169-3377B21E1A3C}"/>
          </ac:spMkLst>
        </pc:spChg>
        <pc:spChg chg="mod">
          <ac:chgData name="Jacqueline Ockwell" userId="79a11ae1-9a6a-4dce-9c68-e7607b2827ec" providerId="ADAL" clId="{FFD1190E-46D5-49E4-A2A8-045361DE08C2}" dt="2025-08-12T02:42:24.219" v="2000" actId="1076"/>
          <ac:spMkLst>
            <pc:docMk/>
            <pc:sldMk cId="4061220620" sldId="270"/>
            <ac:spMk id="7" creationId="{21E14B05-0166-ACDC-6F5B-67E6073924FE}"/>
          </ac:spMkLst>
        </pc:spChg>
      </pc:sldChg>
      <pc:sldChg chg="add del">
        <pc:chgData name="Jacqueline Ockwell" userId="79a11ae1-9a6a-4dce-9c68-e7607b2827ec" providerId="ADAL" clId="{FFD1190E-46D5-49E4-A2A8-045361DE08C2}" dt="2025-08-12T02:43:34.219" v="2020" actId="47"/>
        <pc:sldMkLst>
          <pc:docMk/>
          <pc:sldMk cId="1422242302" sldId="271"/>
        </pc:sldMkLst>
      </pc:sldChg>
      <pc:sldChg chg="addSp modSp new mod">
        <pc:chgData name="Jacqueline Ockwell" userId="79a11ae1-9a6a-4dce-9c68-e7607b2827ec" providerId="ADAL" clId="{FFD1190E-46D5-49E4-A2A8-045361DE08C2}" dt="2025-08-12T02:34:20.042" v="1882" actId="1076"/>
        <pc:sldMkLst>
          <pc:docMk/>
          <pc:sldMk cId="4022479129" sldId="272"/>
        </pc:sldMkLst>
        <pc:spChg chg="add mod">
          <ac:chgData name="Jacqueline Ockwell" userId="79a11ae1-9a6a-4dce-9c68-e7607b2827ec" providerId="ADAL" clId="{FFD1190E-46D5-49E4-A2A8-045361DE08C2}" dt="2025-08-12T02:34:06.456" v="1879" actId="255"/>
          <ac:spMkLst>
            <pc:docMk/>
            <pc:sldMk cId="4022479129" sldId="272"/>
            <ac:spMk id="2" creationId="{7BD600FA-3C29-3B2B-2F57-C6C269E32B64}"/>
          </ac:spMkLst>
        </pc:spChg>
        <pc:spChg chg="add mod">
          <ac:chgData name="Jacqueline Ockwell" userId="79a11ae1-9a6a-4dce-9c68-e7607b2827ec" providerId="ADAL" clId="{FFD1190E-46D5-49E4-A2A8-045361DE08C2}" dt="2025-08-12T02:34:11.133" v="1880" actId="255"/>
          <ac:spMkLst>
            <pc:docMk/>
            <pc:sldMk cId="4022479129" sldId="272"/>
            <ac:spMk id="3" creationId="{9B488F73-97B1-33BC-24C8-08D139FD438E}"/>
          </ac:spMkLst>
        </pc:spChg>
        <pc:spChg chg="add mod">
          <ac:chgData name="Jacqueline Ockwell" userId="79a11ae1-9a6a-4dce-9c68-e7607b2827ec" providerId="ADAL" clId="{FFD1190E-46D5-49E4-A2A8-045361DE08C2}" dt="2025-08-12T02:34:16.586" v="1881" actId="255"/>
          <ac:spMkLst>
            <pc:docMk/>
            <pc:sldMk cId="4022479129" sldId="272"/>
            <ac:spMk id="4" creationId="{BAC5EC65-DE5D-1464-4B9C-DE94EAFD177A}"/>
          </ac:spMkLst>
        </pc:spChg>
        <pc:spChg chg="add mod">
          <ac:chgData name="Jacqueline Ockwell" userId="79a11ae1-9a6a-4dce-9c68-e7607b2827ec" providerId="ADAL" clId="{FFD1190E-46D5-49E4-A2A8-045361DE08C2}" dt="2025-08-12T02:34:20.042" v="1882" actId="1076"/>
          <ac:spMkLst>
            <pc:docMk/>
            <pc:sldMk cId="4022479129" sldId="272"/>
            <ac:spMk id="5" creationId="{4391DABA-B9D7-63D5-37B1-0C078344470A}"/>
          </ac:spMkLst>
        </pc:spChg>
        <pc:spChg chg="add mod">
          <ac:chgData name="Jacqueline Ockwell" userId="79a11ae1-9a6a-4dce-9c68-e7607b2827ec" providerId="ADAL" clId="{FFD1190E-46D5-49E4-A2A8-045361DE08C2}" dt="2025-08-12T02:32:09.074" v="1822" actId="1076"/>
          <ac:spMkLst>
            <pc:docMk/>
            <pc:sldMk cId="4022479129" sldId="272"/>
            <ac:spMk id="6" creationId="{26DBCE9A-168F-9CA1-3A21-9E75B67B06CD}"/>
          </ac:spMkLst>
        </pc:spChg>
        <pc:spChg chg="add mod">
          <ac:chgData name="Jacqueline Ockwell" userId="79a11ae1-9a6a-4dce-9c68-e7607b2827ec" providerId="ADAL" clId="{FFD1190E-46D5-49E4-A2A8-045361DE08C2}" dt="2025-08-12T02:32:16.789" v="1825" actId="1076"/>
          <ac:spMkLst>
            <pc:docMk/>
            <pc:sldMk cId="4022479129" sldId="272"/>
            <ac:spMk id="7" creationId="{33CEF4EF-A82A-0F29-0666-F6C5D9178672}"/>
          </ac:spMkLst>
        </pc:spChg>
        <pc:spChg chg="add mod">
          <ac:chgData name="Jacqueline Ockwell" userId="79a11ae1-9a6a-4dce-9c68-e7607b2827ec" providerId="ADAL" clId="{FFD1190E-46D5-49E4-A2A8-045361DE08C2}" dt="2025-08-12T02:32:10.802" v="1823" actId="1076"/>
          <ac:spMkLst>
            <pc:docMk/>
            <pc:sldMk cId="4022479129" sldId="272"/>
            <ac:spMk id="8" creationId="{5D4959BA-D456-3017-F257-460649886302}"/>
          </ac:spMkLst>
        </pc:spChg>
      </pc:sldChg>
      <pc:sldChg chg="addSp delSp modSp add mod">
        <pc:chgData name="Jacqueline Ockwell" userId="79a11ae1-9a6a-4dce-9c68-e7607b2827ec" providerId="ADAL" clId="{FFD1190E-46D5-49E4-A2A8-045361DE08C2}" dt="2025-08-12T02:38:53.350" v="1964"/>
        <pc:sldMkLst>
          <pc:docMk/>
          <pc:sldMk cId="1582122637" sldId="273"/>
        </pc:sldMkLst>
        <pc:picChg chg="del">
          <ac:chgData name="Jacqueline Ockwell" userId="79a11ae1-9a6a-4dce-9c68-e7607b2827ec" providerId="ADAL" clId="{FFD1190E-46D5-49E4-A2A8-045361DE08C2}" dt="2025-08-12T02:38:52.111" v="1963" actId="478"/>
          <ac:picMkLst>
            <pc:docMk/>
            <pc:sldMk cId="1582122637" sldId="273"/>
            <ac:picMk id="6" creationId="{644737E8-07F3-A1DB-7AB6-F2FFD63618A6}"/>
          </ac:picMkLst>
        </pc:picChg>
        <pc:picChg chg="add mod">
          <ac:chgData name="Jacqueline Ockwell" userId="79a11ae1-9a6a-4dce-9c68-e7607b2827ec" providerId="ADAL" clId="{FFD1190E-46D5-49E4-A2A8-045361DE08C2}" dt="2025-08-12T02:38:53.350" v="1964"/>
          <ac:picMkLst>
            <pc:docMk/>
            <pc:sldMk cId="1582122637" sldId="273"/>
            <ac:picMk id="14" creationId="{EC354F39-8B76-52DC-6A1C-946161E593F8}"/>
          </ac:picMkLst>
        </pc:picChg>
      </pc:sldChg>
      <pc:sldChg chg="addSp delSp modSp add mod">
        <pc:chgData name="Jacqueline Ockwell" userId="79a11ae1-9a6a-4dce-9c68-e7607b2827ec" providerId="ADAL" clId="{FFD1190E-46D5-49E4-A2A8-045361DE08C2}" dt="2025-08-12T02:39:52.580" v="1971" actId="14100"/>
        <pc:sldMkLst>
          <pc:docMk/>
          <pc:sldMk cId="2884553486" sldId="274"/>
        </pc:sldMkLst>
        <pc:picChg chg="del">
          <ac:chgData name="Jacqueline Ockwell" userId="79a11ae1-9a6a-4dce-9c68-e7607b2827ec" providerId="ADAL" clId="{FFD1190E-46D5-49E4-A2A8-045361DE08C2}" dt="2025-08-12T02:39:46.623" v="1968" actId="478"/>
          <ac:picMkLst>
            <pc:docMk/>
            <pc:sldMk cId="2884553486" sldId="274"/>
            <ac:picMk id="6" creationId="{F7177A82-CDF2-57BD-965D-0853497CD593}"/>
          </ac:picMkLst>
        </pc:picChg>
        <pc:picChg chg="add mod">
          <ac:chgData name="Jacqueline Ockwell" userId="79a11ae1-9a6a-4dce-9c68-e7607b2827ec" providerId="ADAL" clId="{FFD1190E-46D5-49E4-A2A8-045361DE08C2}" dt="2025-08-12T02:39:52.580" v="1971" actId="14100"/>
          <ac:picMkLst>
            <pc:docMk/>
            <pc:sldMk cId="2884553486" sldId="274"/>
            <ac:picMk id="14" creationId="{B21A8C55-78BC-0F06-C250-589F987C755B}"/>
          </ac:picMkLst>
        </pc:picChg>
      </pc:sldChg>
      <pc:sldChg chg="add">
        <pc:chgData name="Jacqueline Ockwell" userId="79a11ae1-9a6a-4dce-9c68-e7607b2827ec" providerId="ADAL" clId="{FFD1190E-46D5-49E4-A2A8-045361DE08C2}" dt="2025-08-12T02:39:14.279" v="1966"/>
        <pc:sldMkLst>
          <pc:docMk/>
          <pc:sldMk cId="2257748751" sldId="275"/>
        </pc:sldMkLst>
      </pc:sldChg>
      <pc:sldChg chg="add">
        <pc:chgData name="Jacqueline Ockwell" userId="79a11ae1-9a6a-4dce-9c68-e7607b2827ec" providerId="ADAL" clId="{FFD1190E-46D5-49E4-A2A8-045361DE08C2}" dt="2025-08-12T02:43:25.075" v="2017"/>
        <pc:sldMkLst>
          <pc:docMk/>
          <pc:sldMk cId="915505953" sldId="276"/>
        </pc:sldMkLst>
      </pc:sldChg>
      <pc:sldChg chg="add">
        <pc:chgData name="Jacqueline Ockwell" userId="79a11ae1-9a6a-4dce-9c68-e7607b2827ec" providerId="ADAL" clId="{FFD1190E-46D5-49E4-A2A8-045361DE08C2}" dt="2025-08-12T02:43:28.313" v="2018"/>
        <pc:sldMkLst>
          <pc:docMk/>
          <pc:sldMk cId="4147151425" sldId="277"/>
        </pc:sldMkLst>
      </pc:sldChg>
    </pc:docChg>
  </pc:docChgLst>
  <pc:docChgLst>
    <pc:chgData name="Jacqueline Ockwell" userId="79a11ae1-9a6a-4dce-9c68-e7607b2827ec" providerId="ADAL" clId="{C59B3646-1013-4B4B-B1B8-6925A765C527}"/>
    <pc:docChg chg="modSld">
      <pc:chgData name="Jacqueline Ockwell" userId="79a11ae1-9a6a-4dce-9c68-e7607b2827ec" providerId="ADAL" clId="{C59B3646-1013-4B4B-B1B8-6925A765C527}" dt="2025-08-11T11:22:39.402" v="211" actId="1076"/>
      <pc:docMkLst>
        <pc:docMk/>
      </pc:docMkLst>
      <pc:sldChg chg="addSp modSp mod">
        <pc:chgData name="Jacqueline Ockwell" userId="79a11ae1-9a6a-4dce-9c68-e7607b2827ec" providerId="ADAL" clId="{C59B3646-1013-4B4B-B1B8-6925A765C527}" dt="2025-08-11T11:22:39.402" v="211" actId="1076"/>
        <pc:sldMkLst>
          <pc:docMk/>
          <pc:sldMk cId="1306410154" sldId="260"/>
        </pc:sldMkLst>
        <pc:spChg chg="add mod">
          <ac:chgData name="Jacqueline Ockwell" userId="79a11ae1-9a6a-4dce-9c68-e7607b2827ec" providerId="ADAL" clId="{C59B3646-1013-4B4B-B1B8-6925A765C527}" dt="2025-08-11T11:21:05.002" v="40" actId="20577"/>
          <ac:spMkLst>
            <pc:docMk/>
            <pc:sldMk cId="1306410154" sldId="260"/>
            <ac:spMk id="3" creationId="{8B31FE78-3CC8-792A-D255-EB30C45B82FE}"/>
          </ac:spMkLst>
        </pc:spChg>
        <pc:spChg chg="add mod">
          <ac:chgData name="Jacqueline Ockwell" userId="79a11ae1-9a6a-4dce-9c68-e7607b2827ec" providerId="ADAL" clId="{C59B3646-1013-4B4B-B1B8-6925A765C527}" dt="2025-08-11T11:21:20.150" v="47" actId="20577"/>
          <ac:spMkLst>
            <pc:docMk/>
            <pc:sldMk cId="1306410154" sldId="260"/>
            <ac:spMk id="7" creationId="{24EAB72F-9F3D-F3FF-7C11-CB7C4011B486}"/>
          </ac:spMkLst>
        </pc:spChg>
        <pc:spChg chg="add mod">
          <ac:chgData name="Jacqueline Ockwell" userId="79a11ae1-9a6a-4dce-9c68-e7607b2827ec" providerId="ADAL" clId="{C59B3646-1013-4B4B-B1B8-6925A765C527}" dt="2025-08-11T11:21:35.669" v="63" actId="20577"/>
          <ac:spMkLst>
            <pc:docMk/>
            <pc:sldMk cId="1306410154" sldId="260"/>
            <ac:spMk id="8" creationId="{E5243EBA-13AC-5789-EC80-7785AB9830FE}"/>
          </ac:spMkLst>
        </pc:spChg>
        <pc:spChg chg="mod">
          <ac:chgData name="Jacqueline Ockwell" userId="79a11ae1-9a6a-4dce-9c68-e7607b2827ec" providerId="ADAL" clId="{C59B3646-1013-4B4B-B1B8-6925A765C527}" dt="2025-08-11T11:20:45.233" v="20" actId="20577"/>
          <ac:spMkLst>
            <pc:docMk/>
            <pc:sldMk cId="1306410154" sldId="260"/>
            <ac:spMk id="11" creationId="{A5E0EE7E-F4E0-8393-310F-E036D256F8B8}"/>
          </ac:spMkLst>
        </pc:spChg>
        <pc:spChg chg="add mod">
          <ac:chgData name="Jacqueline Ockwell" userId="79a11ae1-9a6a-4dce-9c68-e7607b2827ec" providerId="ADAL" clId="{C59B3646-1013-4B4B-B1B8-6925A765C527}" dt="2025-08-11T11:22:39.402" v="211" actId="1076"/>
          <ac:spMkLst>
            <pc:docMk/>
            <pc:sldMk cId="1306410154" sldId="260"/>
            <ac:spMk id="12" creationId="{CFD0ADEB-E4BB-D76D-2B47-1A8A7C9210AA}"/>
          </ac:spMkLst>
        </pc:spChg>
        <pc:cxnChg chg="mod">
          <ac:chgData name="Jacqueline Ockwell" userId="79a11ae1-9a6a-4dce-9c68-e7607b2827ec" providerId="ADAL" clId="{C59B3646-1013-4B4B-B1B8-6925A765C527}" dt="2025-08-11T11:20:26.470" v="0" actId="1076"/>
          <ac:cxnSpMkLst>
            <pc:docMk/>
            <pc:sldMk cId="1306410154" sldId="260"/>
            <ac:cxnSpMk id="4" creationId="{15444E47-DE70-43A3-8DDD-0C97C029FC2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65C6-EEE6-A7D0-8FF7-245479F9131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D6407FAD-9D58-6A4A-00A7-04C725758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9BDF1B43-992B-B76D-3CAA-35E342823EAD}"/>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D076C427-5AE0-01F1-0A09-B516201F78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DBAD0FB-AD18-4641-1619-53941DDD4740}"/>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4206966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C136-49E9-9573-B583-96F34E7F4F3B}"/>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4B8A8229-E917-ECE7-9B2A-0DC2CE12EF7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0179CC8-53AE-EEFD-4EEA-E080DB7642F7}"/>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79018700-5C0F-CE3F-2B11-B0FB9BE80B4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08AA00-923E-5B05-BD64-8A3CD4E7CE4A}"/>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994911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93DE1-0AC0-5484-4A51-F1B1EA6FD27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7839EECA-BD9D-FA28-BA1F-30C81A0E42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6D8AFA-F08E-BE65-8C30-B3EDBA437DF6}"/>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8C93184F-FFD6-FD5A-5E79-5C57A23F185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5B0ED1-BAB6-28FE-15F0-D132ADD4B2A1}"/>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59231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9B93-75FB-7474-20F1-A67CC86B237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172FBEE9-5B2D-D260-3388-10D92E83A6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CE8DA98E-D5E1-BB4B-50DF-EE4B308F71B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4A54D810-157F-C906-C2CD-3D09E3C40534}"/>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6" name="Footer Placeholder 5">
            <a:extLst>
              <a:ext uri="{FF2B5EF4-FFF2-40B4-BE49-F238E27FC236}">
                <a16:creationId xmlns:a16="http://schemas.microsoft.com/office/drawing/2014/main" id="{41241DE1-C160-BF8D-F5C2-97FBCEDBA49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52D8AAA-832E-2E1B-371D-CC7DFFF539B8}"/>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1307800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7212D-E59E-8C3E-DED7-9B5BC22BAF78}"/>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373FD12C-094D-3397-570F-5F2F3341E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170D90-95BD-EB76-E841-97AC19091A9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BC2B25F6-8B20-4FAA-BAA2-ACC9A11E2F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CFC01B0-FAAB-F870-42FB-E95FA15B112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382FF699-2A2A-F15F-BC59-8F8885C909EE}"/>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8" name="Footer Placeholder 7">
            <a:extLst>
              <a:ext uri="{FF2B5EF4-FFF2-40B4-BE49-F238E27FC236}">
                <a16:creationId xmlns:a16="http://schemas.microsoft.com/office/drawing/2014/main" id="{8090D982-56FC-2C6F-E478-5A9A9B305F2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28B271C-7310-D524-4B8C-88E07E3412CD}"/>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1930679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353B2-08AD-7470-6925-4BF8351A0818}"/>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90CBBF27-80CD-DC1F-01FE-E47045C52F3F}"/>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4" name="Footer Placeholder 3">
            <a:extLst>
              <a:ext uri="{FF2B5EF4-FFF2-40B4-BE49-F238E27FC236}">
                <a16:creationId xmlns:a16="http://schemas.microsoft.com/office/drawing/2014/main" id="{534D2E82-D13B-38EE-7025-07E7572C3C4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A725618-08D2-E9A5-BA67-6E7C17B9897F}"/>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160674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D4B8EB-0680-9500-E1BB-B5267932C010}"/>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3" name="Footer Placeholder 2">
            <a:extLst>
              <a:ext uri="{FF2B5EF4-FFF2-40B4-BE49-F238E27FC236}">
                <a16:creationId xmlns:a16="http://schemas.microsoft.com/office/drawing/2014/main" id="{97B8A055-E71C-037A-59C0-222C18F6712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AFEE332-853D-7980-0FC5-3C4BB273AFEC}"/>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2864032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D7271-A144-56DC-49B9-55D53B1444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FFDFD6B8-4112-8072-4941-182EBB6C68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0A1D0146-9FC4-345B-45B9-6343ED3D5C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A8392E-48E3-C977-4119-52EA860002E8}"/>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6" name="Footer Placeholder 5">
            <a:extLst>
              <a:ext uri="{FF2B5EF4-FFF2-40B4-BE49-F238E27FC236}">
                <a16:creationId xmlns:a16="http://schemas.microsoft.com/office/drawing/2014/main" id="{2F875806-D0DE-D596-B487-8D1BE9ABD67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49D6D12-08FC-5F2F-617C-39B32E3798B8}"/>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116547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1CF13-5485-18F4-5EED-E141E5991A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467ABB80-8BA0-ADDE-E8AD-683988D7A1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BEEA494-EFAC-716D-330C-1B8583094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FC4A0CA-D807-A1D1-D896-B1E35EB36D59}"/>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6" name="Footer Placeholder 5">
            <a:extLst>
              <a:ext uri="{FF2B5EF4-FFF2-40B4-BE49-F238E27FC236}">
                <a16:creationId xmlns:a16="http://schemas.microsoft.com/office/drawing/2014/main" id="{EC6849D0-76CF-EB5F-8C00-49956384428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E8CF092-0374-EB0A-5CBA-228BC86B0328}"/>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117975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785B-F0BE-C3D0-D518-2AB13405A895}"/>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ABD6A5BB-7499-B805-B111-94BC13AFF2B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C215FD4-51D2-3D46-CD8E-78F9591CAED3}"/>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C68969B4-77D0-20F7-58DC-9BEC85C559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273B942-A392-1BE5-5323-1B55407F808D}"/>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3664843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473ECE-9472-E475-8DEE-4483676ED0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BC6BFBD8-3096-0D6F-5BDC-D1A40E7993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43F3D1B6-B1E7-2740-2790-33D999652EA8}"/>
              </a:ext>
            </a:extLst>
          </p:cNvPr>
          <p:cNvSpPr>
            <a:spLocks noGrp="1"/>
          </p:cNvSpPr>
          <p:nvPr>
            <p:ph type="dt" sz="half" idx="10"/>
          </p:nvPr>
        </p:nvSpPr>
        <p:spPr/>
        <p:txBody>
          <a:body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96649378-0C0D-D05D-8564-1C4642CE80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63452F-E6D0-8BAA-E8B1-468D1C1DE908}"/>
              </a:ext>
            </a:extLst>
          </p:cNvPr>
          <p:cNvSpPr>
            <a:spLocks noGrp="1"/>
          </p:cNvSpPr>
          <p:nvPr>
            <p:ph type="sldNum" sz="quarter" idx="12"/>
          </p:nvPr>
        </p:nvSpPr>
        <p:spPr/>
        <p:txBody>
          <a:bodyPr/>
          <a:lstStyle/>
          <a:p>
            <a:fld id="{9FAC9DAC-2E4E-4077-873D-073F203DA6F9}" type="slidenum">
              <a:rPr lang="en-AU" smtClean="0"/>
              <a:t>‹#›</a:t>
            </a:fld>
            <a:endParaRPr lang="en-AU"/>
          </a:p>
        </p:txBody>
      </p:sp>
    </p:spTree>
    <p:extLst>
      <p:ext uri="{BB962C8B-B14F-4D97-AF65-F5344CB8AC3E}">
        <p14:creationId xmlns:p14="http://schemas.microsoft.com/office/powerpoint/2010/main" val="3171730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AFF576-45E7-80E0-ED0C-3DCF93CAD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A283E71-19B4-459D-8520-2753B43DD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B8FE045-993A-CEAC-708E-D501DFCAE3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E42E16-952E-4A50-BFEF-7BFF1067FAE6}" type="datetimeFigureOut">
              <a:rPr lang="en-AU" smtClean="0"/>
              <a:t>11/08/2025</a:t>
            </a:fld>
            <a:endParaRPr lang="en-AU"/>
          </a:p>
        </p:txBody>
      </p:sp>
      <p:sp>
        <p:nvSpPr>
          <p:cNvPr id="5" name="Footer Placeholder 4">
            <a:extLst>
              <a:ext uri="{FF2B5EF4-FFF2-40B4-BE49-F238E27FC236}">
                <a16:creationId xmlns:a16="http://schemas.microsoft.com/office/drawing/2014/main" id="{157C13F1-7659-987E-5388-15F941C111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4FA74FBB-810F-F7B6-2B3E-6E255237B8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AC9DAC-2E4E-4077-873D-073F203DA6F9}" type="slidenum">
              <a:rPr lang="en-AU" smtClean="0"/>
              <a:t>‹#›</a:t>
            </a:fld>
            <a:endParaRPr lang="en-AU"/>
          </a:p>
        </p:txBody>
      </p:sp>
    </p:spTree>
    <p:extLst>
      <p:ext uri="{BB962C8B-B14F-4D97-AF65-F5344CB8AC3E}">
        <p14:creationId xmlns:p14="http://schemas.microsoft.com/office/powerpoint/2010/main" val="2045116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37BCA9-B0BB-7D84-890C-213ADB56DAF4}"/>
              </a:ext>
            </a:extLst>
          </p:cNvPr>
          <p:cNvPicPr>
            <a:picLocks noChangeAspect="1"/>
          </p:cNvPicPr>
          <p:nvPr/>
        </p:nvPicPr>
        <p:blipFill>
          <a:blip r:embed="rId2"/>
          <a:stretch>
            <a:fillRect/>
          </a:stretch>
        </p:blipFill>
        <p:spPr>
          <a:xfrm>
            <a:off x="0" y="0"/>
            <a:ext cx="5139912" cy="1126228"/>
          </a:xfrm>
          <a:prstGeom prst="rect">
            <a:avLst/>
          </a:prstGeom>
        </p:spPr>
      </p:pic>
      <p:pic>
        <p:nvPicPr>
          <p:cNvPr id="5" name="Picture 4">
            <a:extLst>
              <a:ext uri="{FF2B5EF4-FFF2-40B4-BE49-F238E27FC236}">
                <a16:creationId xmlns:a16="http://schemas.microsoft.com/office/drawing/2014/main" id="{13ED6CE7-B999-729A-5BE6-21FE4BFF52CE}"/>
              </a:ext>
            </a:extLst>
          </p:cNvPr>
          <p:cNvPicPr>
            <a:picLocks noChangeAspect="1"/>
          </p:cNvPicPr>
          <p:nvPr/>
        </p:nvPicPr>
        <p:blipFill>
          <a:blip r:embed="rId3"/>
          <a:stretch>
            <a:fillRect/>
          </a:stretch>
        </p:blipFill>
        <p:spPr>
          <a:xfrm>
            <a:off x="4266603" y="1244561"/>
            <a:ext cx="7925397" cy="883116"/>
          </a:xfrm>
          <a:prstGeom prst="rect">
            <a:avLst/>
          </a:prstGeom>
        </p:spPr>
      </p:pic>
      <p:sp>
        <p:nvSpPr>
          <p:cNvPr id="6" name="TextBox 5">
            <a:extLst>
              <a:ext uri="{FF2B5EF4-FFF2-40B4-BE49-F238E27FC236}">
                <a16:creationId xmlns:a16="http://schemas.microsoft.com/office/drawing/2014/main" id="{D78C875C-57EB-C278-BE9F-0DC7E99FA603}"/>
              </a:ext>
            </a:extLst>
          </p:cNvPr>
          <p:cNvSpPr txBox="1"/>
          <p:nvPr/>
        </p:nvSpPr>
        <p:spPr>
          <a:xfrm>
            <a:off x="495709" y="2482271"/>
            <a:ext cx="5600291" cy="3493722"/>
          </a:xfrm>
          <a:prstGeom prst="roundRect">
            <a:avLst/>
          </a:prstGeom>
          <a:solidFill>
            <a:srgbClr val="BAA673"/>
          </a:solidFill>
          <a:ln w="12700">
            <a:solidFill>
              <a:schemeClr val="tx1"/>
            </a:solidFill>
            <a:prstDash val="dash"/>
          </a:ln>
        </p:spPr>
        <p:txBody>
          <a:bodyPr wrap="square" rtlCol="0">
            <a:spAutoFit/>
          </a:bodyPr>
          <a:lstStyle/>
          <a:p>
            <a:pPr marL="0" marR="0">
              <a:lnSpc>
                <a:spcPct val="115000"/>
              </a:lnSpc>
              <a:spcBef>
                <a:spcPts val="0"/>
              </a:spcBef>
              <a:spcAft>
                <a:spcPts val="1000"/>
              </a:spcAft>
            </a:pPr>
            <a:r>
              <a:rPr lang="en-US" b="1">
                <a:solidFill>
                  <a:schemeClr val="bg1"/>
                </a:solidFill>
                <a:effectLst/>
                <a:ea typeface="Calibri" panose="020F0502020204030204" pitchFamily="34" charset="0"/>
                <a:cs typeface="Calibri" panose="020F0502020204030204" pitchFamily="34" charset="0"/>
              </a:rPr>
              <a:t>Visual Art - Formative Assessment F</a:t>
            </a:r>
            <a:r>
              <a:rPr lang="en-US" b="1">
                <a:solidFill>
                  <a:schemeClr val="bg1"/>
                </a:solidFill>
                <a:ea typeface="Calibri" panose="020F0502020204030204" pitchFamily="34" charset="0"/>
                <a:cs typeface="Calibri" panose="020F0502020204030204" pitchFamily="34" charset="0"/>
              </a:rPr>
              <a:t>IA3  30%</a:t>
            </a:r>
            <a:endParaRPr lang="en-US" b="1">
              <a:solidFill>
                <a:schemeClr val="bg1"/>
              </a:solidFill>
              <a:effectLst/>
              <a:ea typeface="Calibri" panose="020F0502020204030204" pitchFamily="34" charset="0"/>
              <a:cs typeface="Calibri" panose="020F0502020204030204" pitchFamily="34" charset="0"/>
            </a:endParaRPr>
          </a:p>
          <a:p>
            <a:pPr marL="0" marR="0">
              <a:lnSpc>
                <a:spcPct val="115000"/>
              </a:lnSpc>
              <a:spcBef>
                <a:spcPts val="0"/>
              </a:spcBef>
              <a:spcAft>
                <a:spcPts val="1000"/>
              </a:spcAft>
            </a:pPr>
            <a:r>
              <a:rPr lang="en-US" b="1">
                <a:solidFill>
                  <a:schemeClr val="bg1"/>
                </a:solidFill>
                <a:effectLst/>
                <a:ea typeface="Calibri" panose="020F0502020204030204" pitchFamily="34" charset="0"/>
                <a:cs typeface="Calibri" panose="020F0502020204030204" pitchFamily="34" charset="0"/>
              </a:rPr>
              <a:t>Unit: Art as Code – RESOLVING</a:t>
            </a:r>
          </a:p>
          <a:p>
            <a:pPr marL="0" marR="0">
              <a:lnSpc>
                <a:spcPct val="115000"/>
              </a:lnSpc>
              <a:spcBef>
                <a:spcPts val="0"/>
              </a:spcBef>
              <a:spcAft>
                <a:spcPts val="1000"/>
              </a:spcAft>
            </a:pPr>
            <a:r>
              <a:rPr lang="en-US" sz="1600" b="1">
                <a:solidFill>
                  <a:schemeClr val="bg1"/>
                </a:solidFill>
                <a:effectLst/>
                <a:ea typeface="Calibri" panose="020F0502020204030204" pitchFamily="34" charset="0"/>
                <a:cs typeface="Calibri" panose="020F0502020204030204" pitchFamily="34" charset="0"/>
              </a:rPr>
              <a:t>Topic: </a:t>
            </a:r>
            <a:r>
              <a:rPr lang="en-US" sz="1600">
                <a:solidFill>
                  <a:schemeClr val="bg1"/>
                </a:solidFill>
                <a:effectLst/>
                <a:ea typeface="Calibri" panose="020F0502020204030204" pitchFamily="34" charset="0"/>
                <a:cs typeface="Calibri" panose="020F0502020204030204" pitchFamily="34" charset="0"/>
              </a:rPr>
              <a:t>Develop art-making methods that communicate through codes, symbols, and visual language.</a:t>
            </a:r>
          </a:p>
          <a:p>
            <a:r>
              <a:rPr lang="en-US" sz="1600" b="1">
                <a:solidFill>
                  <a:schemeClr val="bg1"/>
                </a:solidFill>
              </a:rPr>
              <a:t>Context</a:t>
            </a:r>
          </a:p>
          <a:p>
            <a:r>
              <a:rPr lang="en-US" sz="1600">
                <a:solidFill>
                  <a:schemeClr val="bg1"/>
                </a:solidFill>
              </a:rPr>
              <a:t>In Unit 2, you explore </a:t>
            </a:r>
            <a:r>
              <a:rPr lang="en-US" sz="1600" i="1">
                <a:solidFill>
                  <a:schemeClr val="bg1"/>
                </a:solidFill>
              </a:rPr>
              <a:t>Art as Code</a:t>
            </a:r>
            <a:r>
              <a:rPr lang="en-US" sz="1600">
                <a:solidFill>
                  <a:schemeClr val="bg1"/>
                </a:solidFill>
              </a:rPr>
              <a:t> to understand how visual language can express complex ideas. Through inquiry learning, you investigate how symbols, systems, and art conventions communicate ideas and emotions in different forms.</a:t>
            </a:r>
          </a:p>
        </p:txBody>
      </p:sp>
      <p:sp>
        <p:nvSpPr>
          <p:cNvPr id="9" name="TextBox 8">
            <a:extLst>
              <a:ext uri="{FF2B5EF4-FFF2-40B4-BE49-F238E27FC236}">
                <a16:creationId xmlns:a16="http://schemas.microsoft.com/office/drawing/2014/main" id="{4FB55826-FF6F-75EB-F419-8D2EFC003185}"/>
              </a:ext>
            </a:extLst>
          </p:cNvPr>
          <p:cNvSpPr txBox="1"/>
          <p:nvPr/>
        </p:nvSpPr>
        <p:spPr>
          <a:xfrm>
            <a:off x="5365760" y="101449"/>
            <a:ext cx="6600392" cy="1021556"/>
          </a:xfrm>
          <a:prstGeom prst="roundRect">
            <a:avLst/>
          </a:prstGeom>
          <a:noFill/>
          <a:ln w="19050">
            <a:solidFill>
              <a:schemeClr val="tx1"/>
            </a:solidFill>
            <a:prstDash val="dash"/>
          </a:ln>
        </p:spPr>
        <p:txBody>
          <a:bodyPr wrap="square" rtlCol="0">
            <a:spAutoFit/>
          </a:bodyPr>
          <a:lstStyle/>
          <a:p>
            <a:endParaRPr lang="en-US" sz="1400" b="1"/>
          </a:p>
          <a:p>
            <a:r>
              <a:rPr lang="en-US" sz="2000" b="1"/>
              <a:t>STUDENT NAME:</a:t>
            </a:r>
          </a:p>
          <a:p>
            <a:endParaRPr lang="en-AU" sz="2000" b="1"/>
          </a:p>
        </p:txBody>
      </p:sp>
      <p:sp>
        <p:nvSpPr>
          <p:cNvPr id="10" name="TextBox 9">
            <a:extLst>
              <a:ext uri="{FF2B5EF4-FFF2-40B4-BE49-F238E27FC236}">
                <a16:creationId xmlns:a16="http://schemas.microsoft.com/office/drawing/2014/main" id="{D5EA2494-1056-F4F4-B08D-8489DC90DA94}"/>
              </a:ext>
            </a:extLst>
          </p:cNvPr>
          <p:cNvSpPr txBox="1"/>
          <p:nvPr/>
        </p:nvSpPr>
        <p:spPr>
          <a:xfrm>
            <a:off x="6940775" y="2931429"/>
            <a:ext cx="4755516" cy="3064669"/>
          </a:xfrm>
          <a:prstGeom prst="roundRect">
            <a:avLst/>
          </a:prstGeom>
          <a:solidFill>
            <a:schemeClr val="accent1">
              <a:lumMod val="50000"/>
            </a:schemeClr>
          </a:solidFill>
          <a:ln w="12700">
            <a:solidFill>
              <a:schemeClr val="tx1"/>
            </a:solidFill>
            <a:prstDash val="dash"/>
          </a:ln>
        </p:spPr>
        <p:txBody>
          <a:bodyPr wrap="square" rtlCol="0">
            <a:spAutoFit/>
          </a:bodyPr>
          <a:lstStyle/>
          <a:p>
            <a:pPr algn="ctr"/>
            <a:r>
              <a:rPr lang="en-US" b="1">
                <a:solidFill>
                  <a:schemeClr val="bg1"/>
                </a:solidFill>
              </a:rPr>
              <a:t>RESOLVED WORK</a:t>
            </a:r>
          </a:p>
          <a:p>
            <a:pPr algn="ctr"/>
            <a:r>
              <a:rPr lang="en-US" b="1">
                <a:solidFill>
                  <a:schemeClr val="bg1"/>
                </a:solidFill>
              </a:rPr>
              <a:t>Context Options</a:t>
            </a:r>
          </a:p>
          <a:p>
            <a:pPr algn="ctr"/>
            <a:endParaRPr lang="en-US">
              <a:solidFill>
                <a:schemeClr val="bg1"/>
              </a:solidFill>
            </a:endParaRPr>
          </a:p>
          <a:p>
            <a:r>
              <a:rPr lang="en-US" sz="1600" b="1">
                <a:solidFill>
                  <a:schemeClr val="bg1"/>
                </a:solidFill>
              </a:rPr>
              <a:t>Cultural signals </a:t>
            </a:r>
            <a:r>
              <a:rPr lang="en-US" sz="1600">
                <a:solidFill>
                  <a:schemeClr val="bg1"/>
                </a:solidFill>
              </a:rPr>
              <a:t>- Cultural and formal context</a:t>
            </a:r>
          </a:p>
          <a:p>
            <a:endParaRPr lang="en-US" sz="1000">
              <a:solidFill>
                <a:schemeClr val="bg1"/>
              </a:solidFill>
            </a:endParaRPr>
          </a:p>
          <a:p>
            <a:r>
              <a:rPr lang="en-US" sz="1600" b="1">
                <a:solidFill>
                  <a:schemeClr val="bg1"/>
                </a:solidFill>
              </a:rPr>
              <a:t>Gender-specific</a:t>
            </a:r>
            <a:r>
              <a:rPr lang="en-US" sz="1600">
                <a:solidFill>
                  <a:schemeClr val="bg1"/>
                </a:solidFill>
              </a:rPr>
              <a:t> - Cultural context</a:t>
            </a:r>
          </a:p>
          <a:p>
            <a:endParaRPr lang="en-US" sz="1000">
              <a:solidFill>
                <a:schemeClr val="bg1"/>
              </a:solidFill>
            </a:endParaRPr>
          </a:p>
          <a:p>
            <a:r>
              <a:rPr lang="en-US" sz="1600" b="1">
                <a:solidFill>
                  <a:schemeClr val="bg1"/>
                </a:solidFill>
              </a:rPr>
              <a:t>Repetition </a:t>
            </a:r>
            <a:r>
              <a:rPr lang="en-US" sz="1600">
                <a:solidFill>
                  <a:schemeClr val="bg1"/>
                </a:solidFill>
              </a:rPr>
              <a:t>- Formal context</a:t>
            </a:r>
          </a:p>
          <a:p>
            <a:endParaRPr lang="en-US" sz="1000">
              <a:solidFill>
                <a:schemeClr val="bg1"/>
              </a:solidFill>
            </a:endParaRPr>
          </a:p>
          <a:p>
            <a:r>
              <a:rPr lang="en-US" sz="1600" b="1">
                <a:solidFill>
                  <a:schemeClr val="bg1"/>
                </a:solidFill>
              </a:rPr>
              <a:t>Changing</a:t>
            </a:r>
            <a:r>
              <a:rPr lang="en-US" sz="1600">
                <a:solidFill>
                  <a:schemeClr val="bg1"/>
                </a:solidFill>
              </a:rPr>
              <a:t> - Formal context</a:t>
            </a:r>
          </a:p>
          <a:p>
            <a:endParaRPr lang="en-US" sz="1000">
              <a:solidFill>
                <a:schemeClr val="bg1"/>
              </a:solidFill>
            </a:endParaRPr>
          </a:p>
          <a:p>
            <a:r>
              <a:rPr lang="en-US" sz="1600" b="1">
                <a:solidFill>
                  <a:schemeClr val="bg1"/>
                </a:solidFill>
              </a:rPr>
              <a:t>Abstracted land </a:t>
            </a:r>
            <a:r>
              <a:rPr lang="en-US" sz="1600">
                <a:solidFill>
                  <a:schemeClr val="bg1"/>
                </a:solidFill>
              </a:rPr>
              <a:t>- Cultural and formal context</a:t>
            </a:r>
          </a:p>
        </p:txBody>
      </p:sp>
      <p:sp>
        <p:nvSpPr>
          <p:cNvPr id="11" name="Arrow: Down 10">
            <a:extLst>
              <a:ext uri="{FF2B5EF4-FFF2-40B4-BE49-F238E27FC236}">
                <a16:creationId xmlns:a16="http://schemas.microsoft.com/office/drawing/2014/main" id="{0C2DB54E-B063-9B66-37DF-1E2F179484F9}"/>
              </a:ext>
            </a:extLst>
          </p:cNvPr>
          <p:cNvSpPr/>
          <p:nvPr/>
        </p:nvSpPr>
        <p:spPr>
          <a:xfrm rot="15586374">
            <a:off x="6306116" y="4090394"/>
            <a:ext cx="424543" cy="1415937"/>
          </a:xfrm>
          <a:prstGeom prst="downArrow">
            <a:avLst/>
          </a:prstGeom>
          <a:solidFill>
            <a:srgbClr val="BAA673"/>
          </a:solidFill>
          <a:ln>
            <a:solidFill>
              <a:srgbClr val="2B2E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2949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FFA101F-8E35-CC58-C5C9-1C00949CFB5E}"/>
              </a:ext>
            </a:extLst>
          </p:cNvPr>
          <p:cNvSpPr txBox="1"/>
          <p:nvPr/>
        </p:nvSpPr>
        <p:spPr>
          <a:xfrm>
            <a:off x="174794" y="218361"/>
            <a:ext cx="3823769" cy="6158861"/>
          </a:xfrm>
          <a:prstGeom prst="roundRect">
            <a:avLst/>
          </a:prstGeom>
          <a:solidFill>
            <a:srgbClr val="BAA673"/>
          </a:solidFill>
          <a:ln w="19050">
            <a:solidFill>
              <a:schemeClr val="tx1"/>
            </a:solidFill>
            <a:prstDash val="dash"/>
          </a:ln>
        </p:spPr>
        <p:txBody>
          <a:bodyPr wrap="square" rtlCol="0">
            <a:spAutoFit/>
          </a:bodyPr>
          <a:lstStyle/>
          <a:p>
            <a:pPr marL="0" marR="0">
              <a:lnSpc>
                <a:spcPct val="115000"/>
              </a:lnSpc>
              <a:spcBef>
                <a:spcPts val="0"/>
              </a:spcBef>
              <a:spcAft>
                <a:spcPts val="1000"/>
              </a:spcAft>
            </a:pPr>
            <a:r>
              <a:rPr lang="en-US" sz="2400" b="1">
                <a:effectLst/>
                <a:ea typeface="Calibri" panose="020F0502020204030204" pitchFamily="34" charset="0"/>
                <a:cs typeface="Calibri" panose="020F0502020204030204" pitchFamily="34" charset="0"/>
              </a:rPr>
              <a:t>Task Overview</a:t>
            </a:r>
          </a:p>
          <a:p>
            <a:pPr marL="0" marR="0">
              <a:spcBef>
                <a:spcPts val="0"/>
              </a:spcBef>
            </a:pPr>
            <a:r>
              <a:rPr lang="en-US" sz="1600" b="1">
                <a:effectLst/>
                <a:ea typeface="Calibri" panose="020F0502020204030204" pitchFamily="34" charset="0"/>
                <a:cs typeface="Calibri" panose="020F0502020204030204" pitchFamily="34" charset="0"/>
              </a:rPr>
              <a:t>Response Type: Resolved work</a:t>
            </a:r>
          </a:p>
          <a:p>
            <a:pPr marL="0" marR="0">
              <a:spcBef>
                <a:spcPts val="0"/>
              </a:spcBef>
            </a:pPr>
            <a:r>
              <a:rPr lang="en-US" sz="1600" b="1">
                <a:effectLst/>
                <a:ea typeface="Calibri" panose="020F0502020204030204" pitchFamily="34" charset="0"/>
                <a:cs typeface="Calibri" panose="020F0502020204030204" pitchFamily="34" charset="0"/>
              </a:rPr>
              <a:t>Duration: </a:t>
            </a:r>
            <a:r>
              <a:rPr lang="en-US" sz="1600" b="1">
                <a:ea typeface="Calibri" panose="020F0502020204030204" pitchFamily="34" charset="0"/>
                <a:cs typeface="Calibri" panose="020F0502020204030204" pitchFamily="34" charset="0"/>
              </a:rPr>
              <a:t>5 </a:t>
            </a:r>
            <a:r>
              <a:rPr lang="en-US" sz="1600" b="1">
                <a:effectLst/>
                <a:ea typeface="Calibri" panose="020F0502020204030204" pitchFamily="34" charset="0"/>
                <a:cs typeface="Calibri" panose="020F0502020204030204" pitchFamily="34" charset="0"/>
              </a:rPr>
              <a:t>weeks</a:t>
            </a:r>
          </a:p>
          <a:p>
            <a:pPr marL="0" marR="0">
              <a:spcBef>
                <a:spcPts val="0"/>
              </a:spcBef>
            </a:pPr>
            <a:r>
              <a:rPr lang="en-US" sz="1600" b="1">
                <a:effectLst/>
                <a:ea typeface="Calibri" panose="020F0502020204030204" pitchFamily="34" charset="0"/>
                <a:cs typeface="Calibri" panose="020F0502020204030204" pitchFamily="34" charset="0"/>
              </a:rPr>
              <a:t>Media: </a:t>
            </a:r>
            <a:r>
              <a:rPr lang="en-US" sz="1600" b="1">
                <a:ea typeface="Calibri" panose="020F0502020204030204" pitchFamily="34" charset="0"/>
                <a:cs typeface="Calibri" panose="020F0502020204030204" pitchFamily="34" charset="0"/>
              </a:rPr>
              <a:t>2D, 3D or </a:t>
            </a:r>
            <a:r>
              <a:rPr lang="en-US" sz="1600" b="1">
                <a:effectLst/>
                <a:ea typeface="Calibri" panose="020F0502020204030204" pitchFamily="34" charset="0"/>
                <a:cs typeface="Calibri" panose="020F0502020204030204" pitchFamily="34" charset="0"/>
              </a:rPr>
              <a:t>time-based</a:t>
            </a:r>
          </a:p>
          <a:p>
            <a:pPr marL="0" marR="0">
              <a:spcBef>
                <a:spcPts val="0"/>
              </a:spcBef>
            </a:pPr>
            <a:r>
              <a:rPr lang="en-US" sz="1600" b="1">
                <a:effectLst/>
                <a:ea typeface="Calibri" panose="020F0502020204030204" pitchFamily="34" charset="0"/>
                <a:cs typeface="Calibri" panose="020F0502020204030204" pitchFamily="34" charset="0"/>
              </a:rPr>
              <a:t>Focus: Codes, symbols, and signs</a:t>
            </a:r>
          </a:p>
          <a:p>
            <a:pPr marL="0" marR="0">
              <a:spcBef>
                <a:spcPts val="0"/>
              </a:spcBef>
              <a:spcAft>
                <a:spcPts val="1000"/>
              </a:spcAft>
            </a:pPr>
            <a:endParaRPr lang="en-US" sz="1600" b="1">
              <a:effectLst/>
              <a:ea typeface="Calibri" panose="020F0502020204030204" pitchFamily="34" charset="0"/>
              <a:cs typeface="Calibri" panose="020F0502020204030204" pitchFamily="34" charset="0"/>
            </a:endParaRPr>
          </a:p>
          <a:p>
            <a:pPr marL="0" marR="0">
              <a:spcBef>
                <a:spcPts val="0"/>
              </a:spcBef>
            </a:pPr>
            <a:r>
              <a:rPr lang="en-US" sz="1600" b="1">
                <a:effectLst/>
                <a:ea typeface="Calibri" panose="020F0502020204030204" pitchFamily="34" charset="0"/>
                <a:cs typeface="Calibri" panose="020F0502020204030204" pitchFamily="34" charset="0"/>
              </a:rPr>
              <a:t>Supporting Evidence :</a:t>
            </a:r>
          </a:p>
          <a:p>
            <a:pPr marL="0" marR="0">
              <a:spcBef>
                <a:spcPts val="0"/>
              </a:spcBef>
            </a:pPr>
            <a:r>
              <a:rPr lang="en-US" sz="1600">
                <a:effectLst/>
                <a:ea typeface="Calibri" panose="020F0502020204030204" pitchFamily="34" charset="0"/>
                <a:cs typeface="Calibri" panose="020F0502020204030204" pitchFamily="34" charset="0"/>
              </a:rPr>
              <a:t>3-5 pages, slides showing: </a:t>
            </a:r>
          </a:p>
          <a:p>
            <a:pPr marL="285750" marR="0" indent="-285750">
              <a:spcBef>
                <a:spcPts val="0"/>
              </a:spcBef>
              <a:buFont typeface="Arial" panose="020B0604020202020204" pitchFamily="34" charset="0"/>
              <a:buChar char="•"/>
            </a:pPr>
            <a:r>
              <a:rPr lang="en-US" sz="1600">
                <a:effectLst/>
                <a:ea typeface="Calibri" panose="020F0502020204030204" pitchFamily="34" charset="0"/>
                <a:cs typeface="Calibri" panose="020F0502020204030204" pitchFamily="34" charset="0"/>
              </a:rPr>
              <a:t>Development and research of ideas</a:t>
            </a:r>
          </a:p>
          <a:p>
            <a:pPr marL="285750" marR="0" indent="-285750">
              <a:spcBef>
                <a:spcPts val="0"/>
              </a:spcBef>
              <a:buFont typeface="Arial" panose="020B0604020202020204" pitchFamily="34" charset="0"/>
              <a:buChar char="•"/>
            </a:pPr>
            <a:r>
              <a:rPr lang="en-US" sz="1600">
                <a:effectLst/>
                <a:ea typeface="Calibri" panose="020F0502020204030204" pitchFamily="34" charset="0"/>
                <a:cs typeface="Calibri" panose="020F0502020204030204" pitchFamily="34" charset="0"/>
              </a:rPr>
              <a:t>Sketches, annotated experiments, and images</a:t>
            </a:r>
          </a:p>
          <a:p>
            <a:pPr marL="285750" marR="0" indent="-285750">
              <a:spcBef>
                <a:spcPts val="0"/>
              </a:spcBef>
              <a:buFont typeface="Arial" panose="020B0604020202020204" pitchFamily="34" charset="0"/>
              <a:buChar char="•"/>
            </a:pPr>
            <a:r>
              <a:rPr lang="en-US" sz="1600">
                <a:effectLst/>
                <a:ea typeface="Calibri" panose="020F0502020204030204" pitchFamily="34" charset="0"/>
                <a:cs typeface="Calibri" panose="020F0502020204030204" pitchFamily="34" charset="0"/>
              </a:rPr>
              <a:t>Notes, photographs, and collections of stimulus</a:t>
            </a:r>
          </a:p>
          <a:p>
            <a:pPr marL="285750" marR="0" indent="-285750">
              <a:spcBef>
                <a:spcPts val="0"/>
              </a:spcBef>
              <a:buFont typeface="Arial" panose="020B0604020202020204" pitchFamily="34" charset="0"/>
              <a:buChar char="•"/>
            </a:pPr>
            <a:r>
              <a:rPr lang="en-US" sz="1600">
                <a:effectLst/>
                <a:ea typeface="Calibri" panose="020F0502020204030204" pitchFamily="34" charset="0"/>
                <a:cs typeface="Calibri" panose="020F0502020204030204" pitchFamily="34" charset="0"/>
              </a:rPr>
              <a:t>Reflective commentary</a:t>
            </a:r>
          </a:p>
          <a:p>
            <a:pPr marL="0" marR="0">
              <a:spcBef>
                <a:spcPts val="0"/>
              </a:spcBef>
            </a:pPr>
            <a:endParaRPr lang="en-US" sz="1400">
              <a:ea typeface="Calibri" panose="020F0502020204030204" pitchFamily="34" charset="0"/>
              <a:cs typeface="Calibri" panose="020F0502020204030204" pitchFamily="34" charset="0"/>
            </a:endParaRPr>
          </a:p>
          <a:p>
            <a:pPr marR="0">
              <a:spcBef>
                <a:spcPts val="0"/>
              </a:spcBef>
            </a:pPr>
            <a:endParaRPr lang="en-US">
              <a:effectLst/>
              <a:ea typeface="Calibri" panose="020F0502020204030204" pitchFamily="34" charset="0"/>
              <a:cs typeface="Calibri" panose="020F0502020204030204" pitchFamily="34" charset="0"/>
            </a:endParaRPr>
          </a:p>
          <a:p>
            <a:pPr marR="0" algn="ctr">
              <a:spcBef>
                <a:spcPts val="0"/>
              </a:spcBef>
            </a:pPr>
            <a:r>
              <a:rPr lang="en-US" b="1" u="sng">
                <a:ea typeface="Calibri" panose="020F0502020204030204" pitchFamily="34" charset="0"/>
                <a:cs typeface="Calibri" panose="020F0502020204030204" pitchFamily="34" charset="0"/>
              </a:rPr>
              <a:t>MINIMUM </a:t>
            </a:r>
          </a:p>
          <a:p>
            <a:pPr marR="0" algn="ctr">
              <a:spcBef>
                <a:spcPts val="0"/>
              </a:spcBef>
            </a:pPr>
            <a:r>
              <a:rPr lang="en-US" b="1" u="sng">
                <a:ea typeface="Calibri" panose="020F0502020204030204" pitchFamily="34" charset="0"/>
                <a:cs typeface="Calibri" panose="020F0502020204030204" pitchFamily="34" charset="0"/>
              </a:rPr>
              <a:t>3 MENTOR ARTISTS </a:t>
            </a:r>
          </a:p>
          <a:p>
            <a:pPr marR="0" algn="ctr">
              <a:spcBef>
                <a:spcPts val="0"/>
              </a:spcBef>
            </a:pPr>
            <a:r>
              <a:rPr lang="en-US" b="1" u="sng">
                <a:ea typeface="Calibri" panose="020F0502020204030204" pitchFamily="34" charset="0"/>
                <a:cs typeface="Calibri" panose="020F0502020204030204" pitchFamily="34" charset="0"/>
              </a:rPr>
              <a:t>&amp;</a:t>
            </a:r>
          </a:p>
          <a:p>
            <a:pPr marR="0" algn="ctr">
              <a:spcBef>
                <a:spcPts val="0"/>
              </a:spcBef>
            </a:pPr>
            <a:r>
              <a:rPr lang="en-US" b="1" u="sng">
                <a:ea typeface="Calibri" panose="020F0502020204030204" pitchFamily="34" charset="0"/>
                <a:cs typeface="Calibri" panose="020F0502020204030204" pitchFamily="34" charset="0"/>
              </a:rPr>
              <a:t>3 EXPERIMENTAL WORKS </a:t>
            </a:r>
            <a:endParaRPr lang="en-US" b="1" u="sng">
              <a:effectLst/>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AE80063-78D8-424F-4E07-D5E53A290025}"/>
              </a:ext>
            </a:extLst>
          </p:cNvPr>
          <p:cNvSpPr txBox="1"/>
          <p:nvPr/>
        </p:nvSpPr>
        <p:spPr>
          <a:xfrm>
            <a:off x="4736275" y="683093"/>
            <a:ext cx="6914328" cy="4524315"/>
          </a:xfrm>
          <a:prstGeom prst="rect">
            <a:avLst/>
          </a:prstGeom>
          <a:solidFill>
            <a:schemeClr val="bg1"/>
          </a:solidFill>
          <a:ln w="12700">
            <a:solidFill>
              <a:srgbClr val="FF0000"/>
            </a:solidFill>
            <a:prstDash val="solid"/>
          </a:ln>
        </p:spPr>
        <p:txBody>
          <a:bodyPr wrap="square" rtlCol="0">
            <a:spAutoFit/>
          </a:bodyPr>
          <a:lstStyle/>
          <a:p>
            <a:r>
              <a:rPr lang="en-US" sz="2400" b="1">
                <a:solidFill>
                  <a:srgbClr val="FF0000"/>
                </a:solidFill>
              </a:rPr>
              <a:t>Instructions for PowerPoint:</a:t>
            </a:r>
            <a:r>
              <a:rPr lang="en-US" sz="2400">
                <a:solidFill>
                  <a:srgbClr val="FF0000"/>
                </a:solidFill>
              </a:rPr>
              <a:t> </a:t>
            </a:r>
            <a:r>
              <a:rPr lang="en-US" sz="2400" i="1">
                <a:solidFill>
                  <a:srgbClr val="FF0000"/>
                </a:solidFill>
              </a:rPr>
              <a:t>(in red — delete once complete)</a:t>
            </a:r>
          </a:p>
          <a:p>
            <a:endParaRPr lang="en-US" sz="2400" i="1">
              <a:solidFill>
                <a:srgbClr val="FF0000"/>
              </a:solidFill>
            </a:endParaRPr>
          </a:p>
          <a:p>
            <a:pPr marL="457200" indent="-457200">
              <a:buFont typeface="+mj-lt"/>
              <a:buAutoNum type="arabicPeriod"/>
            </a:pPr>
            <a:r>
              <a:rPr lang="en-US" sz="2400">
                <a:solidFill>
                  <a:srgbClr val="FF0000"/>
                </a:solidFill>
              </a:rPr>
              <a:t>Complete each section in full sentences.</a:t>
            </a:r>
          </a:p>
          <a:p>
            <a:pPr marL="457200" indent="-457200">
              <a:buFont typeface="+mj-lt"/>
              <a:buAutoNum type="arabicPeriod"/>
            </a:pPr>
            <a:endParaRPr lang="en-US" sz="2400">
              <a:solidFill>
                <a:srgbClr val="FF0000"/>
              </a:solidFill>
            </a:endParaRPr>
          </a:p>
          <a:p>
            <a:pPr marL="457200" indent="-457200">
              <a:buFont typeface="+mj-lt"/>
              <a:buAutoNum type="arabicPeriod"/>
            </a:pPr>
            <a:r>
              <a:rPr lang="en-US" sz="2400">
                <a:solidFill>
                  <a:srgbClr val="FF0000"/>
                </a:solidFill>
              </a:rPr>
              <a:t>Connect your resolved work to your inquiry question, mentor artists, and chosen focus.</a:t>
            </a:r>
          </a:p>
          <a:p>
            <a:pPr marL="457200" indent="-457200">
              <a:buFont typeface="+mj-lt"/>
              <a:buAutoNum type="arabicPeriod"/>
            </a:pPr>
            <a:endParaRPr lang="en-US" sz="2400">
              <a:solidFill>
                <a:srgbClr val="FF0000"/>
              </a:solidFill>
            </a:endParaRPr>
          </a:p>
          <a:p>
            <a:pPr marL="457200" indent="-457200">
              <a:buFont typeface="+mj-lt"/>
              <a:buAutoNum type="arabicPeriod"/>
            </a:pPr>
            <a:r>
              <a:rPr lang="en-US" sz="2400">
                <a:solidFill>
                  <a:srgbClr val="FF0000"/>
                </a:solidFill>
              </a:rPr>
              <a:t>Remove all red text before submitting your work.</a:t>
            </a:r>
          </a:p>
          <a:p>
            <a:pPr marL="457200" indent="-457200">
              <a:buFont typeface="+mj-lt"/>
              <a:buAutoNum type="arabicPeriod"/>
            </a:pPr>
            <a:endParaRPr lang="en-US" sz="2400">
              <a:solidFill>
                <a:srgbClr val="FF0000"/>
              </a:solidFill>
            </a:endParaRPr>
          </a:p>
          <a:p>
            <a:pPr marL="457200" indent="-457200">
              <a:buFont typeface="+mj-lt"/>
              <a:buAutoNum type="arabicPeriod"/>
            </a:pPr>
            <a:r>
              <a:rPr lang="en-US" sz="2400">
                <a:solidFill>
                  <a:srgbClr val="FF0000"/>
                </a:solidFill>
              </a:rPr>
              <a:t>Save your final file as a PDF.</a:t>
            </a:r>
          </a:p>
        </p:txBody>
      </p:sp>
      <p:sp>
        <p:nvSpPr>
          <p:cNvPr id="11" name="Oval 10">
            <a:extLst>
              <a:ext uri="{FF2B5EF4-FFF2-40B4-BE49-F238E27FC236}">
                <a16:creationId xmlns:a16="http://schemas.microsoft.com/office/drawing/2014/main" id="{7C20CD75-291C-6ECF-9002-EE3D354B754C}"/>
              </a:ext>
            </a:extLst>
          </p:cNvPr>
          <p:cNvSpPr/>
          <p:nvPr/>
        </p:nvSpPr>
        <p:spPr>
          <a:xfrm>
            <a:off x="4881779" y="5393410"/>
            <a:ext cx="7135427" cy="1255363"/>
          </a:xfrm>
          <a:custGeom>
            <a:avLst/>
            <a:gdLst>
              <a:gd name="connsiteX0" fmla="*/ 0 w 7135427"/>
              <a:gd name="connsiteY0" fmla="*/ 627682 h 1255363"/>
              <a:gd name="connsiteX1" fmla="*/ 3567714 w 7135427"/>
              <a:gd name="connsiteY1" fmla="*/ 0 h 1255363"/>
              <a:gd name="connsiteX2" fmla="*/ 7135428 w 7135427"/>
              <a:gd name="connsiteY2" fmla="*/ 627682 h 1255363"/>
              <a:gd name="connsiteX3" fmla="*/ 3567714 w 7135427"/>
              <a:gd name="connsiteY3" fmla="*/ 1255364 h 1255363"/>
              <a:gd name="connsiteX4" fmla="*/ 0 w 7135427"/>
              <a:gd name="connsiteY4" fmla="*/ 627682 h 125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5427" h="1255363" fill="none" extrusionOk="0">
                <a:moveTo>
                  <a:pt x="0" y="627682"/>
                </a:moveTo>
                <a:cubicBezTo>
                  <a:pt x="272901" y="509086"/>
                  <a:pt x="1467085" y="-163321"/>
                  <a:pt x="3567714" y="0"/>
                </a:cubicBezTo>
                <a:cubicBezTo>
                  <a:pt x="5527089" y="692"/>
                  <a:pt x="7125439" y="321391"/>
                  <a:pt x="7135428" y="627682"/>
                </a:cubicBezTo>
                <a:cubicBezTo>
                  <a:pt x="7135587" y="927079"/>
                  <a:pt x="5349682" y="1319847"/>
                  <a:pt x="3567714" y="1255364"/>
                </a:cubicBezTo>
                <a:cubicBezTo>
                  <a:pt x="1583065" y="1236920"/>
                  <a:pt x="50068" y="946260"/>
                  <a:pt x="0" y="627682"/>
                </a:cubicBezTo>
                <a:close/>
              </a:path>
              <a:path w="7135427" h="1255363" stroke="0" extrusionOk="0">
                <a:moveTo>
                  <a:pt x="0" y="627682"/>
                </a:moveTo>
                <a:cubicBezTo>
                  <a:pt x="-109266" y="79535"/>
                  <a:pt x="1651858" y="-24322"/>
                  <a:pt x="3567714" y="0"/>
                </a:cubicBezTo>
                <a:cubicBezTo>
                  <a:pt x="5571241" y="70239"/>
                  <a:pt x="7089316" y="302522"/>
                  <a:pt x="7135428" y="627682"/>
                </a:cubicBezTo>
                <a:cubicBezTo>
                  <a:pt x="6879149" y="751949"/>
                  <a:pt x="5869335" y="1132259"/>
                  <a:pt x="3567714" y="1255364"/>
                </a:cubicBezTo>
                <a:cubicBezTo>
                  <a:pt x="1541573" y="1197261"/>
                  <a:pt x="66328" y="1024601"/>
                  <a:pt x="0" y="627682"/>
                </a:cubicBezTo>
                <a:close/>
              </a:path>
            </a:pathLst>
          </a:custGeom>
          <a:solidFill>
            <a:srgbClr val="002060"/>
          </a:solidFill>
          <a:ln w="3175">
            <a:solidFill>
              <a:schemeClr val="accent1">
                <a:lumMod val="50000"/>
              </a:schemeClr>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600"/>
              <a:t>Follow this scaffold carefully to ensure your work addresses all four FIA3 criteria: </a:t>
            </a:r>
          </a:p>
          <a:p>
            <a:pPr lvl="0" algn="ctr"/>
            <a:r>
              <a:rPr lang="en-US" sz="1600" b="1"/>
              <a:t>Researching</a:t>
            </a:r>
            <a:r>
              <a:rPr lang="en-US" sz="1600"/>
              <a:t>, </a:t>
            </a:r>
            <a:r>
              <a:rPr lang="en-US" sz="1600" b="1"/>
              <a:t>Developing</a:t>
            </a:r>
            <a:r>
              <a:rPr lang="en-US" sz="1600"/>
              <a:t>, </a:t>
            </a:r>
            <a:r>
              <a:rPr lang="en-US" sz="1600" b="1"/>
              <a:t>Reflecting</a:t>
            </a:r>
            <a:r>
              <a:rPr lang="en-US" sz="1600"/>
              <a:t>, </a:t>
            </a:r>
            <a:r>
              <a:rPr lang="en-US" sz="1600" b="1"/>
              <a:t>Resolving</a:t>
            </a:r>
            <a:r>
              <a:rPr lang="en-US" sz="1600"/>
              <a:t>.</a:t>
            </a:r>
            <a:endParaRPr lang="en-AU" sz="1600"/>
          </a:p>
        </p:txBody>
      </p:sp>
      <p:sp>
        <p:nvSpPr>
          <p:cNvPr id="12" name="Star: 5 Points 11">
            <a:extLst>
              <a:ext uri="{FF2B5EF4-FFF2-40B4-BE49-F238E27FC236}">
                <a16:creationId xmlns:a16="http://schemas.microsoft.com/office/drawing/2014/main" id="{9D2CE524-69DF-1E16-8FC0-BCD8C58B8A33}"/>
              </a:ext>
            </a:extLst>
          </p:cNvPr>
          <p:cNvSpPr/>
          <p:nvPr/>
        </p:nvSpPr>
        <p:spPr>
          <a:xfrm>
            <a:off x="5296546" y="5999744"/>
            <a:ext cx="674176" cy="649029"/>
          </a:xfrm>
          <a:prstGeom prst="star5">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1043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7BD600FA-3C29-3B2B-2F57-C6C269E32B64}"/>
              </a:ext>
            </a:extLst>
          </p:cNvPr>
          <p:cNvSpPr/>
          <p:nvPr/>
        </p:nvSpPr>
        <p:spPr>
          <a:xfrm>
            <a:off x="263471" y="246889"/>
            <a:ext cx="5997844" cy="2281476"/>
          </a:xfrm>
          <a:prstGeom prst="round2DiagRect">
            <a:avLst/>
          </a:prstGeom>
          <a:solidFill>
            <a:schemeClr val="bg1"/>
          </a:solidFill>
          <a:ln w="19050">
            <a:solidFill>
              <a:schemeClr val="tx1"/>
            </a:solidFill>
            <a:prstDash val="dash"/>
          </a:ln>
        </p:spPr>
        <p:txBody>
          <a:bodyPr wrap="square">
            <a:spAutoFit/>
          </a:bodyPr>
          <a:lstStyle/>
          <a:p>
            <a:r>
              <a:rPr lang="en-US" sz="1600" b="1"/>
              <a:t>Task PART A: RESPONDING </a:t>
            </a:r>
          </a:p>
          <a:p>
            <a:endParaRPr lang="en-US" sz="1400" b="1"/>
          </a:p>
          <a:p>
            <a:r>
              <a:rPr lang="en-US" sz="1400" b="1"/>
              <a:t>Review:</a:t>
            </a:r>
            <a:r>
              <a:rPr lang="en-US" sz="1400"/>
              <a:t> Look back at your experimental work from the five teacher-directed focus areas.</a:t>
            </a:r>
            <a:br>
              <a:rPr lang="en-US" sz="1400"/>
            </a:br>
            <a:r>
              <a:rPr lang="en-US" sz="1400" b="1"/>
              <a:t>Select:</a:t>
            </a:r>
            <a:r>
              <a:rPr lang="en-US" sz="1400"/>
              <a:t> Choose one focus area to extend into a resolved artwork.</a:t>
            </a:r>
            <a:br>
              <a:rPr lang="en-US" sz="1400"/>
            </a:br>
            <a:r>
              <a:rPr lang="en-US" sz="1400" b="1"/>
              <a:t>Inquiry Question:</a:t>
            </a:r>
            <a:r>
              <a:rPr lang="en-US" sz="1400"/>
              <a:t> Write a question related to your chosen focus that will drive your inquiry.</a:t>
            </a:r>
            <a:br>
              <a:rPr lang="en-US" sz="1400"/>
            </a:br>
            <a:r>
              <a:rPr lang="en-US" sz="1400" b="1"/>
              <a:t>Research:</a:t>
            </a:r>
            <a:r>
              <a:rPr lang="en-US" sz="1400"/>
              <a:t> Explore new ideas, test alternate visual solutions, and extend your knowledge of codes, symbols, and visual language.</a:t>
            </a:r>
            <a:endParaRPr lang="en-US" sz="1400" b="1"/>
          </a:p>
        </p:txBody>
      </p:sp>
      <p:sp>
        <p:nvSpPr>
          <p:cNvPr id="3" name="Rectangle: Diagonal Corners Rounded 2">
            <a:extLst>
              <a:ext uri="{FF2B5EF4-FFF2-40B4-BE49-F238E27FC236}">
                <a16:creationId xmlns:a16="http://schemas.microsoft.com/office/drawing/2014/main" id="{9B488F73-97B1-33BC-24C8-08D139FD438E}"/>
              </a:ext>
            </a:extLst>
          </p:cNvPr>
          <p:cNvSpPr/>
          <p:nvPr/>
        </p:nvSpPr>
        <p:spPr>
          <a:xfrm>
            <a:off x="263471" y="4024894"/>
            <a:ext cx="6338807" cy="2043113"/>
          </a:xfrm>
          <a:prstGeom prst="round2DiagRect">
            <a:avLst/>
          </a:prstGeom>
          <a:solidFill>
            <a:schemeClr val="bg1"/>
          </a:solidFill>
          <a:ln w="12700">
            <a:solidFill>
              <a:schemeClr val="tx1"/>
            </a:solidFill>
            <a:prstDash val="dash"/>
          </a:ln>
        </p:spPr>
        <p:txBody>
          <a:bodyPr wrap="square">
            <a:spAutoFit/>
          </a:bodyPr>
          <a:lstStyle/>
          <a:p>
            <a:r>
              <a:rPr lang="en-US" sz="1600" b="1"/>
              <a:t>Task PART B: MAKING </a:t>
            </a:r>
          </a:p>
          <a:p>
            <a:endParaRPr lang="en-US" sz="1400" b="1"/>
          </a:p>
          <a:p>
            <a:r>
              <a:rPr lang="en-US" sz="1400" b="1"/>
              <a:t>Consolidate &amp; Refine:</a:t>
            </a:r>
            <a:r>
              <a:rPr lang="en-US" sz="1400"/>
              <a:t> Transform one experimental work into a resolved artwork using chosen media.</a:t>
            </a:r>
            <a:br>
              <a:rPr lang="en-US" sz="1400"/>
            </a:br>
            <a:r>
              <a:rPr lang="en-US" sz="1400" b="1"/>
              <a:t>Develop:</a:t>
            </a:r>
            <a:r>
              <a:rPr lang="en-US" sz="1400"/>
              <a:t> Bring all elements together into a coherent whole that communicates meaning through coded visual language.</a:t>
            </a:r>
            <a:br>
              <a:rPr lang="en-US" sz="1400"/>
            </a:br>
            <a:r>
              <a:rPr lang="en-US" sz="1400" b="1"/>
              <a:t>Resolve &amp; Communicate:</a:t>
            </a:r>
            <a:r>
              <a:rPr lang="en-US" sz="1400"/>
              <a:t> Create a refined work showing depth of research, personal aesthetic, and skilled use of materials.</a:t>
            </a:r>
          </a:p>
        </p:txBody>
      </p:sp>
      <p:sp>
        <p:nvSpPr>
          <p:cNvPr id="4" name="Rectangle: Diagonal Corners Rounded 3">
            <a:extLst>
              <a:ext uri="{FF2B5EF4-FFF2-40B4-BE49-F238E27FC236}">
                <a16:creationId xmlns:a16="http://schemas.microsoft.com/office/drawing/2014/main" id="{BAC5EC65-DE5D-1464-4B9C-DE94EAFD177A}"/>
              </a:ext>
            </a:extLst>
          </p:cNvPr>
          <p:cNvSpPr/>
          <p:nvPr/>
        </p:nvSpPr>
        <p:spPr>
          <a:xfrm>
            <a:off x="8033288" y="644710"/>
            <a:ext cx="3874577" cy="5422106"/>
          </a:xfrm>
          <a:prstGeom prst="round2DiagRect">
            <a:avLst/>
          </a:prstGeom>
          <a:solidFill>
            <a:schemeClr val="bg1"/>
          </a:solidFill>
          <a:ln w="12700">
            <a:solidFill>
              <a:schemeClr val="tx1"/>
            </a:solidFill>
            <a:prstDash val="dash"/>
          </a:ln>
        </p:spPr>
        <p:txBody>
          <a:bodyPr wrap="square">
            <a:spAutoFit/>
          </a:bodyPr>
          <a:lstStyle/>
          <a:p>
            <a:r>
              <a:rPr lang="en-US" sz="1600" b="1"/>
              <a:t>PRESENTED ASSESSMENT  </a:t>
            </a:r>
          </a:p>
          <a:p>
            <a:endParaRPr lang="en-US" sz="1400" b="1"/>
          </a:p>
          <a:p>
            <a:r>
              <a:rPr lang="en-US" sz="1400" b="1"/>
              <a:t>RESPONDING </a:t>
            </a:r>
          </a:p>
          <a:p>
            <a:pPr marL="285750" indent="-285750">
              <a:buFont typeface="Arial" panose="020B0604020202020204" pitchFamily="34" charset="0"/>
              <a:buChar char="•"/>
            </a:pPr>
            <a:r>
              <a:rPr lang="en-US" sz="1400" b="1"/>
              <a:t>Reflective Statement: </a:t>
            </a:r>
            <a:r>
              <a:rPr lang="en-US" sz="1400"/>
              <a:t>Support your experimental folio selection — discuss obstacles, challenges, and successes.</a:t>
            </a:r>
          </a:p>
          <a:p>
            <a:endParaRPr lang="en-US" sz="1400"/>
          </a:p>
          <a:p>
            <a:pPr marL="285750" indent="-285750">
              <a:buFont typeface="Arial" panose="020B0604020202020204" pitchFamily="34" charset="0"/>
              <a:buChar char="•"/>
            </a:pPr>
            <a:r>
              <a:rPr lang="en-US" sz="1400" b="1"/>
              <a:t>Artist Statement</a:t>
            </a:r>
            <a:r>
              <a:rPr lang="en-US" sz="1400"/>
              <a:t>: Explain your interpretation and development of your inquiry.</a:t>
            </a:r>
          </a:p>
          <a:p>
            <a:endParaRPr lang="en-US" sz="1400" b="1"/>
          </a:p>
          <a:p>
            <a:endParaRPr lang="en-US" sz="1400" b="1"/>
          </a:p>
          <a:p>
            <a:r>
              <a:rPr lang="en-US" sz="1400" b="1"/>
              <a:t>MAKING </a:t>
            </a:r>
          </a:p>
          <a:p>
            <a:pPr marL="285750" indent="-285750">
              <a:buFont typeface="Arial" panose="020B0604020202020204" pitchFamily="34" charset="0"/>
              <a:buChar char="•"/>
            </a:pPr>
            <a:r>
              <a:rPr lang="en-US" sz="1400"/>
              <a:t>Select 3 experimental artworks that show your inquiry learning, experimentation, and use of media.</a:t>
            </a:r>
          </a:p>
          <a:p>
            <a:endParaRPr lang="en-US" sz="1400"/>
          </a:p>
          <a:p>
            <a:pPr marL="285750" indent="-285750">
              <a:buFont typeface="Arial" panose="020B0604020202020204" pitchFamily="34" charset="0"/>
              <a:buChar char="•"/>
            </a:pPr>
            <a:r>
              <a:rPr lang="en-US" sz="1400"/>
              <a:t>Display your resolved work in a way that enhances communication of meaning.</a:t>
            </a:r>
          </a:p>
          <a:p>
            <a:pPr marL="285750" indent="-285750">
              <a:buFont typeface="Arial" panose="020B0604020202020204" pitchFamily="34" charset="0"/>
              <a:buChar char="•"/>
            </a:pPr>
            <a:endParaRPr lang="en-US" sz="1400"/>
          </a:p>
          <a:p>
            <a:pPr algn="ctr"/>
            <a:r>
              <a:rPr lang="en-US" sz="1400" b="1" i="1"/>
              <a:t>Ensure all images are clear and correctly labelled. No blurry photos.</a:t>
            </a:r>
          </a:p>
        </p:txBody>
      </p:sp>
      <p:sp>
        <p:nvSpPr>
          <p:cNvPr id="5" name="Oval 4">
            <a:extLst>
              <a:ext uri="{FF2B5EF4-FFF2-40B4-BE49-F238E27FC236}">
                <a16:creationId xmlns:a16="http://schemas.microsoft.com/office/drawing/2014/main" id="{4391DABA-B9D7-63D5-37B1-0C078344470A}"/>
              </a:ext>
            </a:extLst>
          </p:cNvPr>
          <p:cNvSpPr/>
          <p:nvPr/>
        </p:nvSpPr>
        <p:spPr>
          <a:xfrm>
            <a:off x="3190067" y="2450068"/>
            <a:ext cx="4324028" cy="1019609"/>
          </a:xfrm>
          <a:custGeom>
            <a:avLst/>
            <a:gdLst>
              <a:gd name="connsiteX0" fmla="*/ 0 w 4324028"/>
              <a:gd name="connsiteY0" fmla="*/ 509805 h 1019609"/>
              <a:gd name="connsiteX1" fmla="*/ 2162014 w 4324028"/>
              <a:gd name="connsiteY1" fmla="*/ 0 h 1019609"/>
              <a:gd name="connsiteX2" fmla="*/ 4324028 w 4324028"/>
              <a:gd name="connsiteY2" fmla="*/ 509805 h 1019609"/>
              <a:gd name="connsiteX3" fmla="*/ 2162014 w 4324028"/>
              <a:gd name="connsiteY3" fmla="*/ 1019610 h 1019609"/>
              <a:gd name="connsiteX4" fmla="*/ 0 w 4324028"/>
              <a:gd name="connsiteY4" fmla="*/ 509805 h 1019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028" h="1019609" fill="none" extrusionOk="0">
                <a:moveTo>
                  <a:pt x="0" y="509805"/>
                </a:moveTo>
                <a:cubicBezTo>
                  <a:pt x="63691" y="281473"/>
                  <a:pt x="819686" y="-185951"/>
                  <a:pt x="2162014" y="0"/>
                </a:cubicBezTo>
                <a:cubicBezTo>
                  <a:pt x="3344205" y="744"/>
                  <a:pt x="4312540" y="274673"/>
                  <a:pt x="4324028" y="509805"/>
                </a:cubicBezTo>
                <a:cubicBezTo>
                  <a:pt x="4324820" y="555488"/>
                  <a:pt x="3190314" y="1076332"/>
                  <a:pt x="2162014" y="1019610"/>
                </a:cubicBezTo>
                <a:cubicBezTo>
                  <a:pt x="932924" y="974268"/>
                  <a:pt x="30975" y="773990"/>
                  <a:pt x="0" y="509805"/>
                </a:cubicBezTo>
                <a:close/>
              </a:path>
              <a:path w="4324028" h="1019609" stroke="0" extrusionOk="0">
                <a:moveTo>
                  <a:pt x="0" y="509805"/>
                </a:moveTo>
                <a:cubicBezTo>
                  <a:pt x="-83495" y="74280"/>
                  <a:pt x="1012641" y="-19922"/>
                  <a:pt x="2162014" y="0"/>
                </a:cubicBezTo>
                <a:cubicBezTo>
                  <a:pt x="3366511" y="22153"/>
                  <a:pt x="4303516" y="237810"/>
                  <a:pt x="4324028" y="509805"/>
                </a:cubicBezTo>
                <a:cubicBezTo>
                  <a:pt x="4289129" y="761078"/>
                  <a:pt x="3531352" y="954461"/>
                  <a:pt x="2162014" y="1019610"/>
                </a:cubicBezTo>
                <a:cubicBezTo>
                  <a:pt x="962038" y="1013431"/>
                  <a:pt x="31341" y="815112"/>
                  <a:pt x="0" y="509805"/>
                </a:cubicBezTo>
                <a:close/>
              </a:path>
            </a:pathLst>
          </a:custGeom>
          <a:solidFill>
            <a:srgbClr val="BAA673"/>
          </a:solidFill>
          <a:ln w="3175">
            <a:solidFill>
              <a:schemeClr val="tx1"/>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INQUIRY QUESTION: </a:t>
            </a:r>
            <a:r>
              <a:rPr lang="en-US" sz="1200">
                <a:solidFill>
                  <a:schemeClr val="tx1"/>
                </a:solidFill>
              </a:rPr>
              <a:t>Your inquiry question should clearly link your chosen focus to how you will communicate meaning through codes and symbols.</a:t>
            </a:r>
            <a:endParaRPr lang="en-AU" sz="1200">
              <a:solidFill>
                <a:schemeClr val="tx1"/>
              </a:solidFill>
            </a:endParaRPr>
          </a:p>
        </p:txBody>
      </p:sp>
      <p:sp>
        <p:nvSpPr>
          <p:cNvPr id="6" name="Oval 5">
            <a:extLst>
              <a:ext uri="{FF2B5EF4-FFF2-40B4-BE49-F238E27FC236}">
                <a16:creationId xmlns:a16="http://schemas.microsoft.com/office/drawing/2014/main" id="{26DBCE9A-168F-9CA1-3A21-9E75B67B06CD}"/>
              </a:ext>
            </a:extLst>
          </p:cNvPr>
          <p:cNvSpPr/>
          <p:nvPr/>
        </p:nvSpPr>
        <p:spPr>
          <a:xfrm>
            <a:off x="4158711" y="5721760"/>
            <a:ext cx="3874577" cy="977452"/>
          </a:xfrm>
          <a:custGeom>
            <a:avLst/>
            <a:gdLst>
              <a:gd name="connsiteX0" fmla="*/ 0 w 3874577"/>
              <a:gd name="connsiteY0" fmla="*/ 488726 h 977452"/>
              <a:gd name="connsiteX1" fmla="*/ 1937289 w 3874577"/>
              <a:gd name="connsiteY1" fmla="*/ 0 h 977452"/>
              <a:gd name="connsiteX2" fmla="*/ 3874578 w 3874577"/>
              <a:gd name="connsiteY2" fmla="*/ 488726 h 977452"/>
              <a:gd name="connsiteX3" fmla="*/ 1937289 w 3874577"/>
              <a:gd name="connsiteY3" fmla="*/ 977452 h 977452"/>
              <a:gd name="connsiteX4" fmla="*/ 0 w 3874577"/>
              <a:gd name="connsiteY4" fmla="*/ 488726 h 97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4577" h="977452" fill="none" extrusionOk="0">
                <a:moveTo>
                  <a:pt x="0" y="488726"/>
                </a:moveTo>
                <a:cubicBezTo>
                  <a:pt x="123605" y="322106"/>
                  <a:pt x="728159" y="-174557"/>
                  <a:pt x="1937289" y="0"/>
                </a:cubicBezTo>
                <a:cubicBezTo>
                  <a:pt x="2954467" y="3313"/>
                  <a:pt x="3869082" y="241019"/>
                  <a:pt x="3874578" y="488726"/>
                </a:cubicBezTo>
                <a:cubicBezTo>
                  <a:pt x="3875178" y="579911"/>
                  <a:pt x="2942185" y="999710"/>
                  <a:pt x="1937289" y="977452"/>
                </a:cubicBezTo>
                <a:cubicBezTo>
                  <a:pt x="828587" y="927292"/>
                  <a:pt x="38799" y="736881"/>
                  <a:pt x="0" y="488726"/>
                </a:cubicBezTo>
                <a:close/>
              </a:path>
              <a:path w="3874577" h="977452" stroke="0" extrusionOk="0">
                <a:moveTo>
                  <a:pt x="0" y="488726"/>
                </a:moveTo>
                <a:cubicBezTo>
                  <a:pt x="-11017" y="198494"/>
                  <a:pt x="978962" y="-49772"/>
                  <a:pt x="1937289" y="0"/>
                </a:cubicBezTo>
                <a:cubicBezTo>
                  <a:pt x="3012419" y="11012"/>
                  <a:pt x="3818462" y="244973"/>
                  <a:pt x="3874578" y="488726"/>
                </a:cubicBezTo>
                <a:cubicBezTo>
                  <a:pt x="3814213" y="706259"/>
                  <a:pt x="3048674" y="962047"/>
                  <a:pt x="1937289" y="977452"/>
                </a:cubicBezTo>
                <a:cubicBezTo>
                  <a:pt x="847774" y="957045"/>
                  <a:pt x="31111" y="782216"/>
                  <a:pt x="0" y="488726"/>
                </a:cubicBezTo>
                <a:close/>
              </a:path>
            </a:pathLst>
          </a:custGeom>
          <a:solidFill>
            <a:srgbClr val="BAA673"/>
          </a:solidFill>
          <a:ln w="3175">
            <a:solidFill>
              <a:schemeClr val="tx1"/>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Aim </a:t>
            </a:r>
            <a:r>
              <a:rPr lang="en-US" sz="1200">
                <a:solidFill>
                  <a:schemeClr val="tx1"/>
                </a:solidFill>
              </a:rPr>
              <a:t>for technical refinement AND conceptual clarity. Your choices should strengthen audience engagement.</a:t>
            </a:r>
            <a:endParaRPr lang="en-AU" sz="1200">
              <a:solidFill>
                <a:schemeClr val="tx1"/>
              </a:solidFill>
            </a:endParaRPr>
          </a:p>
        </p:txBody>
      </p:sp>
      <p:sp>
        <p:nvSpPr>
          <p:cNvPr id="7" name="Star: 5 Points 6">
            <a:extLst>
              <a:ext uri="{FF2B5EF4-FFF2-40B4-BE49-F238E27FC236}">
                <a16:creationId xmlns:a16="http://schemas.microsoft.com/office/drawing/2014/main" id="{33CEF4EF-A82A-0F29-0666-F6C5D9178672}"/>
              </a:ext>
            </a:extLst>
          </p:cNvPr>
          <p:cNvSpPr/>
          <p:nvPr/>
        </p:nvSpPr>
        <p:spPr>
          <a:xfrm>
            <a:off x="2971800" y="2771687"/>
            <a:ext cx="674176" cy="649029"/>
          </a:xfrm>
          <a:prstGeom prst="star5">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Star: 5 Points 7">
            <a:extLst>
              <a:ext uri="{FF2B5EF4-FFF2-40B4-BE49-F238E27FC236}">
                <a16:creationId xmlns:a16="http://schemas.microsoft.com/office/drawing/2014/main" id="{5D4959BA-D456-3017-F257-460649886302}"/>
              </a:ext>
            </a:extLst>
          </p:cNvPr>
          <p:cNvSpPr/>
          <p:nvPr/>
        </p:nvSpPr>
        <p:spPr>
          <a:xfrm>
            <a:off x="3821623" y="5974195"/>
            <a:ext cx="674176" cy="649029"/>
          </a:xfrm>
          <a:prstGeom prst="star5">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22479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B71F8B-1C8F-B2F2-1498-EE389EFC4215}"/>
              </a:ext>
            </a:extLst>
          </p:cNvPr>
          <p:cNvPicPr>
            <a:picLocks noChangeAspect="1"/>
          </p:cNvPicPr>
          <p:nvPr/>
        </p:nvPicPr>
        <p:blipFill>
          <a:blip r:embed="rId2"/>
          <a:stretch>
            <a:fillRect/>
          </a:stretch>
        </p:blipFill>
        <p:spPr>
          <a:xfrm>
            <a:off x="9174466" y="0"/>
            <a:ext cx="3017534" cy="548012"/>
          </a:xfrm>
          <a:prstGeom prst="rect">
            <a:avLst/>
          </a:prstGeom>
        </p:spPr>
      </p:pic>
      <p:sp>
        <p:nvSpPr>
          <p:cNvPr id="3" name="Rectangle 2">
            <a:extLst>
              <a:ext uri="{FF2B5EF4-FFF2-40B4-BE49-F238E27FC236}">
                <a16:creationId xmlns:a16="http://schemas.microsoft.com/office/drawing/2014/main" id="{0BA3779C-B081-7884-CAF4-1930360646ED}"/>
              </a:ext>
            </a:extLst>
          </p:cNvPr>
          <p:cNvSpPr/>
          <p:nvPr/>
        </p:nvSpPr>
        <p:spPr>
          <a:xfrm>
            <a:off x="2922816" y="4403617"/>
            <a:ext cx="8970747" cy="144388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600" i="1">
              <a:solidFill>
                <a:schemeClr val="tx1"/>
              </a:solidFill>
              <a:latin typeface="Aptos Display" panose="020B0004020202020204" pitchFamily="34" charset="0"/>
            </a:endParaRPr>
          </a:p>
        </p:txBody>
      </p:sp>
      <p:sp>
        <p:nvSpPr>
          <p:cNvPr id="4" name="Rectangle 3">
            <a:extLst>
              <a:ext uri="{FF2B5EF4-FFF2-40B4-BE49-F238E27FC236}">
                <a16:creationId xmlns:a16="http://schemas.microsoft.com/office/drawing/2014/main" id="{16B1DB00-9D1B-615E-AAA3-6A9338F04441}"/>
              </a:ext>
            </a:extLst>
          </p:cNvPr>
          <p:cNvSpPr/>
          <p:nvPr/>
        </p:nvSpPr>
        <p:spPr>
          <a:xfrm>
            <a:off x="3282045" y="1356832"/>
            <a:ext cx="8624100" cy="144388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600" i="1">
              <a:solidFill>
                <a:schemeClr val="tx1"/>
              </a:solidFill>
              <a:latin typeface="Aptos Display" panose="020B0004020202020204" pitchFamily="34" charset="0"/>
            </a:endParaRPr>
          </a:p>
        </p:txBody>
      </p:sp>
      <p:sp>
        <p:nvSpPr>
          <p:cNvPr id="5" name="Oval 4">
            <a:extLst>
              <a:ext uri="{FF2B5EF4-FFF2-40B4-BE49-F238E27FC236}">
                <a16:creationId xmlns:a16="http://schemas.microsoft.com/office/drawing/2014/main" id="{F60FF79F-FF8E-A135-A43F-A146FFDA723A}"/>
              </a:ext>
            </a:extLst>
          </p:cNvPr>
          <p:cNvSpPr/>
          <p:nvPr/>
        </p:nvSpPr>
        <p:spPr>
          <a:xfrm>
            <a:off x="793864" y="4045868"/>
            <a:ext cx="2488181" cy="1019609"/>
          </a:xfrm>
          <a:custGeom>
            <a:avLst/>
            <a:gdLst>
              <a:gd name="connsiteX0" fmla="*/ 0 w 2488181"/>
              <a:gd name="connsiteY0" fmla="*/ 509805 h 1019609"/>
              <a:gd name="connsiteX1" fmla="*/ 1244091 w 2488181"/>
              <a:gd name="connsiteY1" fmla="*/ 0 h 1019609"/>
              <a:gd name="connsiteX2" fmla="*/ 2488182 w 2488181"/>
              <a:gd name="connsiteY2" fmla="*/ 509805 h 1019609"/>
              <a:gd name="connsiteX3" fmla="*/ 1244091 w 2488181"/>
              <a:gd name="connsiteY3" fmla="*/ 1019610 h 1019609"/>
              <a:gd name="connsiteX4" fmla="*/ 0 w 2488181"/>
              <a:gd name="connsiteY4" fmla="*/ 509805 h 1019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8181" h="1019609" fill="none" extrusionOk="0">
                <a:moveTo>
                  <a:pt x="0" y="509805"/>
                </a:moveTo>
                <a:cubicBezTo>
                  <a:pt x="105246" y="316201"/>
                  <a:pt x="501704" y="-69342"/>
                  <a:pt x="1244091" y="0"/>
                </a:cubicBezTo>
                <a:cubicBezTo>
                  <a:pt x="1919327" y="744"/>
                  <a:pt x="2476694" y="274673"/>
                  <a:pt x="2488182" y="509805"/>
                </a:cubicBezTo>
                <a:cubicBezTo>
                  <a:pt x="2488299" y="756425"/>
                  <a:pt x="1908321" y="1027434"/>
                  <a:pt x="1244091" y="1019610"/>
                </a:cubicBezTo>
                <a:cubicBezTo>
                  <a:pt x="521956" y="974268"/>
                  <a:pt x="30975" y="773990"/>
                  <a:pt x="0" y="509805"/>
                </a:cubicBezTo>
                <a:close/>
              </a:path>
              <a:path w="2488181" h="1019609" stroke="0" extrusionOk="0">
                <a:moveTo>
                  <a:pt x="0" y="509805"/>
                </a:moveTo>
                <a:cubicBezTo>
                  <a:pt x="-59473" y="118577"/>
                  <a:pt x="687895" y="-58374"/>
                  <a:pt x="1244091" y="0"/>
                </a:cubicBezTo>
                <a:cubicBezTo>
                  <a:pt x="1941633" y="22153"/>
                  <a:pt x="2467670" y="237810"/>
                  <a:pt x="2488182" y="509805"/>
                </a:cubicBezTo>
                <a:cubicBezTo>
                  <a:pt x="2392259" y="708124"/>
                  <a:pt x="2052555" y="974501"/>
                  <a:pt x="1244091" y="1019610"/>
                </a:cubicBezTo>
                <a:cubicBezTo>
                  <a:pt x="551070" y="1013431"/>
                  <a:pt x="31341" y="815112"/>
                  <a:pt x="0" y="509805"/>
                </a:cubicBezTo>
                <a:close/>
              </a:path>
            </a:pathLst>
          </a:custGeom>
          <a:solidFill>
            <a:srgbClr val="BAA673"/>
          </a:solidFill>
          <a:ln w="3175">
            <a:solidFill>
              <a:schemeClr val="tx1"/>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INQUIRY QUESTION</a:t>
            </a:r>
            <a:endParaRPr lang="en-AU" sz="2000" b="1">
              <a:solidFill>
                <a:schemeClr val="tx1"/>
              </a:solidFill>
            </a:endParaRPr>
          </a:p>
        </p:txBody>
      </p:sp>
      <p:sp>
        <p:nvSpPr>
          <p:cNvPr id="6" name="Oval 5">
            <a:extLst>
              <a:ext uri="{FF2B5EF4-FFF2-40B4-BE49-F238E27FC236}">
                <a16:creationId xmlns:a16="http://schemas.microsoft.com/office/drawing/2014/main" id="{24A6E72C-1680-2623-5106-E7561302EC02}"/>
              </a:ext>
            </a:extLst>
          </p:cNvPr>
          <p:cNvSpPr/>
          <p:nvPr/>
        </p:nvSpPr>
        <p:spPr>
          <a:xfrm>
            <a:off x="247036" y="331036"/>
            <a:ext cx="4530927" cy="1443889"/>
          </a:xfrm>
          <a:custGeom>
            <a:avLst/>
            <a:gdLst>
              <a:gd name="connsiteX0" fmla="*/ 0 w 4530927"/>
              <a:gd name="connsiteY0" fmla="*/ 721945 h 1443889"/>
              <a:gd name="connsiteX1" fmla="*/ 2265464 w 4530927"/>
              <a:gd name="connsiteY1" fmla="*/ 0 h 1443889"/>
              <a:gd name="connsiteX2" fmla="*/ 4530928 w 4530927"/>
              <a:gd name="connsiteY2" fmla="*/ 721945 h 1443889"/>
              <a:gd name="connsiteX3" fmla="*/ 2265464 w 4530927"/>
              <a:gd name="connsiteY3" fmla="*/ 1443890 h 1443889"/>
              <a:gd name="connsiteX4" fmla="*/ 0 w 4530927"/>
              <a:gd name="connsiteY4" fmla="*/ 721945 h 1443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0927" h="1443889" fill="none" extrusionOk="0">
                <a:moveTo>
                  <a:pt x="0" y="721945"/>
                </a:moveTo>
                <a:cubicBezTo>
                  <a:pt x="113168" y="417800"/>
                  <a:pt x="960246" y="-67765"/>
                  <a:pt x="2265464" y="0"/>
                </a:cubicBezTo>
                <a:cubicBezTo>
                  <a:pt x="3442975" y="4626"/>
                  <a:pt x="4521949" y="359512"/>
                  <a:pt x="4530928" y="721945"/>
                </a:cubicBezTo>
                <a:cubicBezTo>
                  <a:pt x="4531550" y="935369"/>
                  <a:pt x="3394482" y="1485697"/>
                  <a:pt x="2265464" y="1443890"/>
                </a:cubicBezTo>
                <a:cubicBezTo>
                  <a:pt x="983458" y="1404005"/>
                  <a:pt x="46403" y="1094638"/>
                  <a:pt x="0" y="721945"/>
                </a:cubicBezTo>
                <a:close/>
              </a:path>
              <a:path w="4530927" h="1443889" stroke="0" extrusionOk="0">
                <a:moveTo>
                  <a:pt x="0" y="721945"/>
                </a:moveTo>
                <a:cubicBezTo>
                  <a:pt x="-52938" y="225606"/>
                  <a:pt x="1107114" y="-41398"/>
                  <a:pt x="2265464" y="0"/>
                </a:cubicBezTo>
                <a:cubicBezTo>
                  <a:pt x="3528310" y="24729"/>
                  <a:pt x="4484623" y="344815"/>
                  <a:pt x="4530928" y="721945"/>
                </a:cubicBezTo>
                <a:cubicBezTo>
                  <a:pt x="4411728" y="1017226"/>
                  <a:pt x="3749496" y="1357348"/>
                  <a:pt x="2265464" y="1443890"/>
                </a:cubicBezTo>
                <a:cubicBezTo>
                  <a:pt x="999074" y="1428038"/>
                  <a:pt x="28713" y="1142422"/>
                  <a:pt x="0" y="721945"/>
                </a:cubicBezTo>
                <a:close/>
              </a:path>
            </a:pathLst>
          </a:custGeom>
          <a:solidFill>
            <a:srgbClr val="002060"/>
          </a:solidFill>
          <a:ln w="3175">
            <a:solidFill>
              <a:schemeClr val="accent1">
                <a:lumMod val="50000"/>
              </a:schemeClr>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600" b="1" kern="0">
                <a:ea typeface="Times New Roman" panose="02020603050405020304" pitchFamily="18" charset="0"/>
              </a:rPr>
              <a:t>W</a:t>
            </a:r>
            <a:r>
              <a:rPr lang="en-US" sz="1600" b="1" kern="0">
                <a:effectLst/>
                <a:ea typeface="Times New Roman" panose="02020603050405020304" pitchFamily="18" charset="0"/>
              </a:rPr>
              <a:t>hat is your </a:t>
            </a:r>
            <a:r>
              <a:rPr lang="en-US" sz="1600" b="1" kern="0">
                <a:ea typeface="Times New Roman" panose="02020603050405020304" pitchFamily="18" charset="0"/>
              </a:rPr>
              <a:t>area</a:t>
            </a:r>
            <a:r>
              <a:rPr lang="en-US" sz="1600" b="1" kern="0">
                <a:effectLst/>
                <a:ea typeface="Times New Roman" panose="02020603050405020304" pitchFamily="18" charset="0"/>
              </a:rPr>
              <a:t> focus?</a:t>
            </a:r>
            <a:r>
              <a:rPr lang="en-AU" sz="1600" b="1"/>
              <a:t> </a:t>
            </a:r>
          </a:p>
          <a:p>
            <a:pPr lvl="0" algn="ctr"/>
            <a:r>
              <a:rPr lang="en-AU" sz="1200" b="1"/>
              <a:t>Cultural signals</a:t>
            </a:r>
            <a:r>
              <a:rPr lang="en-AU" sz="1200"/>
              <a:t> (Cultural &amp; formal context)</a:t>
            </a:r>
          </a:p>
          <a:p>
            <a:pPr lvl="0" algn="ctr"/>
            <a:r>
              <a:rPr lang="en-AU" sz="1200" b="1"/>
              <a:t>Gender-specific</a:t>
            </a:r>
            <a:r>
              <a:rPr lang="en-AU" sz="1200"/>
              <a:t> (Cultural context)</a:t>
            </a:r>
          </a:p>
          <a:p>
            <a:pPr lvl="0" algn="ctr"/>
            <a:r>
              <a:rPr lang="en-AU" sz="1200" b="1"/>
              <a:t>Repetition</a:t>
            </a:r>
            <a:r>
              <a:rPr lang="en-AU" sz="1200"/>
              <a:t> (Formal context)</a:t>
            </a:r>
          </a:p>
          <a:p>
            <a:pPr lvl="0" algn="ctr"/>
            <a:r>
              <a:rPr lang="en-AU" sz="1200" b="1"/>
              <a:t>Changing</a:t>
            </a:r>
            <a:r>
              <a:rPr lang="en-AU" sz="1200"/>
              <a:t> (Formal context)</a:t>
            </a:r>
          </a:p>
          <a:p>
            <a:pPr lvl="0" algn="ctr"/>
            <a:r>
              <a:rPr lang="en-AU" sz="1200" b="1"/>
              <a:t>Abstracted land</a:t>
            </a:r>
            <a:r>
              <a:rPr lang="en-AU" sz="1200"/>
              <a:t> (Cultural &amp; formal context)</a:t>
            </a:r>
          </a:p>
        </p:txBody>
      </p:sp>
    </p:spTree>
    <p:extLst>
      <p:ext uri="{BB962C8B-B14F-4D97-AF65-F5344CB8AC3E}">
        <p14:creationId xmlns:p14="http://schemas.microsoft.com/office/powerpoint/2010/main" val="168578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A60187-A835-E65D-41F0-9F7428CD2F04}"/>
              </a:ext>
            </a:extLst>
          </p:cNvPr>
          <p:cNvPicPr>
            <a:picLocks noChangeAspect="1"/>
          </p:cNvPicPr>
          <p:nvPr/>
        </p:nvPicPr>
        <p:blipFill>
          <a:blip r:embed="rId2"/>
          <a:stretch>
            <a:fillRect/>
          </a:stretch>
        </p:blipFill>
        <p:spPr>
          <a:xfrm>
            <a:off x="9174466" y="0"/>
            <a:ext cx="3017534" cy="548012"/>
          </a:xfrm>
          <a:prstGeom prst="rect">
            <a:avLst/>
          </a:prstGeom>
        </p:spPr>
      </p:pic>
      <p:sp>
        <p:nvSpPr>
          <p:cNvPr id="3" name="Oval 2">
            <a:extLst>
              <a:ext uri="{FF2B5EF4-FFF2-40B4-BE49-F238E27FC236}">
                <a16:creationId xmlns:a16="http://schemas.microsoft.com/office/drawing/2014/main" id="{4895B0CB-EAF1-ABAD-CF3A-938D84B541A3}"/>
              </a:ext>
            </a:extLst>
          </p:cNvPr>
          <p:cNvSpPr/>
          <p:nvPr/>
        </p:nvSpPr>
        <p:spPr>
          <a:xfrm>
            <a:off x="467293" y="274006"/>
            <a:ext cx="2488181" cy="1019609"/>
          </a:xfrm>
          <a:custGeom>
            <a:avLst/>
            <a:gdLst>
              <a:gd name="connsiteX0" fmla="*/ 0 w 2488181"/>
              <a:gd name="connsiteY0" fmla="*/ 509805 h 1019609"/>
              <a:gd name="connsiteX1" fmla="*/ 1244091 w 2488181"/>
              <a:gd name="connsiteY1" fmla="*/ 0 h 1019609"/>
              <a:gd name="connsiteX2" fmla="*/ 2488182 w 2488181"/>
              <a:gd name="connsiteY2" fmla="*/ 509805 h 1019609"/>
              <a:gd name="connsiteX3" fmla="*/ 1244091 w 2488181"/>
              <a:gd name="connsiteY3" fmla="*/ 1019610 h 1019609"/>
              <a:gd name="connsiteX4" fmla="*/ 0 w 2488181"/>
              <a:gd name="connsiteY4" fmla="*/ 509805 h 1019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8181" h="1019609" fill="none" extrusionOk="0">
                <a:moveTo>
                  <a:pt x="0" y="509805"/>
                </a:moveTo>
                <a:cubicBezTo>
                  <a:pt x="105246" y="316201"/>
                  <a:pt x="501704" y="-69342"/>
                  <a:pt x="1244091" y="0"/>
                </a:cubicBezTo>
                <a:cubicBezTo>
                  <a:pt x="1919327" y="744"/>
                  <a:pt x="2476694" y="274673"/>
                  <a:pt x="2488182" y="509805"/>
                </a:cubicBezTo>
                <a:cubicBezTo>
                  <a:pt x="2488299" y="756425"/>
                  <a:pt x="1908321" y="1027434"/>
                  <a:pt x="1244091" y="1019610"/>
                </a:cubicBezTo>
                <a:cubicBezTo>
                  <a:pt x="521956" y="974268"/>
                  <a:pt x="30975" y="773990"/>
                  <a:pt x="0" y="509805"/>
                </a:cubicBezTo>
                <a:close/>
              </a:path>
              <a:path w="2488181" h="1019609" stroke="0" extrusionOk="0">
                <a:moveTo>
                  <a:pt x="0" y="509805"/>
                </a:moveTo>
                <a:cubicBezTo>
                  <a:pt x="-59473" y="118577"/>
                  <a:pt x="687895" y="-58374"/>
                  <a:pt x="1244091" y="0"/>
                </a:cubicBezTo>
                <a:cubicBezTo>
                  <a:pt x="1941633" y="22153"/>
                  <a:pt x="2467670" y="237810"/>
                  <a:pt x="2488182" y="509805"/>
                </a:cubicBezTo>
                <a:cubicBezTo>
                  <a:pt x="2392259" y="708124"/>
                  <a:pt x="2052555" y="974501"/>
                  <a:pt x="1244091" y="1019610"/>
                </a:cubicBezTo>
                <a:cubicBezTo>
                  <a:pt x="551070" y="1013431"/>
                  <a:pt x="31341" y="815112"/>
                  <a:pt x="0" y="509805"/>
                </a:cubicBezTo>
                <a:close/>
              </a:path>
            </a:pathLst>
          </a:custGeom>
          <a:solidFill>
            <a:srgbClr val="BAA673"/>
          </a:solidFill>
          <a:ln w="3175">
            <a:solidFill>
              <a:schemeClr val="tx1"/>
            </a:solidFill>
            <a:extLst>
              <a:ext uri="{C807C97D-BFC1-408E-A445-0C87EB9F89A2}">
                <ask:lineSketchStyleProps xmlns:ask="http://schemas.microsoft.com/office/drawing/2018/sketchyshapes" sd="3978248048">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VISUAL STIMULI </a:t>
            </a:r>
            <a:endParaRPr lang="en-AU" sz="2000" b="1">
              <a:solidFill>
                <a:schemeClr val="tx1"/>
              </a:solidFill>
            </a:endParaRPr>
          </a:p>
        </p:txBody>
      </p:sp>
      <p:sp>
        <p:nvSpPr>
          <p:cNvPr id="4" name="Oval 3">
            <a:extLst>
              <a:ext uri="{FF2B5EF4-FFF2-40B4-BE49-F238E27FC236}">
                <a16:creationId xmlns:a16="http://schemas.microsoft.com/office/drawing/2014/main" id="{16F783F9-E624-5EFB-E058-667E88CCF332}"/>
              </a:ext>
            </a:extLst>
          </p:cNvPr>
          <p:cNvSpPr/>
          <p:nvPr/>
        </p:nvSpPr>
        <p:spPr>
          <a:xfrm>
            <a:off x="2717044" y="548012"/>
            <a:ext cx="4350184" cy="1019609"/>
          </a:xfrm>
          <a:custGeom>
            <a:avLst/>
            <a:gdLst>
              <a:gd name="connsiteX0" fmla="*/ 0 w 4350184"/>
              <a:gd name="connsiteY0" fmla="*/ 509805 h 1019609"/>
              <a:gd name="connsiteX1" fmla="*/ 2175092 w 4350184"/>
              <a:gd name="connsiteY1" fmla="*/ 0 h 1019609"/>
              <a:gd name="connsiteX2" fmla="*/ 4350184 w 4350184"/>
              <a:gd name="connsiteY2" fmla="*/ 509805 h 1019609"/>
              <a:gd name="connsiteX3" fmla="*/ 2175092 w 4350184"/>
              <a:gd name="connsiteY3" fmla="*/ 1019610 h 1019609"/>
              <a:gd name="connsiteX4" fmla="*/ 0 w 4350184"/>
              <a:gd name="connsiteY4" fmla="*/ 509805 h 1019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0184" h="1019609" fill="none" extrusionOk="0">
                <a:moveTo>
                  <a:pt x="0" y="509805"/>
                </a:moveTo>
                <a:cubicBezTo>
                  <a:pt x="97246" y="101774"/>
                  <a:pt x="1144999" y="-94567"/>
                  <a:pt x="2175092" y="0"/>
                </a:cubicBezTo>
                <a:cubicBezTo>
                  <a:pt x="3385139" y="-5063"/>
                  <a:pt x="4388620" y="218330"/>
                  <a:pt x="4350184" y="509805"/>
                </a:cubicBezTo>
                <a:cubicBezTo>
                  <a:pt x="4563549" y="899745"/>
                  <a:pt x="3305269" y="1000489"/>
                  <a:pt x="2175092" y="1019610"/>
                </a:cubicBezTo>
                <a:cubicBezTo>
                  <a:pt x="972209" y="997544"/>
                  <a:pt x="-38661" y="788261"/>
                  <a:pt x="0" y="509805"/>
                </a:cubicBezTo>
                <a:close/>
              </a:path>
              <a:path w="4350184" h="1019609" stroke="0" extrusionOk="0">
                <a:moveTo>
                  <a:pt x="0" y="509805"/>
                </a:moveTo>
                <a:cubicBezTo>
                  <a:pt x="-75908" y="184805"/>
                  <a:pt x="1135403" y="-154250"/>
                  <a:pt x="2175092" y="0"/>
                </a:cubicBezTo>
                <a:cubicBezTo>
                  <a:pt x="3386961" y="874"/>
                  <a:pt x="4338523" y="209453"/>
                  <a:pt x="4350184" y="509805"/>
                </a:cubicBezTo>
                <a:cubicBezTo>
                  <a:pt x="4406482" y="912112"/>
                  <a:pt x="3240381" y="1096399"/>
                  <a:pt x="2175092" y="1019610"/>
                </a:cubicBezTo>
                <a:cubicBezTo>
                  <a:pt x="1006904" y="972507"/>
                  <a:pt x="39049" y="835123"/>
                  <a:pt x="0" y="509805"/>
                </a:cubicBezTo>
                <a:close/>
              </a:path>
            </a:pathLst>
          </a:custGeom>
          <a:solidFill>
            <a:schemeClr val="bg1"/>
          </a:solidFill>
          <a:ln w="3175">
            <a:solidFill>
              <a:schemeClr val="tx1"/>
            </a:solidFill>
            <a:extLst>
              <a:ext uri="{C807C97D-BFC1-408E-A445-0C87EB9F89A2}">
                <ask:lineSketchStyleProps xmlns:ask="http://schemas.microsoft.com/office/drawing/2018/sketchyshapes" sd="947619919">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200" b="1">
                <a:solidFill>
                  <a:schemeClr val="tx1"/>
                </a:solidFill>
              </a:rPr>
              <a:t>AT LEAST 6 VSUAL EXAMPLES </a:t>
            </a:r>
            <a:r>
              <a:rPr lang="en-US" sz="1200">
                <a:solidFill>
                  <a:schemeClr val="tx1"/>
                </a:solidFill>
              </a:rPr>
              <a:t>(not necessarily by mentor artists) that inspire you — artworks, photos, sketches, media experiments, or research images.</a:t>
            </a:r>
          </a:p>
        </p:txBody>
      </p:sp>
    </p:spTree>
    <p:extLst>
      <p:ext uri="{BB962C8B-B14F-4D97-AF65-F5344CB8AC3E}">
        <p14:creationId xmlns:p14="http://schemas.microsoft.com/office/powerpoint/2010/main" val="1617952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8D27-896A-66E2-0B62-27DEAC616DB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BB53663-F5C1-2C1E-60BA-411859FD86BB}"/>
              </a:ext>
            </a:extLst>
          </p:cNvPr>
          <p:cNvPicPr>
            <a:picLocks noChangeAspect="1"/>
          </p:cNvPicPr>
          <p:nvPr/>
        </p:nvPicPr>
        <p:blipFill>
          <a:blip r:embed="rId2"/>
          <a:stretch>
            <a:fillRect/>
          </a:stretch>
        </p:blipFill>
        <p:spPr>
          <a:xfrm>
            <a:off x="9174466" y="0"/>
            <a:ext cx="3017534" cy="548012"/>
          </a:xfrm>
          <a:prstGeom prst="rect">
            <a:avLst/>
          </a:prstGeom>
        </p:spPr>
      </p:pic>
      <p:pic>
        <p:nvPicPr>
          <p:cNvPr id="6" name="Picture 5">
            <a:extLst>
              <a:ext uri="{FF2B5EF4-FFF2-40B4-BE49-F238E27FC236}">
                <a16:creationId xmlns:a16="http://schemas.microsoft.com/office/drawing/2014/main" id="{36BCA195-2C61-4812-BAAC-9B98CE59C8C2}"/>
              </a:ext>
            </a:extLst>
          </p:cNvPr>
          <p:cNvPicPr>
            <a:picLocks noChangeAspect="1"/>
          </p:cNvPicPr>
          <p:nvPr/>
        </p:nvPicPr>
        <p:blipFill>
          <a:blip r:embed="rId3"/>
          <a:stretch>
            <a:fillRect/>
          </a:stretch>
        </p:blipFill>
        <p:spPr>
          <a:xfrm>
            <a:off x="0" y="0"/>
            <a:ext cx="3822639" cy="483081"/>
          </a:xfrm>
          <a:prstGeom prst="rect">
            <a:avLst/>
          </a:prstGeom>
        </p:spPr>
      </p:pic>
      <p:sp>
        <p:nvSpPr>
          <p:cNvPr id="9" name="Rectangle 8">
            <a:extLst>
              <a:ext uri="{FF2B5EF4-FFF2-40B4-BE49-F238E27FC236}">
                <a16:creationId xmlns:a16="http://schemas.microsoft.com/office/drawing/2014/main" id="{58C0D7C5-54D8-0177-4C39-8D3A48B90446}"/>
              </a:ext>
            </a:extLst>
          </p:cNvPr>
          <p:cNvSpPr/>
          <p:nvPr/>
        </p:nvSpPr>
        <p:spPr>
          <a:xfrm>
            <a:off x="146959" y="704140"/>
            <a:ext cx="5159828" cy="548012"/>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i="1">
                <a:solidFill>
                  <a:schemeClr val="tx1"/>
                </a:solidFill>
                <a:latin typeface="Aptos Display" panose="020B0004020202020204" pitchFamily="34" charset="0"/>
              </a:rPr>
              <a:t>ARTIST NAME:</a:t>
            </a:r>
            <a:endParaRPr lang="en-AU" sz="1600" b="1" i="1">
              <a:solidFill>
                <a:schemeClr val="tx1"/>
              </a:solidFill>
              <a:latin typeface="Aptos Display" panose="020B0004020202020204" pitchFamily="34" charset="0"/>
            </a:endParaRPr>
          </a:p>
        </p:txBody>
      </p:sp>
      <p:sp>
        <p:nvSpPr>
          <p:cNvPr id="10" name="TextBox 9">
            <a:extLst>
              <a:ext uri="{FF2B5EF4-FFF2-40B4-BE49-F238E27FC236}">
                <a16:creationId xmlns:a16="http://schemas.microsoft.com/office/drawing/2014/main" id="{8AE8BC75-DCD1-E49C-2880-503F6072BBF9}"/>
              </a:ext>
            </a:extLst>
          </p:cNvPr>
          <p:cNvSpPr txBox="1"/>
          <p:nvPr/>
        </p:nvSpPr>
        <p:spPr>
          <a:xfrm>
            <a:off x="146958" y="1252152"/>
            <a:ext cx="4669971" cy="523220"/>
          </a:xfrm>
          <a:prstGeom prst="rect">
            <a:avLst/>
          </a:prstGeom>
          <a:noFill/>
        </p:spPr>
        <p:txBody>
          <a:bodyPr wrap="square" rtlCol="0">
            <a:spAutoFit/>
          </a:bodyPr>
          <a:lstStyle/>
          <a:p>
            <a:r>
              <a:rPr lang="en-US" sz="1400" i="1">
                <a:solidFill>
                  <a:srgbClr val="FF0000"/>
                </a:solidFill>
              </a:rPr>
              <a:t>Paste 1 visual example of their artwork below. Ensure to write the title of the artwork, date, medium and size.</a:t>
            </a:r>
            <a:endParaRPr lang="en-AU" sz="1400" i="1">
              <a:solidFill>
                <a:srgbClr val="FF0000"/>
              </a:solidFill>
            </a:endParaRPr>
          </a:p>
        </p:txBody>
      </p:sp>
      <p:sp>
        <p:nvSpPr>
          <p:cNvPr id="11" name="TextBox 10">
            <a:extLst>
              <a:ext uri="{FF2B5EF4-FFF2-40B4-BE49-F238E27FC236}">
                <a16:creationId xmlns:a16="http://schemas.microsoft.com/office/drawing/2014/main" id="{A5E0EE7E-F4E0-8393-310F-E036D256F8B8}"/>
              </a:ext>
            </a:extLst>
          </p:cNvPr>
          <p:cNvSpPr txBox="1"/>
          <p:nvPr/>
        </p:nvSpPr>
        <p:spPr>
          <a:xfrm>
            <a:off x="7245263" y="516412"/>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FORMAL CONTEXT:  </a:t>
            </a:r>
            <a:r>
              <a:rPr lang="en-US" sz="1200">
                <a:solidFill>
                  <a:srgbClr val="FF0000"/>
                </a:solidFill>
              </a:rPr>
              <a:t>At least 2 elements/principles and how they create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4" name="Straight Arrow Connector 3">
            <a:extLst>
              <a:ext uri="{FF2B5EF4-FFF2-40B4-BE49-F238E27FC236}">
                <a16:creationId xmlns:a16="http://schemas.microsoft.com/office/drawing/2014/main" id="{15444E47-DE70-43A3-8DDD-0C97C029FC2F}"/>
              </a:ext>
            </a:extLst>
          </p:cNvPr>
          <p:cNvCxnSpPr>
            <a:cxnSpLocks/>
          </p:cNvCxnSpPr>
          <p:nvPr/>
        </p:nvCxnSpPr>
        <p:spPr>
          <a:xfrm flipH="1">
            <a:off x="5306787" y="881049"/>
            <a:ext cx="1836088" cy="63971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1E1D7E3F-ABF2-BC99-549E-AF67B2A70357}"/>
              </a:ext>
            </a:extLst>
          </p:cNvPr>
          <p:cNvCxnSpPr>
            <a:cxnSpLocks/>
          </p:cNvCxnSpPr>
          <p:nvPr/>
        </p:nvCxnSpPr>
        <p:spPr>
          <a:xfrm flipH="1">
            <a:off x="5311445" y="1245985"/>
            <a:ext cx="1826771" cy="642327"/>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B31FE78-3CC8-792A-D255-EB30C45B82FE}"/>
              </a:ext>
            </a:extLst>
          </p:cNvPr>
          <p:cNvSpPr txBox="1"/>
          <p:nvPr/>
        </p:nvSpPr>
        <p:spPr>
          <a:xfrm>
            <a:off x="7235652" y="1665417"/>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CULTURAL CONTEXT: </a:t>
            </a:r>
            <a:r>
              <a:rPr lang="en-US" sz="1200">
                <a:solidFill>
                  <a:srgbClr val="FF0000"/>
                </a:solidFill>
              </a:rPr>
              <a:t>At least 2 cultural influences and how they add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sp>
        <p:nvSpPr>
          <p:cNvPr id="7" name="TextBox 6">
            <a:extLst>
              <a:ext uri="{FF2B5EF4-FFF2-40B4-BE49-F238E27FC236}">
                <a16:creationId xmlns:a16="http://schemas.microsoft.com/office/drawing/2014/main" id="{24EAB72F-9F3D-F3FF-7C11-CB7C4011B486}"/>
              </a:ext>
            </a:extLst>
          </p:cNvPr>
          <p:cNvSpPr txBox="1"/>
          <p:nvPr/>
        </p:nvSpPr>
        <p:spPr>
          <a:xfrm>
            <a:off x="7226040" y="2860660"/>
            <a:ext cx="4713261"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CODE: </a:t>
            </a:r>
            <a:r>
              <a:rPr lang="en-US" sz="1200">
                <a:solidFill>
                  <a:srgbClr val="FF0000"/>
                </a:solidFill>
              </a:rPr>
              <a:t>Identify symbols/motifs and meanings</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8" name="TextBox 7">
            <a:extLst>
              <a:ext uri="{FF2B5EF4-FFF2-40B4-BE49-F238E27FC236}">
                <a16:creationId xmlns:a16="http://schemas.microsoft.com/office/drawing/2014/main" id="{E5243EBA-13AC-5789-EC80-7785AB9830FE}"/>
              </a:ext>
            </a:extLst>
          </p:cNvPr>
          <p:cNvSpPr txBox="1"/>
          <p:nvPr/>
        </p:nvSpPr>
        <p:spPr>
          <a:xfrm>
            <a:off x="7226041" y="4090609"/>
            <a:ext cx="4713261"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MEANING:  </a:t>
            </a:r>
            <a:r>
              <a:rPr lang="en-AU" sz="1200">
                <a:solidFill>
                  <a:srgbClr val="FF0000"/>
                </a:solidFill>
              </a:rPr>
              <a:t>Summarise main message/story</a:t>
            </a:r>
            <a:endParaRPr lang="en-US" sz="1200" b="1" i="1" u="sng">
              <a:solidFill>
                <a:srgbClr val="FF0000"/>
              </a:solidFill>
            </a:endParaRPr>
          </a:p>
          <a:p>
            <a:pPr>
              <a:buNone/>
            </a:pP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13" name="Rectangle 12">
            <a:extLst>
              <a:ext uri="{FF2B5EF4-FFF2-40B4-BE49-F238E27FC236}">
                <a16:creationId xmlns:a16="http://schemas.microsoft.com/office/drawing/2014/main" id="{4C2B6B02-C5E3-AFC3-7612-100E97A8E080}"/>
              </a:ext>
            </a:extLst>
          </p:cNvPr>
          <p:cNvSpPr/>
          <p:nvPr/>
        </p:nvSpPr>
        <p:spPr>
          <a:xfrm>
            <a:off x="177117" y="3035073"/>
            <a:ext cx="4669971" cy="1825780"/>
          </a:xfrm>
          <a:prstGeom prst="rect">
            <a:avLst/>
          </a:prstGeom>
          <a:solidFill>
            <a:schemeClr val="bg1"/>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RED TEXT – DELETE BEFORE SUBMISSION </a:t>
            </a:r>
          </a:p>
          <a:p>
            <a:pPr algn="ctr"/>
            <a:r>
              <a:rPr lang="en-US" sz="1600">
                <a:solidFill>
                  <a:srgbClr val="FF0000"/>
                </a:solidFill>
              </a:rPr>
              <a:t>Use arrows on the artwork image to point to elements in the formal and cultural context. Annotate clearly.</a:t>
            </a:r>
            <a:endParaRPr lang="en-AU" sz="1600" i="1">
              <a:solidFill>
                <a:srgbClr val="FF0000"/>
              </a:solidFill>
            </a:endParaRPr>
          </a:p>
        </p:txBody>
      </p:sp>
      <p:cxnSp>
        <p:nvCxnSpPr>
          <p:cNvPr id="17" name="Straight Arrow Connector 16">
            <a:extLst>
              <a:ext uri="{FF2B5EF4-FFF2-40B4-BE49-F238E27FC236}">
                <a16:creationId xmlns:a16="http://schemas.microsoft.com/office/drawing/2014/main" id="{787C2D1A-B05A-D1C7-0632-49107B3A37C2}"/>
              </a:ext>
            </a:extLst>
          </p:cNvPr>
          <p:cNvCxnSpPr>
            <a:cxnSpLocks/>
          </p:cNvCxnSpPr>
          <p:nvPr/>
        </p:nvCxnSpPr>
        <p:spPr>
          <a:xfrm flipH="1">
            <a:off x="5211445" y="2350989"/>
            <a:ext cx="1926771" cy="712929"/>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57B2FAC-8CA7-29E1-F5D7-53889CA53623}"/>
              </a:ext>
            </a:extLst>
          </p:cNvPr>
          <p:cNvCxnSpPr>
            <a:cxnSpLocks/>
          </p:cNvCxnSpPr>
          <p:nvPr/>
        </p:nvCxnSpPr>
        <p:spPr>
          <a:xfrm flipH="1">
            <a:off x="5306787" y="1984548"/>
            <a:ext cx="1880147" cy="696532"/>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4101342-9536-19BF-8E34-C425FF496CA2}"/>
              </a:ext>
            </a:extLst>
          </p:cNvPr>
          <p:cNvCxnSpPr/>
          <p:nvPr/>
        </p:nvCxnSpPr>
        <p:spPr>
          <a:xfrm flipH="1">
            <a:off x="5211444" y="3142879"/>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DCD935B-2333-7B91-3D32-472896E55375}"/>
              </a:ext>
            </a:extLst>
          </p:cNvPr>
          <p:cNvCxnSpPr/>
          <p:nvPr/>
        </p:nvCxnSpPr>
        <p:spPr>
          <a:xfrm flipH="1">
            <a:off x="5211444" y="3450023"/>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3C915AE5-6C81-C8A9-744A-82D12B4DD3DE}"/>
              </a:ext>
            </a:extLst>
          </p:cNvPr>
          <p:cNvSpPr txBox="1"/>
          <p:nvPr/>
        </p:nvSpPr>
        <p:spPr>
          <a:xfrm>
            <a:off x="7226041" y="5484015"/>
            <a:ext cx="4732484"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LINK TO MY FIA3: </a:t>
            </a:r>
            <a:r>
              <a:rPr lang="en-US" sz="1200">
                <a:solidFill>
                  <a:srgbClr val="FF0000"/>
                </a:solidFill>
              </a:rPr>
              <a:t>Explain how you’ve adapted or transformed formal/cultural elements to communicate your own coded meaning and aesthetic.</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22" name="Straight Arrow Connector 21">
            <a:extLst>
              <a:ext uri="{FF2B5EF4-FFF2-40B4-BE49-F238E27FC236}">
                <a16:creationId xmlns:a16="http://schemas.microsoft.com/office/drawing/2014/main" id="{EF4E9403-4315-4CAF-A1E8-33A510638207}"/>
              </a:ext>
            </a:extLst>
          </p:cNvPr>
          <p:cNvCxnSpPr>
            <a:cxnSpLocks/>
          </p:cNvCxnSpPr>
          <p:nvPr/>
        </p:nvCxnSpPr>
        <p:spPr>
          <a:xfrm flipH="1">
            <a:off x="5306787" y="4635325"/>
            <a:ext cx="1831538" cy="319320"/>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F1780B9-D489-2006-E6B5-713477AC9057}"/>
              </a:ext>
            </a:extLst>
          </p:cNvPr>
          <p:cNvCxnSpPr>
            <a:cxnSpLocks/>
          </p:cNvCxnSpPr>
          <p:nvPr/>
        </p:nvCxnSpPr>
        <p:spPr>
          <a:xfrm flipH="1" flipV="1">
            <a:off x="5259115" y="6081974"/>
            <a:ext cx="1831428" cy="220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641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D8C7-1472-B53A-DBD6-7963BB645D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7A2133-A73F-3872-725E-95081EB4C8A1}"/>
              </a:ext>
            </a:extLst>
          </p:cNvPr>
          <p:cNvPicPr>
            <a:picLocks noChangeAspect="1"/>
          </p:cNvPicPr>
          <p:nvPr/>
        </p:nvPicPr>
        <p:blipFill>
          <a:blip r:embed="rId2"/>
          <a:stretch>
            <a:fillRect/>
          </a:stretch>
        </p:blipFill>
        <p:spPr>
          <a:xfrm>
            <a:off x="9174466" y="0"/>
            <a:ext cx="3017534" cy="548012"/>
          </a:xfrm>
          <a:prstGeom prst="rect">
            <a:avLst/>
          </a:prstGeom>
        </p:spPr>
      </p:pic>
      <p:sp>
        <p:nvSpPr>
          <p:cNvPr id="9" name="Rectangle 8">
            <a:extLst>
              <a:ext uri="{FF2B5EF4-FFF2-40B4-BE49-F238E27FC236}">
                <a16:creationId xmlns:a16="http://schemas.microsoft.com/office/drawing/2014/main" id="{0D6C3D5D-2794-4A39-0C3E-1AB83DB111AC}"/>
              </a:ext>
            </a:extLst>
          </p:cNvPr>
          <p:cNvSpPr/>
          <p:nvPr/>
        </p:nvSpPr>
        <p:spPr>
          <a:xfrm>
            <a:off x="146959" y="704140"/>
            <a:ext cx="5159828" cy="548012"/>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i="1">
                <a:solidFill>
                  <a:schemeClr val="tx1"/>
                </a:solidFill>
                <a:latin typeface="Aptos Display" panose="020B0004020202020204" pitchFamily="34" charset="0"/>
              </a:rPr>
              <a:t>ARTIST NAME:</a:t>
            </a:r>
            <a:endParaRPr lang="en-AU" sz="1600" b="1" i="1">
              <a:solidFill>
                <a:schemeClr val="tx1"/>
              </a:solidFill>
              <a:latin typeface="Aptos Display" panose="020B0004020202020204" pitchFamily="34" charset="0"/>
            </a:endParaRPr>
          </a:p>
        </p:txBody>
      </p:sp>
      <p:sp>
        <p:nvSpPr>
          <p:cNvPr id="10" name="TextBox 9">
            <a:extLst>
              <a:ext uri="{FF2B5EF4-FFF2-40B4-BE49-F238E27FC236}">
                <a16:creationId xmlns:a16="http://schemas.microsoft.com/office/drawing/2014/main" id="{9E93DAED-8164-7864-DB4E-6C467D9000C4}"/>
              </a:ext>
            </a:extLst>
          </p:cNvPr>
          <p:cNvSpPr txBox="1"/>
          <p:nvPr/>
        </p:nvSpPr>
        <p:spPr>
          <a:xfrm>
            <a:off x="146958" y="1252152"/>
            <a:ext cx="4669971" cy="523220"/>
          </a:xfrm>
          <a:prstGeom prst="rect">
            <a:avLst/>
          </a:prstGeom>
          <a:noFill/>
        </p:spPr>
        <p:txBody>
          <a:bodyPr wrap="square" rtlCol="0">
            <a:spAutoFit/>
          </a:bodyPr>
          <a:lstStyle/>
          <a:p>
            <a:r>
              <a:rPr lang="en-US" sz="1400" i="1">
                <a:solidFill>
                  <a:srgbClr val="FF0000"/>
                </a:solidFill>
              </a:rPr>
              <a:t>Paste 1 visual example of their artwork below. Ensure to write the title of the artwork, date, medium and size.</a:t>
            </a:r>
            <a:endParaRPr lang="en-AU" sz="1400" i="1">
              <a:solidFill>
                <a:srgbClr val="FF0000"/>
              </a:solidFill>
            </a:endParaRPr>
          </a:p>
        </p:txBody>
      </p:sp>
      <p:sp>
        <p:nvSpPr>
          <p:cNvPr id="11" name="TextBox 10">
            <a:extLst>
              <a:ext uri="{FF2B5EF4-FFF2-40B4-BE49-F238E27FC236}">
                <a16:creationId xmlns:a16="http://schemas.microsoft.com/office/drawing/2014/main" id="{BD1F2215-0E97-F78A-9BE1-F401E0C54542}"/>
              </a:ext>
            </a:extLst>
          </p:cNvPr>
          <p:cNvSpPr txBox="1"/>
          <p:nvPr/>
        </p:nvSpPr>
        <p:spPr>
          <a:xfrm>
            <a:off x="7245263" y="516412"/>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FORMAL CONTEXT:  </a:t>
            </a:r>
            <a:r>
              <a:rPr lang="en-US" sz="1200">
                <a:solidFill>
                  <a:srgbClr val="FF0000"/>
                </a:solidFill>
              </a:rPr>
              <a:t>At least 2 elements/principles and how they create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4" name="Straight Arrow Connector 3">
            <a:extLst>
              <a:ext uri="{FF2B5EF4-FFF2-40B4-BE49-F238E27FC236}">
                <a16:creationId xmlns:a16="http://schemas.microsoft.com/office/drawing/2014/main" id="{15CF45A4-6FF7-FE0C-D73A-F1A8A1024981}"/>
              </a:ext>
            </a:extLst>
          </p:cNvPr>
          <p:cNvCxnSpPr>
            <a:cxnSpLocks/>
          </p:cNvCxnSpPr>
          <p:nvPr/>
        </p:nvCxnSpPr>
        <p:spPr>
          <a:xfrm flipH="1">
            <a:off x="5306787" y="881049"/>
            <a:ext cx="1836088" cy="63971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B804D92F-3E54-CA72-2F23-C5A80FDDE62C}"/>
              </a:ext>
            </a:extLst>
          </p:cNvPr>
          <p:cNvCxnSpPr>
            <a:cxnSpLocks/>
          </p:cNvCxnSpPr>
          <p:nvPr/>
        </p:nvCxnSpPr>
        <p:spPr>
          <a:xfrm flipH="1">
            <a:off x="5311445" y="1245985"/>
            <a:ext cx="1826771" cy="642327"/>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DC7DBD5-2665-ED87-882B-E1012FC5CE71}"/>
              </a:ext>
            </a:extLst>
          </p:cNvPr>
          <p:cNvSpPr txBox="1"/>
          <p:nvPr/>
        </p:nvSpPr>
        <p:spPr>
          <a:xfrm>
            <a:off x="7235652" y="1665417"/>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CULTURAL CONTEXT: </a:t>
            </a:r>
            <a:r>
              <a:rPr lang="en-US" sz="1200">
                <a:solidFill>
                  <a:srgbClr val="FF0000"/>
                </a:solidFill>
              </a:rPr>
              <a:t>At least 2 cultural influences and how they add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sp>
        <p:nvSpPr>
          <p:cNvPr id="7" name="TextBox 6">
            <a:extLst>
              <a:ext uri="{FF2B5EF4-FFF2-40B4-BE49-F238E27FC236}">
                <a16:creationId xmlns:a16="http://schemas.microsoft.com/office/drawing/2014/main" id="{BCA9B040-F9DD-1882-A385-89322AC57832}"/>
              </a:ext>
            </a:extLst>
          </p:cNvPr>
          <p:cNvSpPr txBox="1"/>
          <p:nvPr/>
        </p:nvSpPr>
        <p:spPr>
          <a:xfrm>
            <a:off x="7226040" y="2860660"/>
            <a:ext cx="4713261"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CODE: </a:t>
            </a:r>
            <a:r>
              <a:rPr lang="en-US" sz="1200">
                <a:solidFill>
                  <a:srgbClr val="FF0000"/>
                </a:solidFill>
              </a:rPr>
              <a:t>Identify symbols/motifs and meanings</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8" name="TextBox 7">
            <a:extLst>
              <a:ext uri="{FF2B5EF4-FFF2-40B4-BE49-F238E27FC236}">
                <a16:creationId xmlns:a16="http://schemas.microsoft.com/office/drawing/2014/main" id="{8A5833E4-6644-B980-0E1D-69AAB256F3EF}"/>
              </a:ext>
            </a:extLst>
          </p:cNvPr>
          <p:cNvSpPr txBox="1"/>
          <p:nvPr/>
        </p:nvSpPr>
        <p:spPr>
          <a:xfrm>
            <a:off x="7226041" y="4090609"/>
            <a:ext cx="4713261"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MEANING:  </a:t>
            </a:r>
            <a:r>
              <a:rPr lang="en-AU" sz="1200">
                <a:solidFill>
                  <a:srgbClr val="FF0000"/>
                </a:solidFill>
              </a:rPr>
              <a:t>Summarise main message/story</a:t>
            </a:r>
            <a:endParaRPr lang="en-US" sz="1200" b="1" i="1" u="sng">
              <a:solidFill>
                <a:srgbClr val="FF0000"/>
              </a:solidFill>
            </a:endParaRPr>
          </a:p>
          <a:p>
            <a:pPr>
              <a:buNone/>
            </a:pP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13" name="Rectangle 12">
            <a:extLst>
              <a:ext uri="{FF2B5EF4-FFF2-40B4-BE49-F238E27FC236}">
                <a16:creationId xmlns:a16="http://schemas.microsoft.com/office/drawing/2014/main" id="{433FAA62-C9D2-80D7-5E70-560F7B38046A}"/>
              </a:ext>
            </a:extLst>
          </p:cNvPr>
          <p:cNvSpPr/>
          <p:nvPr/>
        </p:nvSpPr>
        <p:spPr>
          <a:xfrm>
            <a:off x="177117" y="3035073"/>
            <a:ext cx="4669971" cy="1825780"/>
          </a:xfrm>
          <a:prstGeom prst="rect">
            <a:avLst/>
          </a:prstGeom>
          <a:solidFill>
            <a:schemeClr val="bg1"/>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RED TEXT – DELETE BEFORE SUBMISSION </a:t>
            </a:r>
          </a:p>
          <a:p>
            <a:pPr algn="ctr"/>
            <a:r>
              <a:rPr lang="en-US" sz="1600">
                <a:solidFill>
                  <a:srgbClr val="FF0000"/>
                </a:solidFill>
              </a:rPr>
              <a:t>Use arrows on the artwork image to point to elements in the formal and cultural context. Annotate clearly.</a:t>
            </a:r>
            <a:endParaRPr lang="en-AU" sz="1600" i="1">
              <a:solidFill>
                <a:srgbClr val="FF0000"/>
              </a:solidFill>
            </a:endParaRPr>
          </a:p>
        </p:txBody>
      </p:sp>
      <p:cxnSp>
        <p:nvCxnSpPr>
          <p:cNvPr id="17" name="Straight Arrow Connector 16">
            <a:extLst>
              <a:ext uri="{FF2B5EF4-FFF2-40B4-BE49-F238E27FC236}">
                <a16:creationId xmlns:a16="http://schemas.microsoft.com/office/drawing/2014/main" id="{7E28680F-B855-0234-FCD5-8AFD2EC40855}"/>
              </a:ext>
            </a:extLst>
          </p:cNvPr>
          <p:cNvCxnSpPr>
            <a:cxnSpLocks/>
          </p:cNvCxnSpPr>
          <p:nvPr/>
        </p:nvCxnSpPr>
        <p:spPr>
          <a:xfrm flipH="1">
            <a:off x="5211445" y="2350989"/>
            <a:ext cx="1926771" cy="712929"/>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E8B4B56-0F63-CB6C-7797-8982786518D2}"/>
              </a:ext>
            </a:extLst>
          </p:cNvPr>
          <p:cNvCxnSpPr>
            <a:cxnSpLocks/>
          </p:cNvCxnSpPr>
          <p:nvPr/>
        </p:nvCxnSpPr>
        <p:spPr>
          <a:xfrm flipH="1">
            <a:off x="5306787" y="1984548"/>
            <a:ext cx="1880147" cy="696532"/>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DEBBF55-C019-49BF-85BE-D8571054D2F9}"/>
              </a:ext>
            </a:extLst>
          </p:cNvPr>
          <p:cNvCxnSpPr/>
          <p:nvPr/>
        </p:nvCxnSpPr>
        <p:spPr>
          <a:xfrm flipH="1">
            <a:off x="5211444" y="3142879"/>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DB8C164-4310-EE32-225C-89264FB3AF1A}"/>
              </a:ext>
            </a:extLst>
          </p:cNvPr>
          <p:cNvCxnSpPr/>
          <p:nvPr/>
        </p:nvCxnSpPr>
        <p:spPr>
          <a:xfrm flipH="1">
            <a:off x="5211444" y="3450023"/>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7B374F8-0733-4A92-0CBD-50EEF303D8C9}"/>
              </a:ext>
            </a:extLst>
          </p:cNvPr>
          <p:cNvSpPr txBox="1"/>
          <p:nvPr/>
        </p:nvSpPr>
        <p:spPr>
          <a:xfrm>
            <a:off x="7226041" y="5484015"/>
            <a:ext cx="4732484"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LINK TO MY FIA3: </a:t>
            </a:r>
            <a:r>
              <a:rPr lang="en-US" sz="1200">
                <a:solidFill>
                  <a:srgbClr val="FF0000"/>
                </a:solidFill>
              </a:rPr>
              <a:t>Explain how you’ve adapted or transformed formal/cultural elements to communicate your own coded meaning and aesthetic.</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22" name="Straight Arrow Connector 21">
            <a:extLst>
              <a:ext uri="{FF2B5EF4-FFF2-40B4-BE49-F238E27FC236}">
                <a16:creationId xmlns:a16="http://schemas.microsoft.com/office/drawing/2014/main" id="{FA27457F-AA95-2309-C1F7-12E8BA3AAC1D}"/>
              </a:ext>
            </a:extLst>
          </p:cNvPr>
          <p:cNvCxnSpPr>
            <a:cxnSpLocks/>
          </p:cNvCxnSpPr>
          <p:nvPr/>
        </p:nvCxnSpPr>
        <p:spPr>
          <a:xfrm flipH="1">
            <a:off x="5306787" y="4635325"/>
            <a:ext cx="1831538" cy="319320"/>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A5610AC-079A-111C-AF49-201742AD5525}"/>
              </a:ext>
            </a:extLst>
          </p:cNvPr>
          <p:cNvCxnSpPr>
            <a:cxnSpLocks/>
          </p:cNvCxnSpPr>
          <p:nvPr/>
        </p:nvCxnSpPr>
        <p:spPr>
          <a:xfrm flipH="1" flipV="1">
            <a:off x="5259115" y="6081974"/>
            <a:ext cx="1831428" cy="220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EC354F39-8B76-52DC-6A1C-946161E593F8}"/>
              </a:ext>
            </a:extLst>
          </p:cNvPr>
          <p:cNvPicPr>
            <a:picLocks noChangeAspect="1"/>
          </p:cNvPicPr>
          <p:nvPr/>
        </p:nvPicPr>
        <p:blipFill>
          <a:blip r:embed="rId3"/>
          <a:stretch>
            <a:fillRect/>
          </a:stretch>
        </p:blipFill>
        <p:spPr>
          <a:xfrm>
            <a:off x="0" y="24390"/>
            <a:ext cx="4000500" cy="499231"/>
          </a:xfrm>
          <a:prstGeom prst="rect">
            <a:avLst/>
          </a:prstGeom>
        </p:spPr>
      </p:pic>
    </p:spTree>
    <p:extLst>
      <p:ext uri="{BB962C8B-B14F-4D97-AF65-F5344CB8AC3E}">
        <p14:creationId xmlns:p14="http://schemas.microsoft.com/office/powerpoint/2010/main" val="1582122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FF79-491A-9295-AA8E-C485D59AFBE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BBEF3D3-2E47-E400-0D91-ACBDD2635ABB}"/>
              </a:ext>
            </a:extLst>
          </p:cNvPr>
          <p:cNvPicPr>
            <a:picLocks noChangeAspect="1"/>
          </p:cNvPicPr>
          <p:nvPr/>
        </p:nvPicPr>
        <p:blipFill>
          <a:blip r:embed="rId2"/>
          <a:stretch>
            <a:fillRect/>
          </a:stretch>
        </p:blipFill>
        <p:spPr>
          <a:xfrm>
            <a:off x="9174466" y="0"/>
            <a:ext cx="3017534" cy="548012"/>
          </a:xfrm>
          <a:prstGeom prst="rect">
            <a:avLst/>
          </a:prstGeom>
        </p:spPr>
      </p:pic>
      <p:sp>
        <p:nvSpPr>
          <p:cNvPr id="9" name="Rectangle 8">
            <a:extLst>
              <a:ext uri="{FF2B5EF4-FFF2-40B4-BE49-F238E27FC236}">
                <a16:creationId xmlns:a16="http://schemas.microsoft.com/office/drawing/2014/main" id="{F45A5EFF-0906-30E0-4324-065AD45F17FB}"/>
              </a:ext>
            </a:extLst>
          </p:cNvPr>
          <p:cNvSpPr/>
          <p:nvPr/>
        </p:nvSpPr>
        <p:spPr>
          <a:xfrm>
            <a:off x="146959" y="704140"/>
            <a:ext cx="5159828" cy="548012"/>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i="1">
                <a:solidFill>
                  <a:schemeClr val="tx1"/>
                </a:solidFill>
                <a:latin typeface="Aptos Display" panose="020B0004020202020204" pitchFamily="34" charset="0"/>
              </a:rPr>
              <a:t>ARTIST NAME:</a:t>
            </a:r>
            <a:endParaRPr lang="en-AU" sz="1600" b="1" i="1">
              <a:solidFill>
                <a:schemeClr val="tx1"/>
              </a:solidFill>
              <a:latin typeface="Aptos Display" panose="020B0004020202020204" pitchFamily="34" charset="0"/>
            </a:endParaRPr>
          </a:p>
        </p:txBody>
      </p:sp>
      <p:sp>
        <p:nvSpPr>
          <p:cNvPr id="10" name="TextBox 9">
            <a:extLst>
              <a:ext uri="{FF2B5EF4-FFF2-40B4-BE49-F238E27FC236}">
                <a16:creationId xmlns:a16="http://schemas.microsoft.com/office/drawing/2014/main" id="{88FF62AB-CDFE-E596-6B72-7E8D2A10B215}"/>
              </a:ext>
            </a:extLst>
          </p:cNvPr>
          <p:cNvSpPr txBox="1"/>
          <p:nvPr/>
        </p:nvSpPr>
        <p:spPr>
          <a:xfrm>
            <a:off x="146958" y="1252152"/>
            <a:ext cx="4669971" cy="523220"/>
          </a:xfrm>
          <a:prstGeom prst="rect">
            <a:avLst/>
          </a:prstGeom>
          <a:noFill/>
        </p:spPr>
        <p:txBody>
          <a:bodyPr wrap="square" rtlCol="0">
            <a:spAutoFit/>
          </a:bodyPr>
          <a:lstStyle/>
          <a:p>
            <a:r>
              <a:rPr lang="en-US" sz="1400" i="1">
                <a:solidFill>
                  <a:srgbClr val="FF0000"/>
                </a:solidFill>
              </a:rPr>
              <a:t>Paste 1 visual example of their artwork below. Ensure to write the title of the artwork, date, medium and size.</a:t>
            </a:r>
            <a:endParaRPr lang="en-AU" sz="1400" i="1">
              <a:solidFill>
                <a:srgbClr val="FF0000"/>
              </a:solidFill>
            </a:endParaRPr>
          </a:p>
        </p:txBody>
      </p:sp>
      <p:sp>
        <p:nvSpPr>
          <p:cNvPr id="11" name="TextBox 10">
            <a:extLst>
              <a:ext uri="{FF2B5EF4-FFF2-40B4-BE49-F238E27FC236}">
                <a16:creationId xmlns:a16="http://schemas.microsoft.com/office/drawing/2014/main" id="{DF8A8776-1A88-AAC0-B491-9E03F5384CE8}"/>
              </a:ext>
            </a:extLst>
          </p:cNvPr>
          <p:cNvSpPr txBox="1"/>
          <p:nvPr/>
        </p:nvSpPr>
        <p:spPr>
          <a:xfrm>
            <a:off x="7245263" y="516412"/>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FORMAL CONTEXT:  </a:t>
            </a:r>
            <a:r>
              <a:rPr lang="en-US" sz="1200">
                <a:solidFill>
                  <a:srgbClr val="FF0000"/>
                </a:solidFill>
              </a:rPr>
              <a:t>At least 2 elements/principles and how they create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4" name="Straight Arrow Connector 3">
            <a:extLst>
              <a:ext uri="{FF2B5EF4-FFF2-40B4-BE49-F238E27FC236}">
                <a16:creationId xmlns:a16="http://schemas.microsoft.com/office/drawing/2014/main" id="{8697B964-65BC-53F5-6FAB-3ADE8D02DE16}"/>
              </a:ext>
            </a:extLst>
          </p:cNvPr>
          <p:cNvCxnSpPr>
            <a:cxnSpLocks/>
          </p:cNvCxnSpPr>
          <p:nvPr/>
        </p:nvCxnSpPr>
        <p:spPr>
          <a:xfrm flipH="1">
            <a:off x="5306787" y="881049"/>
            <a:ext cx="1836088" cy="63971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06A0C350-6D76-8922-DF91-3E3183EC3D5D}"/>
              </a:ext>
            </a:extLst>
          </p:cNvPr>
          <p:cNvCxnSpPr>
            <a:cxnSpLocks/>
          </p:cNvCxnSpPr>
          <p:nvPr/>
        </p:nvCxnSpPr>
        <p:spPr>
          <a:xfrm flipH="1">
            <a:off x="5311445" y="1245985"/>
            <a:ext cx="1826771" cy="642327"/>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3691CD7F-4CEC-A219-90EA-4C8D46582474}"/>
              </a:ext>
            </a:extLst>
          </p:cNvPr>
          <p:cNvSpPr txBox="1"/>
          <p:nvPr/>
        </p:nvSpPr>
        <p:spPr>
          <a:xfrm>
            <a:off x="7235652" y="1665417"/>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CULTURAL CONTEXT: </a:t>
            </a:r>
            <a:r>
              <a:rPr lang="en-US" sz="1200">
                <a:solidFill>
                  <a:srgbClr val="FF0000"/>
                </a:solidFill>
              </a:rPr>
              <a:t>At least 2 cultural influences and how they add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sp>
        <p:nvSpPr>
          <p:cNvPr id="7" name="TextBox 6">
            <a:extLst>
              <a:ext uri="{FF2B5EF4-FFF2-40B4-BE49-F238E27FC236}">
                <a16:creationId xmlns:a16="http://schemas.microsoft.com/office/drawing/2014/main" id="{7B305357-76DB-0DA3-A482-300B78F15F63}"/>
              </a:ext>
            </a:extLst>
          </p:cNvPr>
          <p:cNvSpPr txBox="1"/>
          <p:nvPr/>
        </p:nvSpPr>
        <p:spPr>
          <a:xfrm>
            <a:off x="7226040" y="2860660"/>
            <a:ext cx="4713261"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CODE: </a:t>
            </a:r>
            <a:r>
              <a:rPr lang="en-US" sz="1200">
                <a:solidFill>
                  <a:srgbClr val="FF0000"/>
                </a:solidFill>
              </a:rPr>
              <a:t>Identify symbols/motifs and meanings</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8" name="TextBox 7">
            <a:extLst>
              <a:ext uri="{FF2B5EF4-FFF2-40B4-BE49-F238E27FC236}">
                <a16:creationId xmlns:a16="http://schemas.microsoft.com/office/drawing/2014/main" id="{8373CE99-5A7C-F7F7-1B16-59E722B409F6}"/>
              </a:ext>
            </a:extLst>
          </p:cNvPr>
          <p:cNvSpPr txBox="1"/>
          <p:nvPr/>
        </p:nvSpPr>
        <p:spPr>
          <a:xfrm>
            <a:off x="7226041" y="4090609"/>
            <a:ext cx="4713261"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MEANING:  </a:t>
            </a:r>
            <a:r>
              <a:rPr lang="en-AU" sz="1200">
                <a:solidFill>
                  <a:srgbClr val="FF0000"/>
                </a:solidFill>
              </a:rPr>
              <a:t>Summarise main message/story</a:t>
            </a:r>
            <a:endParaRPr lang="en-US" sz="1200" b="1" i="1" u="sng">
              <a:solidFill>
                <a:srgbClr val="FF0000"/>
              </a:solidFill>
            </a:endParaRPr>
          </a:p>
          <a:p>
            <a:pPr>
              <a:buNone/>
            </a:pP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13" name="Rectangle 12">
            <a:extLst>
              <a:ext uri="{FF2B5EF4-FFF2-40B4-BE49-F238E27FC236}">
                <a16:creationId xmlns:a16="http://schemas.microsoft.com/office/drawing/2014/main" id="{FD5084F1-DA1F-4B9B-FF64-80E59F80F287}"/>
              </a:ext>
            </a:extLst>
          </p:cNvPr>
          <p:cNvSpPr/>
          <p:nvPr/>
        </p:nvSpPr>
        <p:spPr>
          <a:xfrm>
            <a:off x="177117" y="3035073"/>
            <a:ext cx="4669971" cy="1825780"/>
          </a:xfrm>
          <a:prstGeom prst="rect">
            <a:avLst/>
          </a:prstGeom>
          <a:solidFill>
            <a:schemeClr val="bg1"/>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RED TEXT – DELETE BEFORE SUBMISSION </a:t>
            </a:r>
          </a:p>
          <a:p>
            <a:pPr algn="ctr"/>
            <a:r>
              <a:rPr lang="en-US" sz="1600">
                <a:solidFill>
                  <a:srgbClr val="FF0000"/>
                </a:solidFill>
              </a:rPr>
              <a:t>Use arrows on the artwork image to point to elements in the formal and cultural context. Annotate clearly.</a:t>
            </a:r>
            <a:endParaRPr lang="en-AU" sz="1600" i="1">
              <a:solidFill>
                <a:srgbClr val="FF0000"/>
              </a:solidFill>
            </a:endParaRPr>
          </a:p>
        </p:txBody>
      </p:sp>
      <p:cxnSp>
        <p:nvCxnSpPr>
          <p:cNvPr id="17" name="Straight Arrow Connector 16">
            <a:extLst>
              <a:ext uri="{FF2B5EF4-FFF2-40B4-BE49-F238E27FC236}">
                <a16:creationId xmlns:a16="http://schemas.microsoft.com/office/drawing/2014/main" id="{9E85A802-D422-5B0F-7438-5A4474E03655}"/>
              </a:ext>
            </a:extLst>
          </p:cNvPr>
          <p:cNvCxnSpPr>
            <a:cxnSpLocks/>
          </p:cNvCxnSpPr>
          <p:nvPr/>
        </p:nvCxnSpPr>
        <p:spPr>
          <a:xfrm flipH="1">
            <a:off x="5211445" y="2350989"/>
            <a:ext cx="1926771" cy="712929"/>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C832E70-DE63-3CAA-EDC8-CCDDEDD2FEA4}"/>
              </a:ext>
            </a:extLst>
          </p:cNvPr>
          <p:cNvCxnSpPr>
            <a:cxnSpLocks/>
          </p:cNvCxnSpPr>
          <p:nvPr/>
        </p:nvCxnSpPr>
        <p:spPr>
          <a:xfrm flipH="1">
            <a:off x="5306787" y="1984548"/>
            <a:ext cx="1880147" cy="696532"/>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EC51F61-199F-C54E-5588-55483AC1B5D4}"/>
              </a:ext>
            </a:extLst>
          </p:cNvPr>
          <p:cNvCxnSpPr/>
          <p:nvPr/>
        </p:nvCxnSpPr>
        <p:spPr>
          <a:xfrm flipH="1">
            <a:off x="5211444" y="3142879"/>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8921984-60A9-1E97-0BB0-FF93B001EB12}"/>
              </a:ext>
            </a:extLst>
          </p:cNvPr>
          <p:cNvCxnSpPr/>
          <p:nvPr/>
        </p:nvCxnSpPr>
        <p:spPr>
          <a:xfrm flipH="1">
            <a:off x="5211444" y="3450023"/>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52B6D663-0873-2667-F8E8-40F6F744088A}"/>
              </a:ext>
            </a:extLst>
          </p:cNvPr>
          <p:cNvSpPr txBox="1"/>
          <p:nvPr/>
        </p:nvSpPr>
        <p:spPr>
          <a:xfrm>
            <a:off x="7226041" y="5484015"/>
            <a:ext cx="4732484"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LINK TO MY FIA3: </a:t>
            </a:r>
            <a:r>
              <a:rPr lang="en-US" sz="1200">
                <a:solidFill>
                  <a:srgbClr val="FF0000"/>
                </a:solidFill>
              </a:rPr>
              <a:t>Explain how you’ve adapted or transformed formal/cultural elements to communicate your own coded meaning and aesthetic.</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22" name="Straight Arrow Connector 21">
            <a:extLst>
              <a:ext uri="{FF2B5EF4-FFF2-40B4-BE49-F238E27FC236}">
                <a16:creationId xmlns:a16="http://schemas.microsoft.com/office/drawing/2014/main" id="{A38E7C5E-991F-6942-4B24-77212E0DC43F}"/>
              </a:ext>
            </a:extLst>
          </p:cNvPr>
          <p:cNvCxnSpPr>
            <a:cxnSpLocks/>
          </p:cNvCxnSpPr>
          <p:nvPr/>
        </p:nvCxnSpPr>
        <p:spPr>
          <a:xfrm flipH="1">
            <a:off x="5306787" y="4635325"/>
            <a:ext cx="1831538" cy="319320"/>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D4BF80B-8E39-F830-0176-257078157AB4}"/>
              </a:ext>
            </a:extLst>
          </p:cNvPr>
          <p:cNvCxnSpPr>
            <a:cxnSpLocks/>
          </p:cNvCxnSpPr>
          <p:nvPr/>
        </p:nvCxnSpPr>
        <p:spPr>
          <a:xfrm flipH="1" flipV="1">
            <a:off x="5259115" y="6081974"/>
            <a:ext cx="1831428" cy="220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3932107E-06B7-AD8D-52FE-D6C251FC71D0}"/>
              </a:ext>
            </a:extLst>
          </p:cNvPr>
          <p:cNvPicPr>
            <a:picLocks noChangeAspect="1"/>
          </p:cNvPicPr>
          <p:nvPr/>
        </p:nvPicPr>
        <p:blipFill>
          <a:blip r:embed="rId3"/>
          <a:stretch>
            <a:fillRect/>
          </a:stretch>
        </p:blipFill>
        <p:spPr>
          <a:xfrm>
            <a:off x="0" y="24390"/>
            <a:ext cx="4000500" cy="499231"/>
          </a:xfrm>
          <a:prstGeom prst="rect">
            <a:avLst/>
          </a:prstGeom>
        </p:spPr>
      </p:pic>
    </p:spTree>
    <p:extLst>
      <p:ext uri="{BB962C8B-B14F-4D97-AF65-F5344CB8AC3E}">
        <p14:creationId xmlns:p14="http://schemas.microsoft.com/office/powerpoint/2010/main" val="2257748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BA95-1BFF-3557-7211-6B3C9637538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98A2C2F-13FD-0847-EE69-4BE1BC842C3F}"/>
              </a:ext>
            </a:extLst>
          </p:cNvPr>
          <p:cNvPicPr>
            <a:picLocks noChangeAspect="1"/>
          </p:cNvPicPr>
          <p:nvPr/>
        </p:nvPicPr>
        <p:blipFill>
          <a:blip r:embed="rId2"/>
          <a:stretch>
            <a:fillRect/>
          </a:stretch>
        </p:blipFill>
        <p:spPr>
          <a:xfrm>
            <a:off x="9174466" y="0"/>
            <a:ext cx="3017534" cy="548012"/>
          </a:xfrm>
          <a:prstGeom prst="rect">
            <a:avLst/>
          </a:prstGeom>
        </p:spPr>
      </p:pic>
      <p:sp>
        <p:nvSpPr>
          <p:cNvPr id="9" name="Rectangle 8">
            <a:extLst>
              <a:ext uri="{FF2B5EF4-FFF2-40B4-BE49-F238E27FC236}">
                <a16:creationId xmlns:a16="http://schemas.microsoft.com/office/drawing/2014/main" id="{27A5D489-EC27-45AA-EDFB-5FF36ACFA813}"/>
              </a:ext>
            </a:extLst>
          </p:cNvPr>
          <p:cNvSpPr/>
          <p:nvPr/>
        </p:nvSpPr>
        <p:spPr>
          <a:xfrm>
            <a:off x="146959" y="704140"/>
            <a:ext cx="5159828" cy="548012"/>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i="1">
                <a:solidFill>
                  <a:schemeClr val="tx1"/>
                </a:solidFill>
                <a:latin typeface="Aptos Display" panose="020B0004020202020204" pitchFamily="34" charset="0"/>
              </a:rPr>
              <a:t>ARTIST NAME:</a:t>
            </a:r>
            <a:endParaRPr lang="en-AU" sz="1600" b="1" i="1">
              <a:solidFill>
                <a:schemeClr val="tx1"/>
              </a:solidFill>
              <a:latin typeface="Aptos Display" panose="020B0004020202020204" pitchFamily="34" charset="0"/>
            </a:endParaRPr>
          </a:p>
        </p:txBody>
      </p:sp>
      <p:sp>
        <p:nvSpPr>
          <p:cNvPr id="10" name="TextBox 9">
            <a:extLst>
              <a:ext uri="{FF2B5EF4-FFF2-40B4-BE49-F238E27FC236}">
                <a16:creationId xmlns:a16="http://schemas.microsoft.com/office/drawing/2014/main" id="{336CE63E-EB92-1F31-DDE6-42520F02C6D4}"/>
              </a:ext>
            </a:extLst>
          </p:cNvPr>
          <p:cNvSpPr txBox="1"/>
          <p:nvPr/>
        </p:nvSpPr>
        <p:spPr>
          <a:xfrm>
            <a:off x="146958" y="1252152"/>
            <a:ext cx="4669971" cy="523220"/>
          </a:xfrm>
          <a:prstGeom prst="rect">
            <a:avLst/>
          </a:prstGeom>
          <a:noFill/>
        </p:spPr>
        <p:txBody>
          <a:bodyPr wrap="square" rtlCol="0">
            <a:spAutoFit/>
          </a:bodyPr>
          <a:lstStyle/>
          <a:p>
            <a:r>
              <a:rPr lang="en-US" sz="1400" i="1">
                <a:solidFill>
                  <a:srgbClr val="FF0000"/>
                </a:solidFill>
              </a:rPr>
              <a:t>Paste 1 visual example of their artwork below. Ensure to write the title of the artwork, date, medium and size.</a:t>
            </a:r>
            <a:endParaRPr lang="en-AU" sz="1400" i="1">
              <a:solidFill>
                <a:srgbClr val="FF0000"/>
              </a:solidFill>
            </a:endParaRPr>
          </a:p>
        </p:txBody>
      </p:sp>
      <p:sp>
        <p:nvSpPr>
          <p:cNvPr id="11" name="TextBox 10">
            <a:extLst>
              <a:ext uri="{FF2B5EF4-FFF2-40B4-BE49-F238E27FC236}">
                <a16:creationId xmlns:a16="http://schemas.microsoft.com/office/drawing/2014/main" id="{70DD6A40-B002-5213-CC2E-11F50B462646}"/>
              </a:ext>
            </a:extLst>
          </p:cNvPr>
          <p:cNvSpPr txBox="1"/>
          <p:nvPr/>
        </p:nvSpPr>
        <p:spPr>
          <a:xfrm>
            <a:off x="7245263" y="516412"/>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FORMAL CONTEXT:  </a:t>
            </a:r>
            <a:r>
              <a:rPr lang="en-US" sz="1200">
                <a:solidFill>
                  <a:srgbClr val="FF0000"/>
                </a:solidFill>
              </a:rPr>
              <a:t>At least 2 elements/principles and how they create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4" name="Straight Arrow Connector 3">
            <a:extLst>
              <a:ext uri="{FF2B5EF4-FFF2-40B4-BE49-F238E27FC236}">
                <a16:creationId xmlns:a16="http://schemas.microsoft.com/office/drawing/2014/main" id="{8E886EC4-BB56-6B88-1E04-DFEB9870CBDB}"/>
              </a:ext>
            </a:extLst>
          </p:cNvPr>
          <p:cNvCxnSpPr>
            <a:cxnSpLocks/>
          </p:cNvCxnSpPr>
          <p:nvPr/>
        </p:nvCxnSpPr>
        <p:spPr>
          <a:xfrm flipH="1">
            <a:off x="5306787" y="881049"/>
            <a:ext cx="1836088" cy="63971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896082E0-F521-209E-2F2A-20D4FE60A86C}"/>
              </a:ext>
            </a:extLst>
          </p:cNvPr>
          <p:cNvCxnSpPr>
            <a:cxnSpLocks/>
          </p:cNvCxnSpPr>
          <p:nvPr/>
        </p:nvCxnSpPr>
        <p:spPr>
          <a:xfrm flipH="1">
            <a:off x="5311445" y="1245985"/>
            <a:ext cx="1826771" cy="642327"/>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2D1A586-28DF-51A8-E4D4-61BEDCB51219}"/>
              </a:ext>
            </a:extLst>
          </p:cNvPr>
          <p:cNvSpPr txBox="1"/>
          <p:nvPr/>
        </p:nvSpPr>
        <p:spPr>
          <a:xfrm>
            <a:off x="7235652" y="1665417"/>
            <a:ext cx="4713262"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CULTURAL CONTEXT: </a:t>
            </a:r>
            <a:r>
              <a:rPr lang="en-US" sz="1200">
                <a:solidFill>
                  <a:srgbClr val="FF0000"/>
                </a:solidFill>
              </a:rPr>
              <a:t>At least 2 cultural influences and how they add meaning</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sp>
        <p:nvSpPr>
          <p:cNvPr id="7" name="TextBox 6">
            <a:extLst>
              <a:ext uri="{FF2B5EF4-FFF2-40B4-BE49-F238E27FC236}">
                <a16:creationId xmlns:a16="http://schemas.microsoft.com/office/drawing/2014/main" id="{523CC42D-05B9-F21C-A4BF-EF96643DADEF}"/>
              </a:ext>
            </a:extLst>
          </p:cNvPr>
          <p:cNvSpPr txBox="1"/>
          <p:nvPr/>
        </p:nvSpPr>
        <p:spPr>
          <a:xfrm>
            <a:off x="7226040" y="2860660"/>
            <a:ext cx="4713261" cy="1015663"/>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CODE: </a:t>
            </a:r>
            <a:r>
              <a:rPr lang="en-US" sz="1200">
                <a:solidFill>
                  <a:srgbClr val="FF0000"/>
                </a:solidFill>
              </a:rPr>
              <a:t>Identify symbols/motifs and meanings</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8" name="TextBox 7">
            <a:extLst>
              <a:ext uri="{FF2B5EF4-FFF2-40B4-BE49-F238E27FC236}">
                <a16:creationId xmlns:a16="http://schemas.microsoft.com/office/drawing/2014/main" id="{07826842-1BF8-18C2-A307-9D55B2BE2792}"/>
              </a:ext>
            </a:extLst>
          </p:cNvPr>
          <p:cNvSpPr txBox="1"/>
          <p:nvPr/>
        </p:nvSpPr>
        <p:spPr>
          <a:xfrm>
            <a:off x="7226041" y="4090609"/>
            <a:ext cx="4713261"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MEANING:  </a:t>
            </a:r>
            <a:r>
              <a:rPr lang="en-AU" sz="1200">
                <a:solidFill>
                  <a:srgbClr val="FF0000"/>
                </a:solidFill>
              </a:rPr>
              <a:t>Summarise main message/story</a:t>
            </a:r>
            <a:endParaRPr lang="en-US" sz="1200" b="1" i="1" u="sng">
              <a:solidFill>
                <a:srgbClr val="FF0000"/>
              </a:solidFill>
            </a:endParaRPr>
          </a:p>
          <a:p>
            <a:pPr>
              <a:buNone/>
            </a:pP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a:p>
            <a:pPr>
              <a:buNone/>
            </a:pPr>
            <a:endParaRPr lang="en-US" sz="1200" b="1" i="1" u="sng"/>
          </a:p>
        </p:txBody>
      </p:sp>
      <p:sp>
        <p:nvSpPr>
          <p:cNvPr id="13" name="Rectangle 12">
            <a:extLst>
              <a:ext uri="{FF2B5EF4-FFF2-40B4-BE49-F238E27FC236}">
                <a16:creationId xmlns:a16="http://schemas.microsoft.com/office/drawing/2014/main" id="{84B39D72-ED8B-E188-228D-41B6FD8F84F7}"/>
              </a:ext>
            </a:extLst>
          </p:cNvPr>
          <p:cNvSpPr/>
          <p:nvPr/>
        </p:nvSpPr>
        <p:spPr>
          <a:xfrm>
            <a:off x="177117" y="3035073"/>
            <a:ext cx="4669971" cy="1825780"/>
          </a:xfrm>
          <a:prstGeom prst="rect">
            <a:avLst/>
          </a:prstGeom>
          <a:solidFill>
            <a:schemeClr val="bg1"/>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RED TEXT – DELETE BEFORE SUBMISSION </a:t>
            </a:r>
          </a:p>
          <a:p>
            <a:pPr algn="ctr"/>
            <a:r>
              <a:rPr lang="en-US" sz="1600">
                <a:solidFill>
                  <a:srgbClr val="FF0000"/>
                </a:solidFill>
              </a:rPr>
              <a:t>Use arrows on the artwork image to point to elements in the formal and cultural context. Annotate clearly.</a:t>
            </a:r>
            <a:endParaRPr lang="en-AU" sz="1600" i="1">
              <a:solidFill>
                <a:srgbClr val="FF0000"/>
              </a:solidFill>
            </a:endParaRPr>
          </a:p>
        </p:txBody>
      </p:sp>
      <p:cxnSp>
        <p:nvCxnSpPr>
          <p:cNvPr id="17" name="Straight Arrow Connector 16">
            <a:extLst>
              <a:ext uri="{FF2B5EF4-FFF2-40B4-BE49-F238E27FC236}">
                <a16:creationId xmlns:a16="http://schemas.microsoft.com/office/drawing/2014/main" id="{7C532D95-7470-0BC8-9AF3-F39FCF06FC00}"/>
              </a:ext>
            </a:extLst>
          </p:cNvPr>
          <p:cNvCxnSpPr>
            <a:cxnSpLocks/>
          </p:cNvCxnSpPr>
          <p:nvPr/>
        </p:nvCxnSpPr>
        <p:spPr>
          <a:xfrm flipH="1">
            <a:off x="5211445" y="2350989"/>
            <a:ext cx="1926771" cy="712929"/>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465BF4B-C15D-DCC2-78F2-1CF23547C57B}"/>
              </a:ext>
            </a:extLst>
          </p:cNvPr>
          <p:cNvCxnSpPr>
            <a:cxnSpLocks/>
          </p:cNvCxnSpPr>
          <p:nvPr/>
        </p:nvCxnSpPr>
        <p:spPr>
          <a:xfrm flipH="1">
            <a:off x="5306787" y="1984548"/>
            <a:ext cx="1880147" cy="696532"/>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E2AA162-7C41-88D8-3DC7-E338120B2B2D}"/>
              </a:ext>
            </a:extLst>
          </p:cNvPr>
          <p:cNvCxnSpPr/>
          <p:nvPr/>
        </p:nvCxnSpPr>
        <p:spPr>
          <a:xfrm flipH="1">
            <a:off x="5211444" y="3142879"/>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AC5AC67-CF79-BD9A-3E54-EC675969F8FC}"/>
              </a:ext>
            </a:extLst>
          </p:cNvPr>
          <p:cNvCxnSpPr/>
          <p:nvPr/>
        </p:nvCxnSpPr>
        <p:spPr>
          <a:xfrm flipH="1">
            <a:off x="5211444" y="3450023"/>
            <a:ext cx="1926771" cy="522514"/>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9F44426-A1AA-360A-648B-E40D50DCC7D9}"/>
              </a:ext>
            </a:extLst>
          </p:cNvPr>
          <p:cNvSpPr txBox="1"/>
          <p:nvPr/>
        </p:nvSpPr>
        <p:spPr>
          <a:xfrm>
            <a:off x="7226041" y="5484015"/>
            <a:ext cx="4732484" cy="1200329"/>
          </a:xfrm>
          <a:prstGeom prst="rect">
            <a:avLst/>
          </a:prstGeom>
          <a:solidFill>
            <a:schemeClr val="bg1"/>
          </a:solidFill>
          <a:ln w="12700">
            <a:solidFill>
              <a:schemeClr val="tx1"/>
            </a:solidFill>
            <a:prstDash val="dash"/>
          </a:ln>
        </p:spPr>
        <p:txBody>
          <a:bodyPr wrap="square" rtlCol="0">
            <a:spAutoFit/>
          </a:bodyPr>
          <a:lstStyle/>
          <a:p>
            <a:pPr>
              <a:buNone/>
            </a:pPr>
            <a:r>
              <a:rPr lang="en-US" sz="1200" b="1" i="1" u="sng"/>
              <a:t>LINK TO MY FIA3: </a:t>
            </a:r>
            <a:r>
              <a:rPr lang="en-US" sz="1200">
                <a:solidFill>
                  <a:srgbClr val="FF0000"/>
                </a:solidFill>
              </a:rPr>
              <a:t>Explain how you’ve adapted or transformed formal/cultural elements to communicate your own coded meaning and aesthetic.</a:t>
            </a:r>
            <a:endParaRPr lang="en-US" sz="1200" b="1" i="1" u="sng">
              <a:solidFill>
                <a:srgbClr val="FF0000"/>
              </a:solidFill>
            </a:endParaRPr>
          </a:p>
          <a:p>
            <a:pPr>
              <a:buNone/>
            </a:pPr>
            <a:endParaRPr lang="en-US" sz="1200" b="1" i="1" u="sng"/>
          </a:p>
          <a:p>
            <a:pPr>
              <a:buNone/>
            </a:pPr>
            <a:endParaRPr lang="en-US" sz="1200" b="1" i="1" u="sng"/>
          </a:p>
          <a:p>
            <a:pPr>
              <a:buNone/>
            </a:pPr>
            <a:endParaRPr lang="en-US" sz="1200" b="1" i="1" u="sng"/>
          </a:p>
        </p:txBody>
      </p:sp>
      <p:cxnSp>
        <p:nvCxnSpPr>
          <p:cNvPr id="22" name="Straight Arrow Connector 21">
            <a:extLst>
              <a:ext uri="{FF2B5EF4-FFF2-40B4-BE49-F238E27FC236}">
                <a16:creationId xmlns:a16="http://schemas.microsoft.com/office/drawing/2014/main" id="{F1B9E599-285B-5881-BB3F-CDA82C57241B}"/>
              </a:ext>
            </a:extLst>
          </p:cNvPr>
          <p:cNvCxnSpPr>
            <a:cxnSpLocks/>
          </p:cNvCxnSpPr>
          <p:nvPr/>
        </p:nvCxnSpPr>
        <p:spPr>
          <a:xfrm flipH="1">
            <a:off x="5306787" y="4635325"/>
            <a:ext cx="1831538" cy="319320"/>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8BD0CE3-73BB-442B-609B-92EF8F2A95B8}"/>
              </a:ext>
            </a:extLst>
          </p:cNvPr>
          <p:cNvCxnSpPr>
            <a:cxnSpLocks/>
          </p:cNvCxnSpPr>
          <p:nvPr/>
        </p:nvCxnSpPr>
        <p:spPr>
          <a:xfrm flipH="1" flipV="1">
            <a:off x="5259115" y="6081974"/>
            <a:ext cx="1831428" cy="2205"/>
          </a:xfrm>
          <a:prstGeom prst="straightConnector1">
            <a:avLst/>
          </a:prstGeom>
          <a:ln w="38100">
            <a:solidFill>
              <a:srgbClr val="D9CDB1"/>
            </a:solidFill>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B21A8C55-78BC-0F06-C250-589F987C755B}"/>
              </a:ext>
            </a:extLst>
          </p:cNvPr>
          <p:cNvPicPr>
            <a:picLocks noChangeAspect="1"/>
          </p:cNvPicPr>
          <p:nvPr/>
        </p:nvPicPr>
        <p:blipFill>
          <a:blip r:embed="rId3"/>
          <a:stretch>
            <a:fillRect/>
          </a:stretch>
        </p:blipFill>
        <p:spPr>
          <a:xfrm>
            <a:off x="146958" y="68218"/>
            <a:ext cx="3826371" cy="448194"/>
          </a:xfrm>
          <a:prstGeom prst="rect">
            <a:avLst/>
          </a:prstGeom>
        </p:spPr>
      </p:pic>
    </p:spTree>
    <p:extLst>
      <p:ext uri="{BB962C8B-B14F-4D97-AF65-F5344CB8AC3E}">
        <p14:creationId xmlns:p14="http://schemas.microsoft.com/office/powerpoint/2010/main" val="2884553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4F4E2A-2E7E-193B-7A32-93B6F8F25EF6}"/>
              </a:ext>
            </a:extLst>
          </p:cNvPr>
          <p:cNvPicPr>
            <a:picLocks noChangeAspect="1"/>
          </p:cNvPicPr>
          <p:nvPr/>
        </p:nvPicPr>
        <p:blipFill>
          <a:blip r:embed="rId2"/>
          <a:stretch>
            <a:fillRect/>
          </a:stretch>
        </p:blipFill>
        <p:spPr>
          <a:xfrm>
            <a:off x="140474" y="0"/>
            <a:ext cx="1818955" cy="575163"/>
          </a:xfrm>
          <a:prstGeom prst="rect">
            <a:avLst/>
          </a:prstGeom>
        </p:spPr>
      </p:pic>
      <p:pic>
        <p:nvPicPr>
          <p:cNvPr id="3" name="Picture 2">
            <a:extLst>
              <a:ext uri="{FF2B5EF4-FFF2-40B4-BE49-F238E27FC236}">
                <a16:creationId xmlns:a16="http://schemas.microsoft.com/office/drawing/2014/main" id="{88D04515-3264-895A-2EFE-57A9115DE8C9}"/>
              </a:ext>
            </a:extLst>
          </p:cNvPr>
          <p:cNvPicPr>
            <a:picLocks noChangeAspect="1"/>
          </p:cNvPicPr>
          <p:nvPr/>
        </p:nvPicPr>
        <p:blipFill>
          <a:blip r:embed="rId3"/>
          <a:stretch>
            <a:fillRect/>
          </a:stretch>
        </p:blipFill>
        <p:spPr>
          <a:xfrm>
            <a:off x="4419600" y="0"/>
            <a:ext cx="7772400" cy="484223"/>
          </a:xfrm>
          <a:prstGeom prst="rect">
            <a:avLst/>
          </a:prstGeom>
        </p:spPr>
      </p:pic>
      <p:sp>
        <p:nvSpPr>
          <p:cNvPr id="4" name="Google Shape;114;p17">
            <a:extLst>
              <a:ext uri="{FF2B5EF4-FFF2-40B4-BE49-F238E27FC236}">
                <a16:creationId xmlns:a16="http://schemas.microsoft.com/office/drawing/2014/main" id="{0EB805D1-F4A0-4596-EEE2-037A50C1A09E}"/>
              </a:ext>
            </a:extLst>
          </p:cNvPr>
          <p:cNvSpPr/>
          <p:nvPr/>
        </p:nvSpPr>
        <p:spPr>
          <a:xfrm>
            <a:off x="271018" y="832756"/>
            <a:ext cx="5623596" cy="5698673"/>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a:solidFill>
                  <a:srgbClr val="FF0000"/>
                </a:solidFill>
                <a:latin typeface="+mj-lt"/>
                <a:ea typeface="Lato"/>
                <a:cs typeface="Lato"/>
                <a:sym typeface="Lato"/>
              </a:rPr>
              <a:t>Insert clear image of experimental work</a:t>
            </a:r>
          </a:p>
        </p:txBody>
      </p:sp>
      <p:sp>
        <p:nvSpPr>
          <p:cNvPr id="5" name="TextBox 4">
            <a:extLst>
              <a:ext uri="{FF2B5EF4-FFF2-40B4-BE49-F238E27FC236}">
                <a16:creationId xmlns:a16="http://schemas.microsoft.com/office/drawing/2014/main" id="{49CACE74-1579-A30B-9C9F-869F9F91F30E}"/>
              </a:ext>
            </a:extLst>
          </p:cNvPr>
          <p:cNvSpPr txBox="1"/>
          <p:nvPr/>
        </p:nvSpPr>
        <p:spPr>
          <a:xfrm>
            <a:off x="6153519" y="832756"/>
            <a:ext cx="5498411" cy="1169551"/>
          </a:xfrm>
          <a:prstGeom prst="rect">
            <a:avLst/>
          </a:prstGeom>
          <a:noFill/>
          <a:ln w="12700">
            <a:solidFill>
              <a:schemeClr val="tx1"/>
            </a:solidFill>
            <a:prstDash val="dash"/>
          </a:ln>
        </p:spPr>
        <p:txBody>
          <a:bodyPr wrap="square" rtlCol="0">
            <a:spAutoFit/>
          </a:bodyPr>
          <a:lstStyle/>
          <a:p>
            <a:r>
              <a:rPr lang="en-US" sz="1200" b="1"/>
              <a:t>Researching: </a:t>
            </a:r>
            <a:r>
              <a:rPr lang="en-US" sz="1400" err="1">
                <a:solidFill>
                  <a:srgbClr val="FF0000"/>
                </a:solidFill>
              </a:rPr>
              <a:t>Analyse</a:t>
            </a:r>
            <a:r>
              <a:rPr lang="en-US" sz="1400">
                <a:solidFill>
                  <a:srgbClr val="FF0000"/>
                </a:solidFill>
              </a:rPr>
              <a:t> and interpret how your mentor artist’s codes, symbols, and visual language informed your experiment.</a:t>
            </a:r>
            <a:endParaRPr lang="en-US" sz="1400" b="1">
              <a:solidFill>
                <a:srgbClr val="FF0000"/>
              </a:solidFill>
            </a:endParaRPr>
          </a:p>
          <a:p>
            <a:endParaRPr lang="en-US" sz="1400" b="1"/>
          </a:p>
          <a:p>
            <a:endParaRPr lang="en-US" sz="1400" b="1"/>
          </a:p>
          <a:p>
            <a:endParaRPr lang="en-US" sz="1400" b="1"/>
          </a:p>
        </p:txBody>
      </p:sp>
      <p:sp>
        <p:nvSpPr>
          <p:cNvPr id="6" name="TextBox 5">
            <a:extLst>
              <a:ext uri="{FF2B5EF4-FFF2-40B4-BE49-F238E27FC236}">
                <a16:creationId xmlns:a16="http://schemas.microsoft.com/office/drawing/2014/main" id="{4E110918-B919-F24C-6AF2-AAE332AE3018}"/>
              </a:ext>
            </a:extLst>
          </p:cNvPr>
          <p:cNvSpPr txBox="1"/>
          <p:nvPr/>
        </p:nvSpPr>
        <p:spPr>
          <a:xfrm>
            <a:off x="6153519" y="2705725"/>
            <a:ext cx="5498411" cy="1107996"/>
          </a:xfrm>
          <a:prstGeom prst="rect">
            <a:avLst/>
          </a:prstGeom>
          <a:noFill/>
          <a:ln w="12700">
            <a:solidFill>
              <a:schemeClr val="tx1"/>
            </a:solidFill>
            <a:prstDash val="dash"/>
          </a:ln>
        </p:spPr>
        <p:txBody>
          <a:bodyPr wrap="square" rtlCol="0">
            <a:spAutoFit/>
          </a:bodyPr>
          <a:lstStyle/>
          <a:p>
            <a:r>
              <a:rPr lang="en-US" sz="1200" b="1"/>
              <a:t>Developing:  </a:t>
            </a:r>
            <a:r>
              <a:rPr lang="en-US" sz="1200">
                <a:solidFill>
                  <a:srgbClr val="FF0000"/>
                </a:solidFill>
              </a:rPr>
              <a:t>Explain how you generated and refined visual solutions to communicate your concept and context through coded visual language.</a:t>
            </a:r>
            <a:r>
              <a:rPr lang="en-US" sz="1200" b="1">
                <a:solidFill>
                  <a:srgbClr val="FF0000"/>
                </a:solidFill>
              </a:rPr>
              <a:t>  </a:t>
            </a:r>
            <a:endParaRPr lang="en-US" sz="1400" b="1">
              <a:solidFill>
                <a:srgbClr val="FF0000"/>
              </a:solidFill>
            </a:endParaRPr>
          </a:p>
          <a:p>
            <a:endParaRPr lang="en-US" sz="1400" b="1"/>
          </a:p>
          <a:p>
            <a:endParaRPr lang="en-US" sz="1400" b="1"/>
          </a:p>
          <a:p>
            <a:endParaRPr lang="en-US" sz="1400" b="1"/>
          </a:p>
        </p:txBody>
      </p:sp>
      <p:sp>
        <p:nvSpPr>
          <p:cNvPr id="7" name="TextBox 6">
            <a:extLst>
              <a:ext uri="{FF2B5EF4-FFF2-40B4-BE49-F238E27FC236}">
                <a16:creationId xmlns:a16="http://schemas.microsoft.com/office/drawing/2014/main" id="{C459DA6C-681E-A9A9-2DB6-C9A849D04900}"/>
              </a:ext>
            </a:extLst>
          </p:cNvPr>
          <p:cNvSpPr txBox="1"/>
          <p:nvPr/>
        </p:nvSpPr>
        <p:spPr>
          <a:xfrm>
            <a:off x="6153519" y="4517139"/>
            <a:ext cx="5498411" cy="1508105"/>
          </a:xfrm>
          <a:prstGeom prst="rect">
            <a:avLst/>
          </a:prstGeom>
          <a:noFill/>
          <a:ln w="12700">
            <a:solidFill>
              <a:schemeClr val="tx1"/>
            </a:solidFill>
            <a:prstDash val="dash"/>
          </a:ln>
        </p:spPr>
        <p:txBody>
          <a:bodyPr wrap="square" rtlCol="0">
            <a:spAutoFit/>
          </a:bodyPr>
          <a:lstStyle/>
          <a:p>
            <a:r>
              <a:rPr lang="en-US" sz="1200" b="1"/>
              <a:t>Reflecting:</a:t>
            </a:r>
            <a:r>
              <a:rPr lang="en-US" sz="1200" b="1">
                <a:solidFill>
                  <a:srgbClr val="FF0000"/>
                </a:solidFill>
              </a:rPr>
              <a:t> </a:t>
            </a:r>
            <a:r>
              <a:rPr lang="en-US" sz="1200">
                <a:solidFill>
                  <a:srgbClr val="FF0000"/>
                </a:solidFill>
              </a:rPr>
              <a:t>Evaluate the strengths, implications, and limitations of your approach. Justify your intended outcome with reference to knowledge gained from self-directed inquiry.</a:t>
            </a:r>
            <a:endParaRPr lang="en-US" sz="1200" b="1">
              <a:solidFill>
                <a:srgbClr val="FF0000"/>
              </a:solidFill>
            </a:endParaRPr>
          </a:p>
          <a:p>
            <a:endParaRPr lang="en-US" sz="1400" b="1"/>
          </a:p>
          <a:p>
            <a:endParaRPr lang="en-US" sz="1400" b="1"/>
          </a:p>
          <a:p>
            <a:endParaRPr lang="en-US" sz="1400" b="1"/>
          </a:p>
          <a:p>
            <a:endParaRPr lang="en-US" sz="1400" b="1"/>
          </a:p>
        </p:txBody>
      </p:sp>
      <p:sp>
        <p:nvSpPr>
          <p:cNvPr id="9" name="TextBox 8">
            <a:extLst>
              <a:ext uri="{FF2B5EF4-FFF2-40B4-BE49-F238E27FC236}">
                <a16:creationId xmlns:a16="http://schemas.microsoft.com/office/drawing/2014/main" id="{4CDE1E2B-1807-A6D9-CA3B-2BCDD6A82D3F}"/>
              </a:ext>
            </a:extLst>
          </p:cNvPr>
          <p:cNvSpPr txBox="1"/>
          <p:nvPr/>
        </p:nvSpPr>
        <p:spPr>
          <a:xfrm>
            <a:off x="6297388" y="6334780"/>
            <a:ext cx="5858449" cy="523220"/>
          </a:xfrm>
          <a:prstGeom prst="rect">
            <a:avLst/>
          </a:prstGeom>
          <a:noFill/>
        </p:spPr>
        <p:txBody>
          <a:bodyPr wrap="square">
            <a:spAutoFit/>
          </a:bodyPr>
          <a:lstStyle/>
          <a:p>
            <a:r>
              <a:rPr lang="en-US" sz="1400" b="1" i="1">
                <a:solidFill>
                  <a:srgbClr val="FF0000"/>
                </a:solidFill>
              </a:rPr>
              <a:t>Make sure your answers show depth of thought — aim for clear links between research, experimentation, and your inquiry question.</a:t>
            </a:r>
            <a:endParaRPr lang="en-AU" sz="1400" b="1" i="1">
              <a:solidFill>
                <a:srgbClr val="FF0000"/>
              </a:solidFill>
            </a:endParaRPr>
          </a:p>
        </p:txBody>
      </p:sp>
    </p:spTree>
    <p:extLst>
      <p:ext uri="{BB962C8B-B14F-4D97-AF65-F5344CB8AC3E}">
        <p14:creationId xmlns:p14="http://schemas.microsoft.com/office/powerpoint/2010/main" val="4217702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6CFCD-3825-3446-3893-A251E9AB26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12F4D7E-5CE1-8AFA-54B5-D3612913D83D}"/>
              </a:ext>
            </a:extLst>
          </p:cNvPr>
          <p:cNvPicPr>
            <a:picLocks noChangeAspect="1"/>
          </p:cNvPicPr>
          <p:nvPr/>
        </p:nvPicPr>
        <p:blipFill>
          <a:blip r:embed="rId2"/>
          <a:stretch>
            <a:fillRect/>
          </a:stretch>
        </p:blipFill>
        <p:spPr>
          <a:xfrm>
            <a:off x="140474" y="0"/>
            <a:ext cx="1818955" cy="575163"/>
          </a:xfrm>
          <a:prstGeom prst="rect">
            <a:avLst/>
          </a:prstGeom>
        </p:spPr>
      </p:pic>
      <p:pic>
        <p:nvPicPr>
          <p:cNvPr id="3" name="Picture 2">
            <a:extLst>
              <a:ext uri="{FF2B5EF4-FFF2-40B4-BE49-F238E27FC236}">
                <a16:creationId xmlns:a16="http://schemas.microsoft.com/office/drawing/2014/main" id="{F1EF5974-27D6-BCFB-B3CE-56804CB884BB}"/>
              </a:ext>
            </a:extLst>
          </p:cNvPr>
          <p:cNvPicPr>
            <a:picLocks noChangeAspect="1"/>
          </p:cNvPicPr>
          <p:nvPr/>
        </p:nvPicPr>
        <p:blipFill>
          <a:blip r:embed="rId3"/>
          <a:stretch>
            <a:fillRect/>
          </a:stretch>
        </p:blipFill>
        <p:spPr>
          <a:xfrm>
            <a:off x="4419600" y="0"/>
            <a:ext cx="7772400" cy="484223"/>
          </a:xfrm>
          <a:prstGeom prst="rect">
            <a:avLst/>
          </a:prstGeom>
        </p:spPr>
      </p:pic>
      <p:sp>
        <p:nvSpPr>
          <p:cNvPr id="4" name="Google Shape;114;p17">
            <a:extLst>
              <a:ext uri="{FF2B5EF4-FFF2-40B4-BE49-F238E27FC236}">
                <a16:creationId xmlns:a16="http://schemas.microsoft.com/office/drawing/2014/main" id="{7D7A7BC4-45BF-9DB4-762A-1F712B22181C}"/>
              </a:ext>
            </a:extLst>
          </p:cNvPr>
          <p:cNvSpPr/>
          <p:nvPr/>
        </p:nvSpPr>
        <p:spPr>
          <a:xfrm>
            <a:off x="271018" y="832756"/>
            <a:ext cx="5623596" cy="5698673"/>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a:solidFill>
                  <a:srgbClr val="FF0000"/>
                </a:solidFill>
                <a:latin typeface="+mj-lt"/>
                <a:ea typeface="Lato"/>
                <a:cs typeface="Lato"/>
                <a:sym typeface="Lato"/>
              </a:rPr>
              <a:t>Insert clear image of experimental work</a:t>
            </a:r>
          </a:p>
        </p:txBody>
      </p:sp>
      <p:sp>
        <p:nvSpPr>
          <p:cNvPr id="5" name="TextBox 4">
            <a:extLst>
              <a:ext uri="{FF2B5EF4-FFF2-40B4-BE49-F238E27FC236}">
                <a16:creationId xmlns:a16="http://schemas.microsoft.com/office/drawing/2014/main" id="{EA654715-B1C6-C78E-5EC2-976F5F53218A}"/>
              </a:ext>
            </a:extLst>
          </p:cNvPr>
          <p:cNvSpPr txBox="1"/>
          <p:nvPr/>
        </p:nvSpPr>
        <p:spPr>
          <a:xfrm>
            <a:off x="6153519" y="832756"/>
            <a:ext cx="5498411" cy="1169551"/>
          </a:xfrm>
          <a:prstGeom prst="rect">
            <a:avLst/>
          </a:prstGeom>
          <a:noFill/>
          <a:ln w="12700">
            <a:solidFill>
              <a:schemeClr val="tx1"/>
            </a:solidFill>
            <a:prstDash val="dash"/>
          </a:ln>
        </p:spPr>
        <p:txBody>
          <a:bodyPr wrap="square" rtlCol="0">
            <a:spAutoFit/>
          </a:bodyPr>
          <a:lstStyle/>
          <a:p>
            <a:r>
              <a:rPr lang="en-US" sz="1200" b="1"/>
              <a:t>Researching: </a:t>
            </a:r>
            <a:r>
              <a:rPr lang="en-US" sz="1400" err="1">
                <a:solidFill>
                  <a:srgbClr val="FF0000"/>
                </a:solidFill>
              </a:rPr>
              <a:t>Analyse</a:t>
            </a:r>
            <a:r>
              <a:rPr lang="en-US" sz="1400">
                <a:solidFill>
                  <a:srgbClr val="FF0000"/>
                </a:solidFill>
              </a:rPr>
              <a:t> and interpret how your mentor artist’s codes, symbols, and visual language informed your experiment.</a:t>
            </a:r>
            <a:endParaRPr lang="en-US" sz="1400" b="1">
              <a:solidFill>
                <a:srgbClr val="FF0000"/>
              </a:solidFill>
            </a:endParaRPr>
          </a:p>
          <a:p>
            <a:endParaRPr lang="en-US" sz="1400" b="1"/>
          </a:p>
          <a:p>
            <a:endParaRPr lang="en-US" sz="1400" b="1"/>
          </a:p>
          <a:p>
            <a:endParaRPr lang="en-US" sz="1400" b="1"/>
          </a:p>
        </p:txBody>
      </p:sp>
      <p:sp>
        <p:nvSpPr>
          <p:cNvPr id="6" name="TextBox 5">
            <a:extLst>
              <a:ext uri="{FF2B5EF4-FFF2-40B4-BE49-F238E27FC236}">
                <a16:creationId xmlns:a16="http://schemas.microsoft.com/office/drawing/2014/main" id="{DE24267B-4297-B9EB-F8F8-F93380987CF9}"/>
              </a:ext>
            </a:extLst>
          </p:cNvPr>
          <p:cNvSpPr txBox="1"/>
          <p:nvPr/>
        </p:nvSpPr>
        <p:spPr>
          <a:xfrm>
            <a:off x="6153519" y="2705725"/>
            <a:ext cx="5498411" cy="1107996"/>
          </a:xfrm>
          <a:prstGeom prst="rect">
            <a:avLst/>
          </a:prstGeom>
          <a:noFill/>
          <a:ln w="12700">
            <a:solidFill>
              <a:schemeClr val="tx1"/>
            </a:solidFill>
            <a:prstDash val="dash"/>
          </a:ln>
        </p:spPr>
        <p:txBody>
          <a:bodyPr wrap="square" rtlCol="0">
            <a:spAutoFit/>
          </a:bodyPr>
          <a:lstStyle/>
          <a:p>
            <a:r>
              <a:rPr lang="en-US" sz="1200" b="1"/>
              <a:t>Developing:  </a:t>
            </a:r>
            <a:r>
              <a:rPr lang="en-US" sz="1200">
                <a:solidFill>
                  <a:srgbClr val="FF0000"/>
                </a:solidFill>
              </a:rPr>
              <a:t>Explain how you generated and refined visual solutions to communicate your concept and context through coded visual language.</a:t>
            </a:r>
            <a:r>
              <a:rPr lang="en-US" sz="1200" b="1">
                <a:solidFill>
                  <a:srgbClr val="FF0000"/>
                </a:solidFill>
              </a:rPr>
              <a:t>  </a:t>
            </a:r>
            <a:endParaRPr lang="en-US" sz="1400" b="1">
              <a:solidFill>
                <a:srgbClr val="FF0000"/>
              </a:solidFill>
            </a:endParaRPr>
          </a:p>
          <a:p>
            <a:endParaRPr lang="en-US" sz="1400" b="1"/>
          </a:p>
          <a:p>
            <a:endParaRPr lang="en-US" sz="1400" b="1"/>
          </a:p>
          <a:p>
            <a:endParaRPr lang="en-US" sz="1400" b="1"/>
          </a:p>
        </p:txBody>
      </p:sp>
      <p:sp>
        <p:nvSpPr>
          <p:cNvPr id="7" name="TextBox 6">
            <a:extLst>
              <a:ext uri="{FF2B5EF4-FFF2-40B4-BE49-F238E27FC236}">
                <a16:creationId xmlns:a16="http://schemas.microsoft.com/office/drawing/2014/main" id="{F5163073-9700-7124-B777-55B346F40B54}"/>
              </a:ext>
            </a:extLst>
          </p:cNvPr>
          <p:cNvSpPr txBox="1"/>
          <p:nvPr/>
        </p:nvSpPr>
        <p:spPr>
          <a:xfrm>
            <a:off x="6153519" y="4517139"/>
            <a:ext cx="5498411" cy="1508105"/>
          </a:xfrm>
          <a:prstGeom prst="rect">
            <a:avLst/>
          </a:prstGeom>
          <a:noFill/>
          <a:ln w="12700">
            <a:solidFill>
              <a:schemeClr val="tx1"/>
            </a:solidFill>
            <a:prstDash val="dash"/>
          </a:ln>
        </p:spPr>
        <p:txBody>
          <a:bodyPr wrap="square" rtlCol="0">
            <a:spAutoFit/>
          </a:bodyPr>
          <a:lstStyle/>
          <a:p>
            <a:r>
              <a:rPr lang="en-US" sz="1200" b="1"/>
              <a:t>Reflecting:</a:t>
            </a:r>
            <a:r>
              <a:rPr lang="en-US" sz="1200" b="1">
                <a:solidFill>
                  <a:srgbClr val="FF0000"/>
                </a:solidFill>
              </a:rPr>
              <a:t> </a:t>
            </a:r>
            <a:r>
              <a:rPr lang="en-US" sz="1200">
                <a:solidFill>
                  <a:srgbClr val="FF0000"/>
                </a:solidFill>
              </a:rPr>
              <a:t>Evaluate the strengths, implications, and limitations of your approach. Justify your intended outcome with reference to knowledge gained from self-directed inquiry.</a:t>
            </a:r>
            <a:endParaRPr lang="en-US" sz="1200" b="1">
              <a:solidFill>
                <a:srgbClr val="FF0000"/>
              </a:solidFill>
            </a:endParaRPr>
          </a:p>
          <a:p>
            <a:endParaRPr lang="en-US" sz="1400" b="1"/>
          </a:p>
          <a:p>
            <a:endParaRPr lang="en-US" sz="1400" b="1"/>
          </a:p>
          <a:p>
            <a:endParaRPr lang="en-US" sz="1400" b="1"/>
          </a:p>
          <a:p>
            <a:endParaRPr lang="en-US" sz="1400" b="1"/>
          </a:p>
        </p:txBody>
      </p:sp>
      <p:sp>
        <p:nvSpPr>
          <p:cNvPr id="9" name="TextBox 8">
            <a:extLst>
              <a:ext uri="{FF2B5EF4-FFF2-40B4-BE49-F238E27FC236}">
                <a16:creationId xmlns:a16="http://schemas.microsoft.com/office/drawing/2014/main" id="{02CD06C6-877C-0B41-D9E8-38F5C7E2602B}"/>
              </a:ext>
            </a:extLst>
          </p:cNvPr>
          <p:cNvSpPr txBox="1"/>
          <p:nvPr/>
        </p:nvSpPr>
        <p:spPr>
          <a:xfrm>
            <a:off x="6297388" y="6334780"/>
            <a:ext cx="5858449" cy="523220"/>
          </a:xfrm>
          <a:prstGeom prst="rect">
            <a:avLst/>
          </a:prstGeom>
          <a:noFill/>
        </p:spPr>
        <p:txBody>
          <a:bodyPr wrap="square">
            <a:spAutoFit/>
          </a:bodyPr>
          <a:lstStyle/>
          <a:p>
            <a:r>
              <a:rPr lang="en-US" sz="1400" b="1" i="1">
                <a:solidFill>
                  <a:srgbClr val="FF0000"/>
                </a:solidFill>
              </a:rPr>
              <a:t>Make sure your answers show depth of thought — aim for clear links between research, experimentation, and your inquiry question.</a:t>
            </a:r>
            <a:endParaRPr lang="en-AU" sz="1400" b="1" i="1">
              <a:solidFill>
                <a:srgbClr val="FF0000"/>
              </a:solidFill>
            </a:endParaRPr>
          </a:p>
        </p:txBody>
      </p:sp>
    </p:spTree>
    <p:extLst>
      <p:ext uri="{BB962C8B-B14F-4D97-AF65-F5344CB8AC3E}">
        <p14:creationId xmlns:p14="http://schemas.microsoft.com/office/powerpoint/2010/main" val="915505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2A6E4-64CB-83C6-5013-7F7C7F362C3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C698894-BCA4-0908-3268-B08EB638B9CF}"/>
              </a:ext>
            </a:extLst>
          </p:cNvPr>
          <p:cNvPicPr>
            <a:picLocks noChangeAspect="1"/>
          </p:cNvPicPr>
          <p:nvPr/>
        </p:nvPicPr>
        <p:blipFill>
          <a:blip r:embed="rId2"/>
          <a:stretch>
            <a:fillRect/>
          </a:stretch>
        </p:blipFill>
        <p:spPr>
          <a:xfrm>
            <a:off x="140474" y="0"/>
            <a:ext cx="1818955" cy="575163"/>
          </a:xfrm>
          <a:prstGeom prst="rect">
            <a:avLst/>
          </a:prstGeom>
        </p:spPr>
      </p:pic>
      <p:pic>
        <p:nvPicPr>
          <p:cNvPr id="3" name="Picture 2">
            <a:extLst>
              <a:ext uri="{FF2B5EF4-FFF2-40B4-BE49-F238E27FC236}">
                <a16:creationId xmlns:a16="http://schemas.microsoft.com/office/drawing/2014/main" id="{9C3E1DBB-FA4C-2EED-5F32-2C3FAB2980BE}"/>
              </a:ext>
            </a:extLst>
          </p:cNvPr>
          <p:cNvPicPr>
            <a:picLocks noChangeAspect="1"/>
          </p:cNvPicPr>
          <p:nvPr/>
        </p:nvPicPr>
        <p:blipFill>
          <a:blip r:embed="rId3"/>
          <a:stretch>
            <a:fillRect/>
          </a:stretch>
        </p:blipFill>
        <p:spPr>
          <a:xfrm>
            <a:off x="4419600" y="0"/>
            <a:ext cx="7772400" cy="484223"/>
          </a:xfrm>
          <a:prstGeom prst="rect">
            <a:avLst/>
          </a:prstGeom>
        </p:spPr>
      </p:pic>
      <p:sp>
        <p:nvSpPr>
          <p:cNvPr id="4" name="Google Shape;114;p17">
            <a:extLst>
              <a:ext uri="{FF2B5EF4-FFF2-40B4-BE49-F238E27FC236}">
                <a16:creationId xmlns:a16="http://schemas.microsoft.com/office/drawing/2014/main" id="{498976DE-22A1-1327-F113-A81D26C1EF76}"/>
              </a:ext>
            </a:extLst>
          </p:cNvPr>
          <p:cNvSpPr/>
          <p:nvPr/>
        </p:nvSpPr>
        <p:spPr>
          <a:xfrm>
            <a:off x="271018" y="832756"/>
            <a:ext cx="5623596" cy="5698673"/>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a:solidFill>
                  <a:srgbClr val="FF0000"/>
                </a:solidFill>
                <a:latin typeface="+mj-lt"/>
                <a:ea typeface="Lato"/>
                <a:cs typeface="Lato"/>
                <a:sym typeface="Lato"/>
              </a:rPr>
              <a:t>Insert clear image of experimental work</a:t>
            </a:r>
          </a:p>
        </p:txBody>
      </p:sp>
      <p:sp>
        <p:nvSpPr>
          <p:cNvPr id="5" name="TextBox 4">
            <a:extLst>
              <a:ext uri="{FF2B5EF4-FFF2-40B4-BE49-F238E27FC236}">
                <a16:creationId xmlns:a16="http://schemas.microsoft.com/office/drawing/2014/main" id="{87586F37-4193-8A67-CFB5-6D29B92B80B0}"/>
              </a:ext>
            </a:extLst>
          </p:cNvPr>
          <p:cNvSpPr txBox="1"/>
          <p:nvPr/>
        </p:nvSpPr>
        <p:spPr>
          <a:xfrm>
            <a:off x="6153519" y="832756"/>
            <a:ext cx="5498411" cy="1169551"/>
          </a:xfrm>
          <a:prstGeom prst="rect">
            <a:avLst/>
          </a:prstGeom>
          <a:noFill/>
          <a:ln w="12700">
            <a:solidFill>
              <a:schemeClr val="tx1"/>
            </a:solidFill>
            <a:prstDash val="dash"/>
          </a:ln>
        </p:spPr>
        <p:txBody>
          <a:bodyPr wrap="square" rtlCol="0">
            <a:spAutoFit/>
          </a:bodyPr>
          <a:lstStyle/>
          <a:p>
            <a:r>
              <a:rPr lang="en-US" sz="1200" b="1"/>
              <a:t>Researching: </a:t>
            </a:r>
            <a:r>
              <a:rPr lang="en-US" sz="1400" err="1">
                <a:solidFill>
                  <a:srgbClr val="FF0000"/>
                </a:solidFill>
              </a:rPr>
              <a:t>Analyse</a:t>
            </a:r>
            <a:r>
              <a:rPr lang="en-US" sz="1400">
                <a:solidFill>
                  <a:srgbClr val="FF0000"/>
                </a:solidFill>
              </a:rPr>
              <a:t> and interpret how your mentor artist’s codes, symbols, and visual language informed your experiment.</a:t>
            </a:r>
            <a:endParaRPr lang="en-US" sz="1400" b="1">
              <a:solidFill>
                <a:srgbClr val="FF0000"/>
              </a:solidFill>
            </a:endParaRPr>
          </a:p>
          <a:p>
            <a:endParaRPr lang="en-US" sz="1400" b="1"/>
          </a:p>
          <a:p>
            <a:endParaRPr lang="en-US" sz="1400" b="1"/>
          </a:p>
          <a:p>
            <a:endParaRPr lang="en-US" sz="1400" b="1"/>
          </a:p>
        </p:txBody>
      </p:sp>
      <p:sp>
        <p:nvSpPr>
          <p:cNvPr id="6" name="TextBox 5">
            <a:extLst>
              <a:ext uri="{FF2B5EF4-FFF2-40B4-BE49-F238E27FC236}">
                <a16:creationId xmlns:a16="http://schemas.microsoft.com/office/drawing/2014/main" id="{10FBAC5E-B528-9A1A-2F74-27C53C264E60}"/>
              </a:ext>
            </a:extLst>
          </p:cNvPr>
          <p:cNvSpPr txBox="1"/>
          <p:nvPr/>
        </p:nvSpPr>
        <p:spPr>
          <a:xfrm>
            <a:off x="6153519" y="2705725"/>
            <a:ext cx="5498411" cy="1107996"/>
          </a:xfrm>
          <a:prstGeom prst="rect">
            <a:avLst/>
          </a:prstGeom>
          <a:noFill/>
          <a:ln w="12700">
            <a:solidFill>
              <a:schemeClr val="tx1"/>
            </a:solidFill>
            <a:prstDash val="dash"/>
          </a:ln>
        </p:spPr>
        <p:txBody>
          <a:bodyPr wrap="square" rtlCol="0">
            <a:spAutoFit/>
          </a:bodyPr>
          <a:lstStyle/>
          <a:p>
            <a:r>
              <a:rPr lang="en-US" sz="1200" b="1"/>
              <a:t>Developing:  </a:t>
            </a:r>
            <a:r>
              <a:rPr lang="en-US" sz="1200">
                <a:solidFill>
                  <a:srgbClr val="FF0000"/>
                </a:solidFill>
              </a:rPr>
              <a:t>Explain how you generated and refined visual solutions to communicate your concept and context through coded visual language.</a:t>
            </a:r>
            <a:r>
              <a:rPr lang="en-US" sz="1200" b="1">
                <a:solidFill>
                  <a:srgbClr val="FF0000"/>
                </a:solidFill>
              </a:rPr>
              <a:t>  </a:t>
            </a:r>
            <a:endParaRPr lang="en-US" sz="1400" b="1">
              <a:solidFill>
                <a:srgbClr val="FF0000"/>
              </a:solidFill>
            </a:endParaRPr>
          </a:p>
          <a:p>
            <a:endParaRPr lang="en-US" sz="1400" b="1"/>
          </a:p>
          <a:p>
            <a:endParaRPr lang="en-US" sz="1400" b="1"/>
          </a:p>
          <a:p>
            <a:endParaRPr lang="en-US" sz="1400" b="1"/>
          </a:p>
        </p:txBody>
      </p:sp>
      <p:sp>
        <p:nvSpPr>
          <p:cNvPr id="7" name="TextBox 6">
            <a:extLst>
              <a:ext uri="{FF2B5EF4-FFF2-40B4-BE49-F238E27FC236}">
                <a16:creationId xmlns:a16="http://schemas.microsoft.com/office/drawing/2014/main" id="{9445A961-08A2-73C8-06B6-D53D25192D76}"/>
              </a:ext>
            </a:extLst>
          </p:cNvPr>
          <p:cNvSpPr txBox="1"/>
          <p:nvPr/>
        </p:nvSpPr>
        <p:spPr>
          <a:xfrm>
            <a:off x="6153519" y="4517139"/>
            <a:ext cx="5498411" cy="1508105"/>
          </a:xfrm>
          <a:prstGeom prst="rect">
            <a:avLst/>
          </a:prstGeom>
          <a:noFill/>
          <a:ln w="12700">
            <a:solidFill>
              <a:schemeClr val="tx1"/>
            </a:solidFill>
            <a:prstDash val="dash"/>
          </a:ln>
        </p:spPr>
        <p:txBody>
          <a:bodyPr wrap="square" rtlCol="0">
            <a:spAutoFit/>
          </a:bodyPr>
          <a:lstStyle/>
          <a:p>
            <a:r>
              <a:rPr lang="en-US" sz="1200" b="1"/>
              <a:t>Reflecting:</a:t>
            </a:r>
            <a:r>
              <a:rPr lang="en-US" sz="1200" b="1">
                <a:solidFill>
                  <a:srgbClr val="FF0000"/>
                </a:solidFill>
              </a:rPr>
              <a:t> </a:t>
            </a:r>
            <a:r>
              <a:rPr lang="en-US" sz="1200">
                <a:solidFill>
                  <a:srgbClr val="FF0000"/>
                </a:solidFill>
              </a:rPr>
              <a:t>Evaluate the strengths, implications, and limitations of your approach. Justify your intended outcome with reference to knowledge gained from self-directed inquiry.</a:t>
            </a:r>
            <a:endParaRPr lang="en-US" sz="1200" b="1">
              <a:solidFill>
                <a:srgbClr val="FF0000"/>
              </a:solidFill>
            </a:endParaRPr>
          </a:p>
          <a:p>
            <a:endParaRPr lang="en-US" sz="1400" b="1"/>
          </a:p>
          <a:p>
            <a:endParaRPr lang="en-US" sz="1400" b="1"/>
          </a:p>
          <a:p>
            <a:endParaRPr lang="en-US" sz="1400" b="1"/>
          </a:p>
          <a:p>
            <a:endParaRPr lang="en-US" sz="1400" b="1"/>
          </a:p>
        </p:txBody>
      </p:sp>
      <p:sp>
        <p:nvSpPr>
          <p:cNvPr id="9" name="TextBox 8">
            <a:extLst>
              <a:ext uri="{FF2B5EF4-FFF2-40B4-BE49-F238E27FC236}">
                <a16:creationId xmlns:a16="http://schemas.microsoft.com/office/drawing/2014/main" id="{2E7345FE-77B5-4A03-90AF-C5AC47423033}"/>
              </a:ext>
            </a:extLst>
          </p:cNvPr>
          <p:cNvSpPr txBox="1"/>
          <p:nvPr/>
        </p:nvSpPr>
        <p:spPr>
          <a:xfrm>
            <a:off x="6297388" y="6334780"/>
            <a:ext cx="5858449" cy="523220"/>
          </a:xfrm>
          <a:prstGeom prst="rect">
            <a:avLst/>
          </a:prstGeom>
          <a:noFill/>
        </p:spPr>
        <p:txBody>
          <a:bodyPr wrap="square">
            <a:spAutoFit/>
          </a:bodyPr>
          <a:lstStyle/>
          <a:p>
            <a:r>
              <a:rPr lang="en-US" sz="1400" b="1" i="1">
                <a:solidFill>
                  <a:srgbClr val="FF0000"/>
                </a:solidFill>
              </a:rPr>
              <a:t>Make sure your answers show depth of thought — aim for clear links between research, experimentation, and your inquiry question.</a:t>
            </a:r>
            <a:endParaRPr lang="en-AU" sz="1400" b="1" i="1">
              <a:solidFill>
                <a:srgbClr val="FF0000"/>
              </a:solidFill>
            </a:endParaRPr>
          </a:p>
        </p:txBody>
      </p:sp>
    </p:spTree>
    <p:extLst>
      <p:ext uri="{BB962C8B-B14F-4D97-AF65-F5344CB8AC3E}">
        <p14:creationId xmlns:p14="http://schemas.microsoft.com/office/powerpoint/2010/main" val="4147151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63D12C-9041-1D1A-44BC-18DA4A150802}"/>
              </a:ext>
            </a:extLst>
          </p:cNvPr>
          <p:cNvPicPr>
            <a:picLocks noChangeAspect="1"/>
          </p:cNvPicPr>
          <p:nvPr/>
        </p:nvPicPr>
        <p:blipFill>
          <a:blip r:embed="rId2"/>
          <a:stretch>
            <a:fillRect/>
          </a:stretch>
        </p:blipFill>
        <p:spPr>
          <a:xfrm>
            <a:off x="187530" y="126927"/>
            <a:ext cx="3695701" cy="427209"/>
          </a:xfrm>
          <a:prstGeom prst="rect">
            <a:avLst/>
          </a:prstGeom>
        </p:spPr>
      </p:pic>
      <p:sp>
        <p:nvSpPr>
          <p:cNvPr id="3" name="Google Shape;114;p17">
            <a:extLst>
              <a:ext uri="{FF2B5EF4-FFF2-40B4-BE49-F238E27FC236}">
                <a16:creationId xmlns:a16="http://schemas.microsoft.com/office/drawing/2014/main" id="{CF255CFB-2BBB-E87E-E4BF-059F110791D4}"/>
              </a:ext>
            </a:extLst>
          </p:cNvPr>
          <p:cNvSpPr/>
          <p:nvPr/>
        </p:nvSpPr>
        <p:spPr>
          <a:xfrm>
            <a:off x="271018" y="832756"/>
            <a:ext cx="8172338" cy="5698673"/>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a:solidFill>
                  <a:srgbClr val="FF0000"/>
                </a:solidFill>
                <a:latin typeface="+mj-lt"/>
                <a:ea typeface="Lato"/>
                <a:cs typeface="Lato"/>
                <a:sym typeface="Lato"/>
              </a:rPr>
              <a:t>Insert clear image of resolved work</a:t>
            </a:r>
          </a:p>
        </p:txBody>
      </p:sp>
      <p:sp>
        <p:nvSpPr>
          <p:cNvPr id="4" name="Google Shape;114;p17">
            <a:extLst>
              <a:ext uri="{FF2B5EF4-FFF2-40B4-BE49-F238E27FC236}">
                <a16:creationId xmlns:a16="http://schemas.microsoft.com/office/drawing/2014/main" id="{3B5EE51B-41E4-3D68-BD6D-DF35863CBC91}"/>
              </a:ext>
            </a:extLst>
          </p:cNvPr>
          <p:cNvSpPr/>
          <p:nvPr/>
        </p:nvSpPr>
        <p:spPr>
          <a:xfrm>
            <a:off x="8657112" y="5392635"/>
            <a:ext cx="3263870" cy="1138794"/>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US" sz="1600" i="1">
                <a:solidFill>
                  <a:srgbClr val="FF0000"/>
                </a:solidFill>
                <a:latin typeface="+mj-lt"/>
                <a:ea typeface="Lato"/>
                <a:cs typeface="Lato"/>
                <a:sym typeface="Lato"/>
              </a:rPr>
              <a:t>Title:</a:t>
            </a:r>
          </a:p>
          <a:p>
            <a:pPr marL="0" lvl="0" indent="0" rtl="0">
              <a:spcBef>
                <a:spcPts val="0"/>
              </a:spcBef>
              <a:spcAft>
                <a:spcPts val="0"/>
              </a:spcAft>
              <a:buNone/>
            </a:pPr>
            <a:r>
              <a:rPr lang="en-US" sz="1600" i="1">
                <a:solidFill>
                  <a:srgbClr val="FF0000"/>
                </a:solidFill>
                <a:latin typeface="+mj-lt"/>
                <a:ea typeface="Lato"/>
                <a:cs typeface="Lato"/>
                <a:sym typeface="Lato"/>
              </a:rPr>
              <a:t>Media:</a:t>
            </a:r>
          </a:p>
          <a:p>
            <a:pPr marL="0" lvl="0" indent="0" rtl="0">
              <a:spcBef>
                <a:spcPts val="0"/>
              </a:spcBef>
              <a:spcAft>
                <a:spcPts val="0"/>
              </a:spcAft>
              <a:buNone/>
            </a:pPr>
            <a:r>
              <a:rPr lang="en-US" sz="1600" i="1">
                <a:solidFill>
                  <a:srgbClr val="FF0000"/>
                </a:solidFill>
                <a:latin typeface="+mj-lt"/>
                <a:ea typeface="Lato"/>
                <a:cs typeface="Lato"/>
                <a:sym typeface="Lato"/>
              </a:rPr>
              <a:t>Size:</a:t>
            </a:r>
          </a:p>
        </p:txBody>
      </p:sp>
    </p:spTree>
    <p:extLst>
      <p:ext uri="{BB962C8B-B14F-4D97-AF65-F5344CB8AC3E}">
        <p14:creationId xmlns:p14="http://schemas.microsoft.com/office/powerpoint/2010/main" val="3984560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2E0B1D-A218-9779-A104-EF28AC9D7315}"/>
              </a:ext>
            </a:extLst>
          </p:cNvPr>
          <p:cNvPicPr>
            <a:picLocks noChangeAspect="1"/>
          </p:cNvPicPr>
          <p:nvPr/>
        </p:nvPicPr>
        <p:blipFill>
          <a:blip r:embed="rId2"/>
          <a:stretch>
            <a:fillRect/>
          </a:stretch>
        </p:blipFill>
        <p:spPr>
          <a:xfrm>
            <a:off x="187530" y="126927"/>
            <a:ext cx="3695701" cy="427209"/>
          </a:xfrm>
          <a:prstGeom prst="rect">
            <a:avLst/>
          </a:prstGeom>
        </p:spPr>
      </p:pic>
      <p:sp>
        <p:nvSpPr>
          <p:cNvPr id="3" name="Google Shape;114;p17">
            <a:extLst>
              <a:ext uri="{FF2B5EF4-FFF2-40B4-BE49-F238E27FC236}">
                <a16:creationId xmlns:a16="http://schemas.microsoft.com/office/drawing/2014/main" id="{F3500F75-E285-4E04-25E4-6EA813951903}"/>
              </a:ext>
            </a:extLst>
          </p:cNvPr>
          <p:cNvSpPr/>
          <p:nvPr/>
        </p:nvSpPr>
        <p:spPr>
          <a:xfrm>
            <a:off x="271017" y="832756"/>
            <a:ext cx="11554190" cy="5698673"/>
          </a:xfrm>
          <a:prstGeom prst="rect">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sz="1600" b="1"/>
              <a:t>Artist Statement (150 words max):</a:t>
            </a:r>
            <a:br>
              <a:rPr lang="en-US" sz="1600"/>
            </a:br>
            <a:endParaRPr lang="en-US" sz="1600"/>
          </a:p>
          <a:p>
            <a:endParaRPr lang="en-US" sz="1600"/>
          </a:p>
          <a:p>
            <a:endParaRPr lang="en-US" sz="1600"/>
          </a:p>
          <a:p>
            <a:endParaRPr lang="en-US" sz="1600"/>
          </a:p>
          <a:p>
            <a:endParaRPr lang="en-US" sz="1600"/>
          </a:p>
          <a:p>
            <a:pPr algn="ctr"/>
            <a:r>
              <a:rPr lang="en-US" sz="1600">
                <a:solidFill>
                  <a:srgbClr val="FF0000"/>
                </a:solidFill>
              </a:rPr>
              <a:t>Articulate your concept, evolved focus, and intended meaning. Invite the audience into your work by explaining how your use of codes, symbols, and visual language communicates meaning and reflects your personal aesthetic.</a:t>
            </a:r>
          </a:p>
          <a:p>
            <a:pPr algn="ctr"/>
            <a:endParaRPr lang="en-US" sz="1600">
              <a:solidFill>
                <a:srgbClr val="FF0000"/>
              </a:solidFill>
            </a:endParaRPr>
          </a:p>
          <a:p>
            <a:pPr algn="ctr"/>
            <a:r>
              <a:rPr lang="en-US" sz="1600" i="1">
                <a:solidFill>
                  <a:srgbClr val="FF0000"/>
                </a:solidFill>
              </a:rPr>
              <a:t>Do not discuss what “worked” or “didn’t work” — focus on meaning, context, and audience engagement. </a:t>
            </a:r>
          </a:p>
          <a:p>
            <a:pPr algn="ctr"/>
            <a:endParaRPr lang="en-US" sz="1600" i="1">
              <a:solidFill>
                <a:srgbClr val="FF0000"/>
              </a:solidFill>
            </a:endParaRPr>
          </a:p>
          <a:p>
            <a:pPr algn="ctr"/>
            <a:r>
              <a:rPr lang="en-US" sz="1600" b="1" i="1">
                <a:solidFill>
                  <a:srgbClr val="FF0000"/>
                </a:solidFill>
              </a:rPr>
              <a:t>YOUR ARTIST STATEMENT IS A CHANCE TO INVITE THE AUDIENCE INTO YOUR WORK! </a:t>
            </a:r>
            <a:endParaRPr lang="en-US" sz="1600" b="1">
              <a:solidFill>
                <a:srgbClr val="FF0000"/>
              </a:solidFill>
            </a:endParaRPr>
          </a:p>
          <a:p>
            <a:pPr marL="0" lvl="0" indent="0" algn="ctr" rtl="0">
              <a:spcBef>
                <a:spcPts val="0"/>
              </a:spcBef>
              <a:spcAft>
                <a:spcPts val="0"/>
              </a:spcAft>
              <a:buNone/>
            </a:pPr>
            <a:endParaRPr lang="en-US" sz="1600" i="1">
              <a:solidFill>
                <a:srgbClr val="FF0000"/>
              </a:solidFill>
              <a:ea typeface="Lato"/>
              <a:cs typeface="Lato"/>
              <a:sym typeface="Lato"/>
            </a:endParaRPr>
          </a:p>
        </p:txBody>
      </p:sp>
      <p:pic>
        <p:nvPicPr>
          <p:cNvPr id="5" name="Picture 4">
            <a:extLst>
              <a:ext uri="{FF2B5EF4-FFF2-40B4-BE49-F238E27FC236}">
                <a16:creationId xmlns:a16="http://schemas.microsoft.com/office/drawing/2014/main" id="{5CDAC197-443C-054D-F960-B3F6D0FD3895}"/>
              </a:ext>
            </a:extLst>
          </p:cNvPr>
          <p:cNvPicPr>
            <a:picLocks noChangeAspect="1"/>
          </p:cNvPicPr>
          <p:nvPr/>
        </p:nvPicPr>
        <p:blipFill>
          <a:blip r:embed="rId3"/>
          <a:stretch>
            <a:fillRect/>
          </a:stretch>
        </p:blipFill>
        <p:spPr>
          <a:xfrm>
            <a:off x="7518228" y="20919"/>
            <a:ext cx="4673772" cy="611304"/>
          </a:xfrm>
          <a:prstGeom prst="rect">
            <a:avLst/>
          </a:prstGeom>
        </p:spPr>
      </p:pic>
    </p:spTree>
    <p:extLst>
      <p:ext uri="{BB962C8B-B14F-4D97-AF65-F5344CB8AC3E}">
        <p14:creationId xmlns:p14="http://schemas.microsoft.com/office/powerpoint/2010/main" val="2418631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25BC34-324B-F646-A22D-6975F57971EE}"/>
              </a:ext>
            </a:extLst>
          </p:cNvPr>
          <p:cNvPicPr>
            <a:picLocks noChangeAspect="1"/>
          </p:cNvPicPr>
          <p:nvPr/>
        </p:nvPicPr>
        <p:blipFill>
          <a:blip r:embed="rId2"/>
          <a:stretch>
            <a:fillRect/>
          </a:stretch>
        </p:blipFill>
        <p:spPr>
          <a:xfrm>
            <a:off x="91463" y="105411"/>
            <a:ext cx="3003845" cy="512106"/>
          </a:xfrm>
          <a:prstGeom prst="rect">
            <a:avLst/>
          </a:prstGeom>
        </p:spPr>
      </p:pic>
    </p:spTree>
    <p:extLst>
      <p:ext uri="{BB962C8B-B14F-4D97-AF65-F5344CB8AC3E}">
        <p14:creationId xmlns:p14="http://schemas.microsoft.com/office/powerpoint/2010/main" val="2167440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revision>1</cp:revision>
  <dcterms:created xsi:type="dcterms:W3CDTF">2025-08-07T21:23:35Z</dcterms:created>
  <dcterms:modified xsi:type="dcterms:W3CDTF">2025-08-12T02:44:32Z</dcterms:modified>
</cp:coreProperties>
</file>