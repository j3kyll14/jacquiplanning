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65" r:id="rId3"/>
    <p:sldId id="258" r:id="rId4"/>
    <p:sldId id="259" r:id="rId5"/>
    <p:sldId id="260" r:id="rId6"/>
    <p:sldId id="261" r:id="rId7"/>
    <p:sldId id="263" r:id="rId8"/>
    <p:sldId id="264"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CC9B2"/>
    <a:srgbClr val="91A4B4"/>
    <a:srgbClr val="B7A2A9"/>
    <a:srgbClr val="6EB8C5"/>
    <a:srgbClr val="7FCBDD"/>
    <a:srgbClr val="68BED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7E2828B-F34B-4A63-985C-17AD35FDC6FA}" v="44" dt="2024-04-21T02:17:54.26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021" autoAdjust="0"/>
    <p:restoredTop sz="94660"/>
  </p:normalViewPr>
  <p:slideViewPr>
    <p:cSldViewPr snapToGrid="0">
      <p:cViewPr varScale="1">
        <p:scale>
          <a:sx n="57" d="100"/>
          <a:sy n="57" d="100"/>
        </p:scale>
        <p:origin x="102" y="30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cqueline Ockwell" userId="79a11ae1-9a6a-4dce-9c68-e7607b2827ec" providerId="ADAL" clId="{E7E2828B-F34B-4A63-985C-17AD35FDC6FA}"/>
    <pc:docChg chg="undo custSel addSld delSld modSld">
      <pc:chgData name="Jacqueline Ockwell" userId="79a11ae1-9a6a-4dce-9c68-e7607b2827ec" providerId="ADAL" clId="{E7E2828B-F34B-4A63-985C-17AD35FDC6FA}" dt="2024-04-21T02:18:40.762" v="966" actId="207"/>
      <pc:docMkLst>
        <pc:docMk/>
      </pc:docMkLst>
      <pc:sldChg chg="modSp mod">
        <pc:chgData name="Jacqueline Ockwell" userId="79a11ae1-9a6a-4dce-9c68-e7607b2827ec" providerId="ADAL" clId="{E7E2828B-F34B-4A63-985C-17AD35FDC6FA}" dt="2024-04-21T01:48:54.120" v="589" actId="207"/>
        <pc:sldMkLst>
          <pc:docMk/>
          <pc:sldMk cId="57499867" sldId="257"/>
        </pc:sldMkLst>
        <pc:spChg chg="mod">
          <ac:chgData name="Jacqueline Ockwell" userId="79a11ae1-9a6a-4dce-9c68-e7607b2827ec" providerId="ADAL" clId="{E7E2828B-F34B-4A63-985C-17AD35FDC6FA}" dt="2024-04-21T01:48:54.120" v="589" actId="207"/>
          <ac:spMkLst>
            <pc:docMk/>
            <pc:sldMk cId="57499867" sldId="257"/>
            <ac:spMk id="7" creationId="{7EC0B4E7-C1F3-1688-DE97-D9463FDD501F}"/>
          </ac:spMkLst>
        </pc:spChg>
      </pc:sldChg>
      <pc:sldChg chg="addSp delSp modSp mod">
        <pc:chgData name="Jacqueline Ockwell" userId="79a11ae1-9a6a-4dce-9c68-e7607b2827ec" providerId="ADAL" clId="{E7E2828B-F34B-4A63-985C-17AD35FDC6FA}" dt="2024-04-21T02:16:17.280" v="921" actId="1076"/>
        <pc:sldMkLst>
          <pc:docMk/>
          <pc:sldMk cId="2182361027" sldId="258"/>
        </pc:sldMkLst>
        <pc:spChg chg="add mod">
          <ac:chgData name="Jacqueline Ockwell" userId="79a11ae1-9a6a-4dce-9c68-e7607b2827ec" providerId="ADAL" clId="{E7E2828B-F34B-4A63-985C-17AD35FDC6FA}" dt="2024-04-21T02:16:17.280" v="921" actId="1076"/>
          <ac:spMkLst>
            <pc:docMk/>
            <pc:sldMk cId="2182361027" sldId="258"/>
            <ac:spMk id="4" creationId="{167D9BA0-554E-6E39-6EB9-E4328C01173B}"/>
          </ac:spMkLst>
        </pc:spChg>
        <pc:spChg chg="add del mod">
          <ac:chgData name="Jacqueline Ockwell" userId="79a11ae1-9a6a-4dce-9c68-e7607b2827ec" providerId="ADAL" clId="{E7E2828B-F34B-4A63-985C-17AD35FDC6FA}" dt="2024-04-21T01:54:15.890" v="663"/>
          <ac:spMkLst>
            <pc:docMk/>
            <pc:sldMk cId="2182361027" sldId="258"/>
            <ac:spMk id="6" creationId="{39B8CEDB-36DE-6196-F245-0CEF5B8DB116}"/>
          </ac:spMkLst>
        </pc:spChg>
        <pc:spChg chg="add mod">
          <ac:chgData name="Jacqueline Ockwell" userId="79a11ae1-9a6a-4dce-9c68-e7607b2827ec" providerId="ADAL" clId="{E7E2828B-F34B-4A63-985C-17AD35FDC6FA}" dt="2024-04-21T01:54:25.441" v="667" actId="1076"/>
          <ac:spMkLst>
            <pc:docMk/>
            <pc:sldMk cId="2182361027" sldId="258"/>
            <ac:spMk id="9" creationId="{2FAD0779-DBE8-A48B-F85A-E7D5188F8E76}"/>
          </ac:spMkLst>
        </pc:spChg>
        <pc:picChg chg="add del mod">
          <ac:chgData name="Jacqueline Ockwell" userId="79a11ae1-9a6a-4dce-9c68-e7607b2827ec" providerId="ADAL" clId="{E7E2828B-F34B-4A63-985C-17AD35FDC6FA}" dt="2024-04-21T01:53:40.303" v="649" actId="478"/>
          <ac:picMkLst>
            <pc:docMk/>
            <pc:sldMk cId="2182361027" sldId="258"/>
            <ac:picMk id="2" creationId="{AB701001-CCA1-55BD-D6D1-3B27A1A65EED}"/>
          </ac:picMkLst>
        </pc:picChg>
        <pc:picChg chg="add del mod">
          <ac:chgData name="Jacqueline Ockwell" userId="79a11ae1-9a6a-4dce-9c68-e7607b2827ec" providerId="ADAL" clId="{E7E2828B-F34B-4A63-985C-17AD35FDC6FA}" dt="2024-04-21T01:23:28.620" v="4" actId="478"/>
          <ac:picMkLst>
            <pc:docMk/>
            <pc:sldMk cId="2182361027" sldId="258"/>
            <ac:picMk id="3" creationId="{6F3F589B-A860-A84C-3E11-4890DDA8AE46}"/>
          </ac:picMkLst>
        </pc:picChg>
        <pc:picChg chg="add mod">
          <ac:chgData name="Jacqueline Ockwell" userId="79a11ae1-9a6a-4dce-9c68-e7607b2827ec" providerId="ADAL" clId="{E7E2828B-F34B-4A63-985C-17AD35FDC6FA}" dt="2024-04-21T01:32:07.042" v="295" actId="1076"/>
          <ac:picMkLst>
            <pc:docMk/>
            <pc:sldMk cId="2182361027" sldId="258"/>
            <ac:picMk id="8" creationId="{A091BA2C-DA20-2A95-3051-8C68DB0C5907}"/>
          </ac:picMkLst>
        </pc:picChg>
        <pc:picChg chg="add mod">
          <ac:chgData name="Jacqueline Ockwell" userId="79a11ae1-9a6a-4dce-9c68-e7607b2827ec" providerId="ADAL" clId="{E7E2828B-F34B-4A63-985C-17AD35FDC6FA}" dt="2024-04-21T01:54:28.959" v="668" actId="1076"/>
          <ac:picMkLst>
            <pc:docMk/>
            <pc:sldMk cId="2182361027" sldId="258"/>
            <ac:picMk id="10" creationId="{ABC1B772-D9DC-97AD-2DDA-CEE5D2D23F6F}"/>
          </ac:picMkLst>
        </pc:picChg>
        <pc:picChg chg="add del mod">
          <ac:chgData name="Jacqueline Ockwell" userId="79a11ae1-9a6a-4dce-9c68-e7607b2827ec" providerId="ADAL" clId="{E7E2828B-F34B-4A63-985C-17AD35FDC6FA}" dt="2024-04-21T01:54:15.883" v="661" actId="21"/>
          <ac:picMkLst>
            <pc:docMk/>
            <pc:sldMk cId="2182361027" sldId="258"/>
            <ac:picMk id="1026" creationId="{ABC1B772-D9DC-97AD-2DDA-CEE5D2D23F6F}"/>
          </ac:picMkLst>
        </pc:picChg>
      </pc:sldChg>
      <pc:sldChg chg="addSp delSp modSp new mod">
        <pc:chgData name="Jacqueline Ockwell" userId="79a11ae1-9a6a-4dce-9c68-e7607b2827ec" providerId="ADAL" clId="{E7E2828B-F34B-4A63-985C-17AD35FDC6FA}" dt="2024-04-21T01:48:36.158" v="586" actId="1582"/>
        <pc:sldMkLst>
          <pc:docMk/>
          <pc:sldMk cId="940191313" sldId="259"/>
        </pc:sldMkLst>
        <pc:spChg chg="add mod">
          <ac:chgData name="Jacqueline Ockwell" userId="79a11ae1-9a6a-4dce-9c68-e7607b2827ec" providerId="ADAL" clId="{E7E2828B-F34B-4A63-985C-17AD35FDC6FA}" dt="2024-04-21T01:36:14.046" v="356" actId="207"/>
          <ac:spMkLst>
            <pc:docMk/>
            <pc:sldMk cId="940191313" sldId="259"/>
            <ac:spMk id="2" creationId="{8BFD2DDB-3AFC-4BA4-DE6A-BD54DE35FD49}"/>
          </ac:spMkLst>
        </pc:spChg>
        <pc:spChg chg="add mod">
          <ac:chgData name="Jacqueline Ockwell" userId="79a11ae1-9a6a-4dce-9c68-e7607b2827ec" providerId="ADAL" clId="{E7E2828B-F34B-4A63-985C-17AD35FDC6FA}" dt="2024-04-21T01:44:51.519" v="516" actId="207"/>
          <ac:spMkLst>
            <pc:docMk/>
            <pc:sldMk cId="940191313" sldId="259"/>
            <ac:spMk id="3" creationId="{BE9AAE3D-292A-068B-083D-AC6EED585025}"/>
          </ac:spMkLst>
        </pc:spChg>
        <pc:spChg chg="add mod">
          <ac:chgData name="Jacqueline Ockwell" userId="79a11ae1-9a6a-4dce-9c68-e7607b2827ec" providerId="ADAL" clId="{E7E2828B-F34B-4A63-985C-17AD35FDC6FA}" dt="2024-04-21T01:44:49.766" v="515" actId="207"/>
          <ac:spMkLst>
            <pc:docMk/>
            <pc:sldMk cId="940191313" sldId="259"/>
            <ac:spMk id="5" creationId="{2CFA9E9C-E61E-D05E-F2C4-8B6675EC4CAE}"/>
          </ac:spMkLst>
        </pc:spChg>
        <pc:spChg chg="add mod">
          <ac:chgData name="Jacqueline Ockwell" userId="79a11ae1-9a6a-4dce-9c68-e7607b2827ec" providerId="ADAL" clId="{E7E2828B-F34B-4A63-985C-17AD35FDC6FA}" dt="2024-04-21T01:44:47.138" v="514" actId="207"/>
          <ac:spMkLst>
            <pc:docMk/>
            <pc:sldMk cId="940191313" sldId="259"/>
            <ac:spMk id="8" creationId="{CCCD0A1D-192D-4E3A-A7B8-4C34F23C3D76}"/>
          </ac:spMkLst>
        </pc:spChg>
        <pc:picChg chg="add del mod">
          <ac:chgData name="Jacqueline Ockwell" userId="79a11ae1-9a6a-4dce-9c68-e7607b2827ec" providerId="ADAL" clId="{E7E2828B-F34B-4A63-985C-17AD35FDC6FA}" dt="2024-04-21T01:36:17.228" v="357" actId="478"/>
          <ac:picMkLst>
            <pc:docMk/>
            <pc:sldMk cId="940191313" sldId="259"/>
            <ac:picMk id="4" creationId="{CC778F4C-CF16-A1DD-49F4-E8155FEC4FC1}"/>
          </ac:picMkLst>
        </pc:picChg>
        <pc:picChg chg="add mod">
          <ac:chgData name="Jacqueline Ockwell" userId="79a11ae1-9a6a-4dce-9c68-e7607b2827ec" providerId="ADAL" clId="{E7E2828B-F34B-4A63-985C-17AD35FDC6FA}" dt="2024-04-21T01:42:21.830" v="470" actId="1076"/>
          <ac:picMkLst>
            <pc:docMk/>
            <pc:sldMk cId="940191313" sldId="259"/>
            <ac:picMk id="7" creationId="{20608EEB-47A4-7CA5-7DC0-826EB0B9AFC4}"/>
          </ac:picMkLst>
        </pc:picChg>
        <pc:picChg chg="add mod modCrop">
          <ac:chgData name="Jacqueline Ockwell" userId="79a11ae1-9a6a-4dce-9c68-e7607b2827ec" providerId="ADAL" clId="{E7E2828B-F34B-4A63-985C-17AD35FDC6FA}" dt="2024-04-21T01:44:16.378" v="512" actId="11530"/>
          <ac:picMkLst>
            <pc:docMk/>
            <pc:sldMk cId="940191313" sldId="259"/>
            <ac:picMk id="10" creationId="{FCCF93AC-96C2-490A-CEE0-2840D6CB8F39}"/>
          </ac:picMkLst>
        </pc:picChg>
        <pc:cxnChg chg="add mod">
          <ac:chgData name="Jacqueline Ockwell" userId="79a11ae1-9a6a-4dce-9c68-e7607b2827ec" providerId="ADAL" clId="{E7E2828B-F34B-4A63-985C-17AD35FDC6FA}" dt="2024-04-21T01:48:36.158" v="586" actId="1582"/>
          <ac:cxnSpMkLst>
            <pc:docMk/>
            <pc:sldMk cId="940191313" sldId="259"/>
            <ac:cxnSpMk id="12" creationId="{28ED78F2-AA7A-9FCD-786F-36463AAAB480}"/>
          </ac:cxnSpMkLst>
        </pc:cxnChg>
      </pc:sldChg>
      <pc:sldChg chg="addSp modSp new mod">
        <pc:chgData name="Jacqueline Ockwell" userId="79a11ae1-9a6a-4dce-9c68-e7607b2827ec" providerId="ADAL" clId="{E7E2828B-F34B-4A63-985C-17AD35FDC6FA}" dt="2024-04-21T01:48:29.733" v="585" actId="1582"/>
        <pc:sldMkLst>
          <pc:docMk/>
          <pc:sldMk cId="531642159" sldId="260"/>
        </pc:sldMkLst>
        <pc:spChg chg="add mod">
          <ac:chgData name="Jacqueline Ockwell" userId="79a11ae1-9a6a-4dce-9c68-e7607b2827ec" providerId="ADAL" clId="{E7E2828B-F34B-4A63-985C-17AD35FDC6FA}" dt="2024-04-21T01:47:42.646" v="574" actId="1076"/>
          <ac:spMkLst>
            <pc:docMk/>
            <pc:sldMk cId="531642159" sldId="260"/>
            <ac:spMk id="2" creationId="{A3F18170-A18F-8EA7-011F-B629ACC0D388}"/>
          </ac:spMkLst>
        </pc:spChg>
        <pc:spChg chg="add mod">
          <ac:chgData name="Jacqueline Ockwell" userId="79a11ae1-9a6a-4dce-9c68-e7607b2827ec" providerId="ADAL" clId="{E7E2828B-F34B-4A63-985C-17AD35FDC6FA}" dt="2024-04-21T01:48:04.327" v="580" actId="1076"/>
          <ac:spMkLst>
            <pc:docMk/>
            <pc:sldMk cId="531642159" sldId="260"/>
            <ac:spMk id="3" creationId="{51455545-9E44-F889-8779-1306C2D73F69}"/>
          </ac:spMkLst>
        </pc:spChg>
        <pc:picChg chg="add mod">
          <ac:chgData name="Jacqueline Ockwell" userId="79a11ae1-9a6a-4dce-9c68-e7607b2827ec" providerId="ADAL" clId="{E7E2828B-F34B-4A63-985C-17AD35FDC6FA}" dt="2024-04-21T01:47:50.815" v="576" actId="1076"/>
          <ac:picMkLst>
            <pc:docMk/>
            <pc:sldMk cId="531642159" sldId="260"/>
            <ac:picMk id="5" creationId="{6D99BCF6-BE17-22B6-B195-18A3C853CA2F}"/>
          </ac:picMkLst>
        </pc:picChg>
        <pc:cxnChg chg="add mod">
          <ac:chgData name="Jacqueline Ockwell" userId="79a11ae1-9a6a-4dce-9c68-e7607b2827ec" providerId="ADAL" clId="{E7E2828B-F34B-4A63-985C-17AD35FDC6FA}" dt="2024-04-21T01:48:29.733" v="585" actId="1582"/>
          <ac:cxnSpMkLst>
            <pc:docMk/>
            <pc:sldMk cId="531642159" sldId="260"/>
            <ac:cxnSpMk id="6" creationId="{DE67BDA6-3E67-9CFB-146E-720762FEDA86}"/>
          </ac:cxnSpMkLst>
        </pc:cxnChg>
      </pc:sldChg>
      <pc:sldChg chg="addSp delSp modSp new mod">
        <pc:chgData name="Jacqueline Ockwell" userId="79a11ae1-9a6a-4dce-9c68-e7607b2827ec" providerId="ADAL" clId="{E7E2828B-F34B-4A63-985C-17AD35FDC6FA}" dt="2024-04-21T02:04:57.556" v="875" actId="1076"/>
        <pc:sldMkLst>
          <pc:docMk/>
          <pc:sldMk cId="3989805943" sldId="261"/>
        </pc:sldMkLst>
        <pc:spChg chg="add mod">
          <ac:chgData name="Jacqueline Ockwell" userId="79a11ae1-9a6a-4dce-9c68-e7607b2827ec" providerId="ADAL" clId="{E7E2828B-F34B-4A63-985C-17AD35FDC6FA}" dt="2024-04-21T02:04:57.556" v="875" actId="1076"/>
          <ac:spMkLst>
            <pc:docMk/>
            <pc:sldMk cId="3989805943" sldId="261"/>
            <ac:spMk id="2" creationId="{31BD5E1C-F928-BF8D-9636-3DAA0E343F7D}"/>
          </ac:spMkLst>
        </pc:spChg>
        <pc:spChg chg="add mod">
          <ac:chgData name="Jacqueline Ockwell" userId="79a11ae1-9a6a-4dce-9c68-e7607b2827ec" providerId="ADAL" clId="{E7E2828B-F34B-4A63-985C-17AD35FDC6FA}" dt="2024-04-21T01:59:32.408" v="781" actId="1076"/>
          <ac:spMkLst>
            <pc:docMk/>
            <pc:sldMk cId="3989805943" sldId="261"/>
            <ac:spMk id="3" creationId="{5A29DBA1-5D4D-BC8E-2E4D-D90BBF9C689A}"/>
          </ac:spMkLst>
        </pc:spChg>
        <pc:spChg chg="add mod">
          <ac:chgData name="Jacqueline Ockwell" userId="79a11ae1-9a6a-4dce-9c68-e7607b2827ec" providerId="ADAL" clId="{E7E2828B-F34B-4A63-985C-17AD35FDC6FA}" dt="2024-04-21T01:59:51.577" v="790" actId="1076"/>
          <ac:spMkLst>
            <pc:docMk/>
            <pc:sldMk cId="3989805943" sldId="261"/>
            <ac:spMk id="4" creationId="{7E3C3A5A-CF57-F1CC-3DDE-279624B561B1}"/>
          </ac:spMkLst>
        </pc:spChg>
        <pc:picChg chg="add del mod">
          <ac:chgData name="Jacqueline Ockwell" userId="79a11ae1-9a6a-4dce-9c68-e7607b2827ec" providerId="ADAL" clId="{E7E2828B-F34B-4A63-985C-17AD35FDC6FA}" dt="2024-04-21T01:55:16.752" v="669" actId="21"/>
          <ac:picMkLst>
            <pc:docMk/>
            <pc:sldMk cId="3989805943" sldId="261"/>
            <ac:picMk id="6" creationId="{9270EAD0-7D6D-95C0-1A3C-BF88E58786BA}"/>
          </ac:picMkLst>
        </pc:picChg>
      </pc:sldChg>
      <pc:sldChg chg="addSp modSp new del mod">
        <pc:chgData name="Jacqueline Ockwell" userId="79a11ae1-9a6a-4dce-9c68-e7607b2827ec" providerId="ADAL" clId="{E7E2828B-F34B-4A63-985C-17AD35FDC6FA}" dt="2024-04-21T02:03:26.785" v="861" actId="47"/>
        <pc:sldMkLst>
          <pc:docMk/>
          <pc:sldMk cId="2403454031" sldId="262"/>
        </pc:sldMkLst>
        <pc:spChg chg="add mod">
          <ac:chgData name="Jacqueline Ockwell" userId="79a11ae1-9a6a-4dce-9c68-e7607b2827ec" providerId="ADAL" clId="{E7E2828B-F34B-4A63-985C-17AD35FDC6FA}" dt="2024-04-21T01:55:41.719" v="674" actId="1076"/>
          <ac:spMkLst>
            <pc:docMk/>
            <pc:sldMk cId="2403454031" sldId="262"/>
            <ac:spMk id="2" creationId="{8BA7125E-549B-F8A1-BC36-A3A12225D79B}"/>
          </ac:spMkLst>
        </pc:spChg>
        <pc:picChg chg="add mod">
          <ac:chgData name="Jacqueline Ockwell" userId="79a11ae1-9a6a-4dce-9c68-e7607b2827ec" providerId="ADAL" clId="{E7E2828B-F34B-4A63-985C-17AD35FDC6FA}" dt="2024-04-21T01:55:20.792" v="671" actId="1076"/>
          <ac:picMkLst>
            <pc:docMk/>
            <pc:sldMk cId="2403454031" sldId="262"/>
            <ac:picMk id="6" creationId="{9270EAD0-7D6D-95C0-1A3C-BF88E58786BA}"/>
          </ac:picMkLst>
        </pc:picChg>
      </pc:sldChg>
      <pc:sldChg chg="addSp modSp new mod">
        <pc:chgData name="Jacqueline Ockwell" userId="79a11ae1-9a6a-4dce-9c68-e7607b2827ec" providerId="ADAL" clId="{E7E2828B-F34B-4A63-985C-17AD35FDC6FA}" dt="2024-04-21T02:03:22.387" v="860" actId="1076"/>
        <pc:sldMkLst>
          <pc:docMk/>
          <pc:sldMk cId="2294663236" sldId="263"/>
        </pc:sldMkLst>
        <pc:spChg chg="add mod">
          <ac:chgData name="Jacqueline Ockwell" userId="79a11ae1-9a6a-4dce-9c68-e7607b2827ec" providerId="ADAL" clId="{E7E2828B-F34B-4A63-985C-17AD35FDC6FA}" dt="2024-04-21T02:03:19.467" v="859" actId="1076"/>
          <ac:spMkLst>
            <pc:docMk/>
            <pc:sldMk cId="2294663236" sldId="263"/>
            <ac:spMk id="4" creationId="{9B93761B-3370-6F51-7F67-482CB25437B4}"/>
          </ac:spMkLst>
        </pc:spChg>
        <pc:picChg chg="add mod">
          <ac:chgData name="Jacqueline Ockwell" userId="79a11ae1-9a6a-4dce-9c68-e7607b2827ec" providerId="ADAL" clId="{E7E2828B-F34B-4A63-985C-17AD35FDC6FA}" dt="2024-04-21T02:00:05.401" v="792" actId="1076"/>
          <ac:picMkLst>
            <pc:docMk/>
            <pc:sldMk cId="2294663236" sldId="263"/>
            <ac:picMk id="2" creationId="{BAB20F66-0791-CFC2-EDD5-CA675A205EE7}"/>
          </ac:picMkLst>
        </pc:picChg>
        <pc:picChg chg="add mod">
          <ac:chgData name="Jacqueline Ockwell" userId="79a11ae1-9a6a-4dce-9c68-e7607b2827ec" providerId="ADAL" clId="{E7E2828B-F34B-4A63-985C-17AD35FDC6FA}" dt="2024-04-21T02:03:22.387" v="860" actId="1076"/>
          <ac:picMkLst>
            <pc:docMk/>
            <pc:sldMk cId="2294663236" sldId="263"/>
            <ac:picMk id="3" creationId="{42D511B3-C716-3402-E760-9E28877C4B93}"/>
          </ac:picMkLst>
        </pc:picChg>
      </pc:sldChg>
      <pc:sldChg chg="addSp modSp new mod">
        <pc:chgData name="Jacqueline Ockwell" userId="79a11ae1-9a6a-4dce-9c68-e7607b2827ec" providerId="ADAL" clId="{E7E2828B-F34B-4A63-985C-17AD35FDC6FA}" dt="2024-04-21T02:08:45.726" v="920" actId="1076"/>
        <pc:sldMkLst>
          <pc:docMk/>
          <pc:sldMk cId="584411878" sldId="264"/>
        </pc:sldMkLst>
        <pc:spChg chg="add mod">
          <ac:chgData name="Jacqueline Ockwell" userId="79a11ae1-9a6a-4dce-9c68-e7607b2827ec" providerId="ADAL" clId="{E7E2828B-F34B-4A63-985C-17AD35FDC6FA}" dt="2024-04-21T02:08:45.726" v="920" actId="1076"/>
          <ac:spMkLst>
            <pc:docMk/>
            <pc:sldMk cId="584411878" sldId="264"/>
            <ac:spMk id="4" creationId="{19CE2E3E-B5C0-6C9A-0FB3-49A0A55E5C32}"/>
          </ac:spMkLst>
        </pc:spChg>
        <pc:picChg chg="add mod">
          <ac:chgData name="Jacqueline Ockwell" userId="79a11ae1-9a6a-4dce-9c68-e7607b2827ec" providerId="ADAL" clId="{E7E2828B-F34B-4A63-985C-17AD35FDC6FA}" dt="2024-04-21T02:07:10.267" v="878" actId="1076"/>
          <ac:picMkLst>
            <pc:docMk/>
            <pc:sldMk cId="584411878" sldId="264"/>
            <ac:picMk id="3" creationId="{18EF9B6E-5DCA-D90D-78AB-6F442E4CAEA8}"/>
          </ac:picMkLst>
        </pc:picChg>
      </pc:sldChg>
      <pc:sldChg chg="addSp modSp new mod modAnim">
        <pc:chgData name="Jacqueline Ockwell" userId="79a11ae1-9a6a-4dce-9c68-e7607b2827ec" providerId="ADAL" clId="{E7E2828B-F34B-4A63-985C-17AD35FDC6FA}" dt="2024-04-21T02:18:40.762" v="966" actId="207"/>
        <pc:sldMkLst>
          <pc:docMk/>
          <pc:sldMk cId="2258582054" sldId="265"/>
        </pc:sldMkLst>
        <pc:spChg chg="add mod">
          <ac:chgData name="Jacqueline Ockwell" userId="79a11ae1-9a6a-4dce-9c68-e7607b2827ec" providerId="ADAL" clId="{E7E2828B-F34B-4A63-985C-17AD35FDC6FA}" dt="2024-04-21T02:18:40.762" v="966" actId="207"/>
          <ac:spMkLst>
            <pc:docMk/>
            <pc:sldMk cId="2258582054" sldId="265"/>
            <ac:spMk id="5" creationId="{CD0B37F8-8046-D4A4-4D1F-8F77DDF2CAAA}"/>
          </ac:spMkLst>
        </pc:spChg>
        <pc:picChg chg="add mod">
          <ac:chgData name="Jacqueline Ockwell" userId="79a11ae1-9a6a-4dce-9c68-e7607b2827ec" providerId="ADAL" clId="{E7E2828B-F34B-4A63-985C-17AD35FDC6FA}" dt="2024-04-21T02:18:20.570" v="963" actId="14100"/>
          <ac:picMkLst>
            <pc:docMk/>
            <pc:sldMk cId="2258582054" sldId="265"/>
            <ac:picMk id="2" creationId="{85F81DD8-38E0-59F6-3E3A-A58415CAD343}"/>
          </ac:picMkLst>
        </pc:picChg>
        <pc:picChg chg="add mod">
          <ac:chgData name="Jacqueline Ockwell" userId="79a11ae1-9a6a-4dce-9c68-e7607b2827ec" providerId="ADAL" clId="{E7E2828B-F34B-4A63-985C-17AD35FDC6FA}" dt="2024-04-21T02:17:43.120" v="932" actId="1076"/>
          <ac:picMkLst>
            <pc:docMk/>
            <pc:sldMk cId="2258582054" sldId="265"/>
            <ac:picMk id="3" creationId="{3C5A8653-66BC-98B6-8C42-ED0949274E5D}"/>
          </ac:picMkLst>
        </pc:picChg>
        <pc:picChg chg="add mod">
          <ac:chgData name="Jacqueline Ockwell" userId="79a11ae1-9a6a-4dce-9c68-e7607b2827ec" providerId="ADAL" clId="{E7E2828B-F34B-4A63-985C-17AD35FDC6FA}" dt="2024-04-21T02:17:39.120" v="931" actId="1076"/>
          <ac:picMkLst>
            <pc:docMk/>
            <pc:sldMk cId="2258582054" sldId="265"/>
            <ac:picMk id="4" creationId="{59472340-7545-B788-F6A6-0731E4787A89}"/>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737380-212B-6059-40A7-ABBED4E960EF}"/>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AU"/>
          </a:p>
        </p:txBody>
      </p:sp>
      <p:sp>
        <p:nvSpPr>
          <p:cNvPr id="3" name="Subtitle 2">
            <a:extLst>
              <a:ext uri="{FF2B5EF4-FFF2-40B4-BE49-F238E27FC236}">
                <a16:creationId xmlns:a16="http://schemas.microsoft.com/office/drawing/2014/main" id="{19C5C8B3-1396-5290-2415-F70F0E12215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AU"/>
          </a:p>
        </p:txBody>
      </p:sp>
      <p:sp>
        <p:nvSpPr>
          <p:cNvPr id="4" name="Date Placeholder 3">
            <a:extLst>
              <a:ext uri="{FF2B5EF4-FFF2-40B4-BE49-F238E27FC236}">
                <a16:creationId xmlns:a16="http://schemas.microsoft.com/office/drawing/2014/main" id="{7E3D117B-16CA-558A-85D9-259303964160}"/>
              </a:ext>
            </a:extLst>
          </p:cNvPr>
          <p:cNvSpPr>
            <a:spLocks noGrp="1"/>
          </p:cNvSpPr>
          <p:nvPr>
            <p:ph type="dt" sz="half" idx="10"/>
          </p:nvPr>
        </p:nvSpPr>
        <p:spPr/>
        <p:txBody>
          <a:bodyPr/>
          <a:lstStyle/>
          <a:p>
            <a:fld id="{B1CD7D84-A39E-448A-AE6F-BBB7D7CB4D22}" type="datetimeFigureOut">
              <a:rPr lang="en-AU" smtClean="0"/>
              <a:t>21/04/2024</a:t>
            </a:fld>
            <a:endParaRPr lang="en-AU"/>
          </a:p>
        </p:txBody>
      </p:sp>
      <p:sp>
        <p:nvSpPr>
          <p:cNvPr id="5" name="Footer Placeholder 4">
            <a:extLst>
              <a:ext uri="{FF2B5EF4-FFF2-40B4-BE49-F238E27FC236}">
                <a16:creationId xmlns:a16="http://schemas.microsoft.com/office/drawing/2014/main" id="{300A0E37-2614-A2F1-1558-B0AA1E97FF9E}"/>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FC0A3C77-F8A5-76BE-38E4-23008DD2B381}"/>
              </a:ext>
            </a:extLst>
          </p:cNvPr>
          <p:cNvSpPr>
            <a:spLocks noGrp="1"/>
          </p:cNvSpPr>
          <p:nvPr>
            <p:ph type="sldNum" sz="quarter" idx="12"/>
          </p:nvPr>
        </p:nvSpPr>
        <p:spPr/>
        <p:txBody>
          <a:bodyPr/>
          <a:lstStyle/>
          <a:p>
            <a:fld id="{E28C2EB1-7800-420B-BB5B-950C9D03AEC7}" type="slidenum">
              <a:rPr lang="en-AU" smtClean="0"/>
              <a:t>‹#›</a:t>
            </a:fld>
            <a:endParaRPr lang="en-AU"/>
          </a:p>
        </p:txBody>
      </p:sp>
    </p:spTree>
    <p:extLst>
      <p:ext uri="{BB962C8B-B14F-4D97-AF65-F5344CB8AC3E}">
        <p14:creationId xmlns:p14="http://schemas.microsoft.com/office/powerpoint/2010/main" val="28819053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11139-DF05-6CBE-1889-EB8E5126F2F8}"/>
              </a:ext>
            </a:extLst>
          </p:cNvPr>
          <p:cNvSpPr>
            <a:spLocks noGrp="1"/>
          </p:cNvSpPr>
          <p:nvPr>
            <p:ph type="title"/>
          </p:nvPr>
        </p:nvSpPr>
        <p:spPr/>
        <p:txBody>
          <a:bodyPr/>
          <a:lstStyle/>
          <a:p>
            <a:r>
              <a:rPr lang="en-GB"/>
              <a:t>Click to edit Master title style</a:t>
            </a:r>
            <a:endParaRPr lang="en-AU"/>
          </a:p>
        </p:txBody>
      </p:sp>
      <p:sp>
        <p:nvSpPr>
          <p:cNvPr id="3" name="Content Placeholder 2">
            <a:extLst>
              <a:ext uri="{FF2B5EF4-FFF2-40B4-BE49-F238E27FC236}">
                <a16:creationId xmlns:a16="http://schemas.microsoft.com/office/drawing/2014/main" id="{C5C6B554-094F-CBF2-35B2-A5AC777FFE79}"/>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4" name="Date Placeholder 3">
            <a:extLst>
              <a:ext uri="{FF2B5EF4-FFF2-40B4-BE49-F238E27FC236}">
                <a16:creationId xmlns:a16="http://schemas.microsoft.com/office/drawing/2014/main" id="{E1A6759B-B68B-5BDC-BA75-278D6F2FC413}"/>
              </a:ext>
            </a:extLst>
          </p:cNvPr>
          <p:cNvSpPr>
            <a:spLocks noGrp="1"/>
          </p:cNvSpPr>
          <p:nvPr>
            <p:ph type="dt" sz="half" idx="10"/>
          </p:nvPr>
        </p:nvSpPr>
        <p:spPr/>
        <p:txBody>
          <a:bodyPr/>
          <a:lstStyle/>
          <a:p>
            <a:fld id="{B1CD7D84-A39E-448A-AE6F-BBB7D7CB4D22}" type="datetimeFigureOut">
              <a:rPr lang="en-AU" smtClean="0"/>
              <a:t>21/04/2024</a:t>
            </a:fld>
            <a:endParaRPr lang="en-AU"/>
          </a:p>
        </p:txBody>
      </p:sp>
      <p:sp>
        <p:nvSpPr>
          <p:cNvPr id="5" name="Footer Placeholder 4">
            <a:extLst>
              <a:ext uri="{FF2B5EF4-FFF2-40B4-BE49-F238E27FC236}">
                <a16:creationId xmlns:a16="http://schemas.microsoft.com/office/drawing/2014/main" id="{EBCDD383-3ACD-4162-992A-FB38DC7969EF}"/>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1DCA9972-55D1-D5B3-ED84-EDCBCA31E6BF}"/>
              </a:ext>
            </a:extLst>
          </p:cNvPr>
          <p:cNvSpPr>
            <a:spLocks noGrp="1"/>
          </p:cNvSpPr>
          <p:nvPr>
            <p:ph type="sldNum" sz="quarter" idx="12"/>
          </p:nvPr>
        </p:nvSpPr>
        <p:spPr/>
        <p:txBody>
          <a:bodyPr/>
          <a:lstStyle/>
          <a:p>
            <a:fld id="{E28C2EB1-7800-420B-BB5B-950C9D03AEC7}" type="slidenum">
              <a:rPr lang="en-AU" smtClean="0"/>
              <a:t>‹#›</a:t>
            </a:fld>
            <a:endParaRPr lang="en-AU"/>
          </a:p>
        </p:txBody>
      </p:sp>
    </p:spTree>
    <p:extLst>
      <p:ext uri="{BB962C8B-B14F-4D97-AF65-F5344CB8AC3E}">
        <p14:creationId xmlns:p14="http://schemas.microsoft.com/office/powerpoint/2010/main" val="19769291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749801-22D8-196B-FD0E-700BFF97C270}"/>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AU"/>
          </a:p>
        </p:txBody>
      </p:sp>
      <p:sp>
        <p:nvSpPr>
          <p:cNvPr id="3" name="Text Placeholder 2">
            <a:extLst>
              <a:ext uri="{FF2B5EF4-FFF2-40B4-BE49-F238E27FC236}">
                <a16:creationId xmlns:a16="http://schemas.microsoft.com/office/drawing/2014/main" id="{D0A33CB7-5A39-AF5F-BF4B-98910D4F855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DBF7E9BB-44DA-2A12-4B95-8C4CC08AF176}"/>
              </a:ext>
            </a:extLst>
          </p:cNvPr>
          <p:cNvSpPr>
            <a:spLocks noGrp="1"/>
          </p:cNvSpPr>
          <p:nvPr>
            <p:ph type="dt" sz="half" idx="10"/>
          </p:nvPr>
        </p:nvSpPr>
        <p:spPr/>
        <p:txBody>
          <a:bodyPr/>
          <a:lstStyle/>
          <a:p>
            <a:fld id="{B1CD7D84-A39E-448A-AE6F-BBB7D7CB4D22}" type="datetimeFigureOut">
              <a:rPr lang="en-AU" smtClean="0"/>
              <a:t>21/04/2024</a:t>
            </a:fld>
            <a:endParaRPr lang="en-AU"/>
          </a:p>
        </p:txBody>
      </p:sp>
      <p:sp>
        <p:nvSpPr>
          <p:cNvPr id="5" name="Footer Placeholder 4">
            <a:extLst>
              <a:ext uri="{FF2B5EF4-FFF2-40B4-BE49-F238E27FC236}">
                <a16:creationId xmlns:a16="http://schemas.microsoft.com/office/drawing/2014/main" id="{21FDA6C9-10B6-90DF-BF64-40264F989FA1}"/>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13087495-D837-E49F-0BF7-B00C970F96F1}"/>
              </a:ext>
            </a:extLst>
          </p:cNvPr>
          <p:cNvSpPr>
            <a:spLocks noGrp="1"/>
          </p:cNvSpPr>
          <p:nvPr>
            <p:ph type="sldNum" sz="quarter" idx="12"/>
          </p:nvPr>
        </p:nvSpPr>
        <p:spPr/>
        <p:txBody>
          <a:bodyPr/>
          <a:lstStyle/>
          <a:p>
            <a:fld id="{E28C2EB1-7800-420B-BB5B-950C9D03AEC7}" type="slidenum">
              <a:rPr lang="en-AU" smtClean="0"/>
              <a:t>‹#›</a:t>
            </a:fld>
            <a:endParaRPr lang="en-AU"/>
          </a:p>
        </p:txBody>
      </p:sp>
    </p:spTree>
    <p:extLst>
      <p:ext uri="{BB962C8B-B14F-4D97-AF65-F5344CB8AC3E}">
        <p14:creationId xmlns:p14="http://schemas.microsoft.com/office/powerpoint/2010/main" val="3358568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B3F277-85C5-EC7C-15D7-C9222F32A8AF}"/>
              </a:ext>
            </a:extLst>
          </p:cNvPr>
          <p:cNvSpPr>
            <a:spLocks noGrp="1"/>
          </p:cNvSpPr>
          <p:nvPr>
            <p:ph type="title"/>
          </p:nvPr>
        </p:nvSpPr>
        <p:spPr/>
        <p:txBody>
          <a:bodyPr/>
          <a:lstStyle/>
          <a:p>
            <a:r>
              <a:rPr lang="en-GB"/>
              <a:t>Click to edit Master title style</a:t>
            </a:r>
            <a:endParaRPr lang="en-AU"/>
          </a:p>
        </p:txBody>
      </p:sp>
      <p:sp>
        <p:nvSpPr>
          <p:cNvPr id="3" name="Content Placeholder 2">
            <a:extLst>
              <a:ext uri="{FF2B5EF4-FFF2-40B4-BE49-F238E27FC236}">
                <a16:creationId xmlns:a16="http://schemas.microsoft.com/office/drawing/2014/main" id="{70FB960F-4820-C206-1D2E-4175CE28DC54}"/>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4" name="Content Placeholder 3">
            <a:extLst>
              <a:ext uri="{FF2B5EF4-FFF2-40B4-BE49-F238E27FC236}">
                <a16:creationId xmlns:a16="http://schemas.microsoft.com/office/drawing/2014/main" id="{0FE6D1C1-52CF-B6D6-578A-47B085CA5BFD}"/>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5" name="Date Placeholder 4">
            <a:extLst>
              <a:ext uri="{FF2B5EF4-FFF2-40B4-BE49-F238E27FC236}">
                <a16:creationId xmlns:a16="http://schemas.microsoft.com/office/drawing/2014/main" id="{272F8954-F533-BA39-0FB5-1EB6DE0DC51F}"/>
              </a:ext>
            </a:extLst>
          </p:cNvPr>
          <p:cNvSpPr>
            <a:spLocks noGrp="1"/>
          </p:cNvSpPr>
          <p:nvPr>
            <p:ph type="dt" sz="half" idx="10"/>
          </p:nvPr>
        </p:nvSpPr>
        <p:spPr/>
        <p:txBody>
          <a:bodyPr/>
          <a:lstStyle/>
          <a:p>
            <a:fld id="{B1CD7D84-A39E-448A-AE6F-BBB7D7CB4D22}" type="datetimeFigureOut">
              <a:rPr lang="en-AU" smtClean="0"/>
              <a:t>21/04/2024</a:t>
            </a:fld>
            <a:endParaRPr lang="en-AU"/>
          </a:p>
        </p:txBody>
      </p:sp>
      <p:sp>
        <p:nvSpPr>
          <p:cNvPr id="6" name="Footer Placeholder 5">
            <a:extLst>
              <a:ext uri="{FF2B5EF4-FFF2-40B4-BE49-F238E27FC236}">
                <a16:creationId xmlns:a16="http://schemas.microsoft.com/office/drawing/2014/main" id="{9005FC7F-9394-74CE-DFA9-144F50DC24A5}"/>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067872CF-34F8-4B27-8721-D2400F1B6509}"/>
              </a:ext>
            </a:extLst>
          </p:cNvPr>
          <p:cNvSpPr>
            <a:spLocks noGrp="1"/>
          </p:cNvSpPr>
          <p:nvPr>
            <p:ph type="sldNum" sz="quarter" idx="12"/>
          </p:nvPr>
        </p:nvSpPr>
        <p:spPr/>
        <p:txBody>
          <a:bodyPr/>
          <a:lstStyle/>
          <a:p>
            <a:fld id="{E28C2EB1-7800-420B-BB5B-950C9D03AEC7}" type="slidenum">
              <a:rPr lang="en-AU" smtClean="0"/>
              <a:t>‹#›</a:t>
            </a:fld>
            <a:endParaRPr lang="en-AU"/>
          </a:p>
        </p:txBody>
      </p:sp>
    </p:spTree>
    <p:extLst>
      <p:ext uri="{BB962C8B-B14F-4D97-AF65-F5344CB8AC3E}">
        <p14:creationId xmlns:p14="http://schemas.microsoft.com/office/powerpoint/2010/main" val="5938155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A6BD0F-32B5-ADEC-9079-501F84A1C555}"/>
              </a:ext>
            </a:extLst>
          </p:cNvPr>
          <p:cNvSpPr>
            <a:spLocks noGrp="1"/>
          </p:cNvSpPr>
          <p:nvPr>
            <p:ph type="title"/>
          </p:nvPr>
        </p:nvSpPr>
        <p:spPr>
          <a:xfrm>
            <a:off x="839788" y="365125"/>
            <a:ext cx="10515600" cy="1325563"/>
          </a:xfrm>
        </p:spPr>
        <p:txBody>
          <a:bodyPr/>
          <a:lstStyle/>
          <a:p>
            <a:r>
              <a:rPr lang="en-GB"/>
              <a:t>Click to edit Master title style</a:t>
            </a:r>
            <a:endParaRPr lang="en-AU"/>
          </a:p>
        </p:txBody>
      </p:sp>
      <p:sp>
        <p:nvSpPr>
          <p:cNvPr id="3" name="Text Placeholder 2">
            <a:extLst>
              <a:ext uri="{FF2B5EF4-FFF2-40B4-BE49-F238E27FC236}">
                <a16:creationId xmlns:a16="http://schemas.microsoft.com/office/drawing/2014/main" id="{1894C707-BAA0-048C-5CA4-86750AE4856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FE58B9CE-9411-F313-7AA9-C2DA00ABCA6F}"/>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5" name="Text Placeholder 4">
            <a:extLst>
              <a:ext uri="{FF2B5EF4-FFF2-40B4-BE49-F238E27FC236}">
                <a16:creationId xmlns:a16="http://schemas.microsoft.com/office/drawing/2014/main" id="{4F16247A-A2FD-C729-6585-3275AD19035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E23864A9-B186-D89E-B292-30BDEE9B58AB}"/>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7" name="Date Placeholder 6">
            <a:extLst>
              <a:ext uri="{FF2B5EF4-FFF2-40B4-BE49-F238E27FC236}">
                <a16:creationId xmlns:a16="http://schemas.microsoft.com/office/drawing/2014/main" id="{387FAE33-4C27-F392-E04D-59B0CD5D5192}"/>
              </a:ext>
            </a:extLst>
          </p:cNvPr>
          <p:cNvSpPr>
            <a:spLocks noGrp="1"/>
          </p:cNvSpPr>
          <p:nvPr>
            <p:ph type="dt" sz="half" idx="10"/>
          </p:nvPr>
        </p:nvSpPr>
        <p:spPr/>
        <p:txBody>
          <a:bodyPr/>
          <a:lstStyle/>
          <a:p>
            <a:fld id="{B1CD7D84-A39E-448A-AE6F-BBB7D7CB4D22}" type="datetimeFigureOut">
              <a:rPr lang="en-AU" smtClean="0"/>
              <a:t>21/04/2024</a:t>
            </a:fld>
            <a:endParaRPr lang="en-AU"/>
          </a:p>
        </p:txBody>
      </p:sp>
      <p:sp>
        <p:nvSpPr>
          <p:cNvPr id="8" name="Footer Placeholder 7">
            <a:extLst>
              <a:ext uri="{FF2B5EF4-FFF2-40B4-BE49-F238E27FC236}">
                <a16:creationId xmlns:a16="http://schemas.microsoft.com/office/drawing/2014/main" id="{B51316F4-EBFD-4F77-5DFD-B09384A7E7C6}"/>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53950E71-837B-59AF-F634-8D3712047273}"/>
              </a:ext>
            </a:extLst>
          </p:cNvPr>
          <p:cNvSpPr>
            <a:spLocks noGrp="1"/>
          </p:cNvSpPr>
          <p:nvPr>
            <p:ph type="sldNum" sz="quarter" idx="12"/>
          </p:nvPr>
        </p:nvSpPr>
        <p:spPr/>
        <p:txBody>
          <a:bodyPr/>
          <a:lstStyle/>
          <a:p>
            <a:fld id="{E28C2EB1-7800-420B-BB5B-950C9D03AEC7}" type="slidenum">
              <a:rPr lang="en-AU" smtClean="0"/>
              <a:t>‹#›</a:t>
            </a:fld>
            <a:endParaRPr lang="en-AU"/>
          </a:p>
        </p:txBody>
      </p:sp>
    </p:spTree>
    <p:extLst>
      <p:ext uri="{BB962C8B-B14F-4D97-AF65-F5344CB8AC3E}">
        <p14:creationId xmlns:p14="http://schemas.microsoft.com/office/powerpoint/2010/main" val="22874436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72F3F3-56FF-AB7C-B39F-D2C5CE9DFE48}"/>
              </a:ext>
            </a:extLst>
          </p:cNvPr>
          <p:cNvSpPr>
            <a:spLocks noGrp="1"/>
          </p:cNvSpPr>
          <p:nvPr>
            <p:ph type="title"/>
          </p:nvPr>
        </p:nvSpPr>
        <p:spPr/>
        <p:txBody>
          <a:bodyPr/>
          <a:lstStyle/>
          <a:p>
            <a:r>
              <a:rPr lang="en-GB"/>
              <a:t>Click to edit Master title style</a:t>
            </a:r>
            <a:endParaRPr lang="en-AU"/>
          </a:p>
        </p:txBody>
      </p:sp>
      <p:sp>
        <p:nvSpPr>
          <p:cNvPr id="3" name="Date Placeholder 2">
            <a:extLst>
              <a:ext uri="{FF2B5EF4-FFF2-40B4-BE49-F238E27FC236}">
                <a16:creationId xmlns:a16="http://schemas.microsoft.com/office/drawing/2014/main" id="{9031BB51-5415-A7AA-5F33-56CA2F635E71}"/>
              </a:ext>
            </a:extLst>
          </p:cNvPr>
          <p:cNvSpPr>
            <a:spLocks noGrp="1"/>
          </p:cNvSpPr>
          <p:nvPr>
            <p:ph type="dt" sz="half" idx="10"/>
          </p:nvPr>
        </p:nvSpPr>
        <p:spPr/>
        <p:txBody>
          <a:bodyPr/>
          <a:lstStyle/>
          <a:p>
            <a:fld id="{B1CD7D84-A39E-448A-AE6F-BBB7D7CB4D22}" type="datetimeFigureOut">
              <a:rPr lang="en-AU" smtClean="0"/>
              <a:t>21/04/2024</a:t>
            </a:fld>
            <a:endParaRPr lang="en-AU"/>
          </a:p>
        </p:txBody>
      </p:sp>
      <p:sp>
        <p:nvSpPr>
          <p:cNvPr id="4" name="Footer Placeholder 3">
            <a:extLst>
              <a:ext uri="{FF2B5EF4-FFF2-40B4-BE49-F238E27FC236}">
                <a16:creationId xmlns:a16="http://schemas.microsoft.com/office/drawing/2014/main" id="{BBB47495-816B-C631-6DE2-1F3E862CF668}"/>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C4452658-A828-6EA7-6411-5A250DD50FC6}"/>
              </a:ext>
            </a:extLst>
          </p:cNvPr>
          <p:cNvSpPr>
            <a:spLocks noGrp="1"/>
          </p:cNvSpPr>
          <p:nvPr>
            <p:ph type="sldNum" sz="quarter" idx="12"/>
          </p:nvPr>
        </p:nvSpPr>
        <p:spPr/>
        <p:txBody>
          <a:bodyPr/>
          <a:lstStyle/>
          <a:p>
            <a:fld id="{E28C2EB1-7800-420B-BB5B-950C9D03AEC7}" type="slidenum">
              <a:rPr lang="en-AU" smtClean="0"/>
              <a:t>‹#›</a:t>
            </a:fld>
            <a:endParaRPr lang="en-AU"/>
          </a:p>
        </p:txBody>
      </p:sp>
    </p:spTree>
    <p:extLst>
      <p:ext uri="{BB962C8B-B14F-4D97-AF65-F5344CB8AC3E}">
        <p14:creationId xmlns:p14="http://schemas.microsoft.com/office/powerpoint/2010/main" val="34672247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5649920-4D8D-1463-90D7-25963A6ECA92}"/>
              </a:ext>
            </a:extLst>
          </p:cNvPr>
          <p:cNvSpPr>
            <a:spLocks noGrp="1"/>
          </p:cNvSpPr>
          <p:nvPr>
            <p:ph type="dt" sz="half" idx="10"/>
          </p:nvPr>
        </p:nvSpPr>
        <p:spPr/>
        <p:txBody>
          <a:bodyPr/>
          <a:lstStyle/>
          <a:p>
            <a:fld id="{B1CD7D84-A39E-448A-AE6F-BBB7D7CB4D22}" type="datetimeFigureOut">
              <a:rPr lang="en-AU" smtClean="0"/>
              <a:t>21/04/2024</a:t>
            </a:fld>
            <a:endParaRPr lang="en-AU"/>
          </a:p>
        </p:txBody>
      </p:sp>
      <p:sp>
        <p:nvSpPr>
          <p:cNvPr id="3" name="Footer Placeholder 2">
            <a:extLst>
              <a:ext uri="{FF2B5EF4-FFF2-40B4-BE49-F238E27FC236}">
                <a16:creationId xmlns:a16="http://schemas.microsoft.com/office/drawing/2014/main" id="{B1E3DFF8-6E2E-67D9-32A4-C0E228FC1785}"/>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1957BC9D-D6F0-5407-6E2E-304E62BF7CB7}"/>
              </a:ext>
            </a:extLst>
          </p:cNvPr>
          <p:cNvSpPr>
            <a:spLocks noGrp="1"/>
          </p:cNvSpPr>
          <p:nvPr>
            <p:ph type="sldNum" sz="quarter" idx="12"/>
          </p:nvPr>
        </p:nvSpPr>
        <p:spPr/>
        <p:txBody>
          <a:bodyPr/>
          <a:lstStyle/>
          <a:p>
            <a:fld id="{E28C2EB1-7800-420B-BB5B-950C9D03AEC7}" type="slidenum">
              <a:rPr lang="en-AU" smtClean="0"/>
              <a:t>‹#›</a:t>
            </a:fld>
            <a:endParaRPr lang="en-AU"/>
          </a:p>
        </p:txBody>
      </p:sp>
    </p:spTree>
    <p:extLst>
      <p:ext uri="{BB962C8B-B14F-4D97-AF65-F5344CB8AC3E}">
        <p14:creationId xmlns:p14="http://schemas.microsoft.com/office/powerpoint/2010/main" val="13157575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6D6E04-7EFE-6909-21B1-E2B576E6D644}"/>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AU"/>
          </a:p>
        </p:txBody>
      </p:sp>
      <p:sp>
        <p:nvSpPr>
          <p:cNvPr id="3" name="Content Placeholder 2">
            <a:extLst>
              <a:ext uri="{FF2B5EF4-FFF2-40B4-BE49-F238E27FC236}">
                <a16:creationId xmlns:a16="http://schemas.microsoft.com/office/drawing/2014/main" id="{712A39DB-F599-FD94-072A-3A1B8D7DF2F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4" name="Text Placeholder 3">
            <a:extLst>
              <a:ext uri="{FF2B5EF4-FFF2-40B4-BE49-F238E27FC236}">
                <a16:creationId xmlns:a16="http://schemas.microsoft.com/office/drawing/2014/main" id="{6C42D9B9-83BE-503A-68A9-EAC18E1DE27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2359C289-6F9C-F574-BC37-CFC1DB54A57C}"/>
              </a:ext>
            </a:extLst>
          </p:cNvPr>
          <p:cNvSpPr>
            <a:spLocks noGrp="1"/>
          </p:cNvSpPr>
          <p:nvPr>
            <p:ph type="dt" sz="half" idx="10"/>
          </p:nvPr>
        </p:nvSpPr>
        <p:spPr/>
        <p:txBody>
          <a:bodyPr/>
          <a:lstStyle/>
          <a:p>
            <a:fld id="{B1CD7D84-A39E-448A-AE6F-BBB7D7CB4D22}" type="datetimeFigureOut">
              <a:rPr lang="en-AU" smtClean="0"/>
              <a:t>21/04/2024</a:t>
            </a:fld>
            <a:endParaRPr lang="en-AU"/>
          </a:p>
        </p:txBody>
      </p:sp>
      <p:sp>
        <p:nvSpPr>
          <p:cNvPr id="6" name="Footer Placeholder 5">
            <a:extLst>
              <a:ext uri="{FF2B5EF4-FFF2-40B4-BE49-F238E27FC236}">
                <a16:creationId xmlns:a16="http://schemas.microsoft.com/office/drawing/2014/main" id="{3E41AFB4-BD95-99E3-D34A-2294F2CB5DD0}"/>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06A7BE70-71B1-D381-E84D-137BACDF0A25}"/>
              </a:ext>
            </a:extLst>
          </p:cNvPr>
          <p:cNvSpPr>
            <a:spLocks noGrp="1"/>
          </p:cNvSpPr>
          <p:nvPr>
            <p:ph type="sldNum" sz="quarter" idx="12"/>
          </p:nvPr>
        </p:nvSpPr>
        <p:spPr/>
        <p:txBody>
          <a:bodyPr/>
          <a:lstStyle/>
          <a:p>
            <a:fld id="{E28C2EB1-7800-420B-BB5B-950C9D03AEC7}" type="slidenum">
              <a:rPr lang="en-AU" smtClean="0"/>
              <a:t>‹#›</a:t>
            </a:fld>
            <a:endParaRPr lang="en-AU"/>
          </a:p>
        </p:txBody>
      </p:sp>
    </p:spTree>
    <p:extLst>
      <p:ext uri="{BB962C8B-B14F-4D97-AF65-F5344CB8AC3E}">
        <p14:creationId xmlns:p14="http://schemas.microsoft.com/office/powerpoint/2010/main" val="37027852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899421-A41B-9476-2C32-2F3078680FBA}"/>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AU"/>
          </a:p>
        </p:txBody>
      </p:sp>
      <p:sp>
        <p:nvSpPr>
          <p:cNvPr id="3" name="Picture Placeholder 2">
            <a:extLst>
              <a:ext uri="{FF2B5EF4-FFF2-40B4-BE49-F238E27FC236}">
                <a16:creationId xmlns:a16="http://schemas.microsoft.com/office/drawing/2014/main" id="{464D9CB1-6265-FB13-6774-54CDC0A1CBD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a:extLst>
              <a:ext uri="{FF2B5EF4-FFF2-40B4-BE49-F238E27FC236}">
                <a16:creationId xmlns:a16="http://schemas.microsoft.com/office/drawing/2014/main" id="{62A79CF9-D646-7BD8-F962-BB374D1C403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4BCC77C5-C082-F481-C243-2E651ADC9BAA}"/>
              </a:ext>
            </a:extLst>
          </p:cNvPr>
          <p:cNvSpPr>
            <a:spLocks noGrp="1"/>
          </p:cNvSpPr>
          <p:nvPr>
            <p:ph type="dt" sz="half" idx="10"/>
          </p:nvPr>
        </p:nvSpPr>
        <p:spPr/>
        <p:txBody>
          <a:bodyPr/>
          <a:lstStyle/>
          <a:p>
            <a:fld id="{B1CD7D84-A39E-448A-AE6F-BBB7D7CB4D22}" type="datetimeFigureOut">
              <a:rPr lang="en-AU" smtClean="0"/>
              <a:t>21/04/2024</a:t>
            </a:fld>
            <a:endParaRPr lang="en-AU"/>
          </a:p>
        </p:txBody>
      </p:sp>
      <p:sp>
        <p:nvSpPr>
          <p:cNvPr id="6" name="Footer Placeholder 5">
            <a:extLst>
              <a:ext uri="{FF2B5EF4-FFF2-40B4-BE49-F238E27FC236}">
                <a16:creationId xmlns:a16="http://schemas.microsoft.com/office/drawing/2014/main" id="{5C4FCA36-5665-A5F6-5286-AD880D11B9B5}"/>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E9020937-5499-319F-1698-089F936182F0}"/>
              </a:ext>
            </a:extLst>
          </p:cNvPr>
          <p:cNvSpPr>
            <a:spLocks noGrp="1"/>
          </p:cNvSpPr>
          <p:nvPr>
            <p:ph type="sldNum" sz="quarter" idx="12"/>
          </p:nvPr>
        </p:nvSpPr>
        <p:spPr/>
        <p:txBody>
          <a:bodyPr/>
          <a:lstStyle/>
          <a:p>
            <a:fld id="{E28C2EB1-7800-420B-BB5B-950C9D03AEC7}" type="slidenum">
              <a:rPr lang="en-AU" smtClean="0"/>
              <a:t>‹#›</a:t>
            </a:fld>
            <a:endParaRPr lang="en-AU"/>
          </a:p>
        </p:txBody>
      </p:sp>
    </p:spTree>
    <p:extLst>
      <p:ext uri="{BB962C8B-B14F-4D97-AF65-F5344CB8AC3E}">
        <p14:creationId xmlns:p14="http://schemas.microsoft.com/office/powerpoint/2010/main" val="3653348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261B09-3C95-CCA7-72E3-1D0090D1BF9E}"/>
              </a:ext>
            </a:extLst>
          </p:cNvPr>
          <p:cNvSpPr>
            <a:spLocks noGrp="1"/>
          </p:cNvSpPr>
          <p:nvPr>
            <p:ph type="title"/>
          </p:nvPr>
        </p:nvSpPr>
        <p:spPr/>
        <p:txBody>
          <a:bodyPr/>
          <a:lstStyle/>
          <a:p>
            <a:r>
              <a:rPr lang="en-GB"/>
              <a:t>Click to edit Master title style</a:t>
            </a:r>
            <a:endParaRPr lang="en-AU"/>
          </a:p>
        </p:txBody>
      </p:sp>
      <p:sp>
        <p:nvSpPr>
          <p:cNvPr id="3" name="Vertical Text Placeholder 2">
            <a:extLst>
              <a:ext uri="{FF2B5EF4-FFF2-40B4-BE49-F238E27FC236}">
                <a16:creationId xmlns:a16="http://schemas.microsoft.com/office/drawing/2014/main" id="{6E29B0A6-55FF-E829-7EF5-2A316587BB76}"/>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4" name="Date Placeholder 3">
            <a:extLst>
              <a:ext uri="{FF2B5EF4-FFF2-40B4-BE49-F238E27FC236}">
                <a16:creationId xmlns:a16="http://schemas.microsoft.com/office/drawing/2014/main" id="{E515A458-D6DB-A724-A1EE-FFD38D04F958}"/>
              </a:ext>
            </a:extLst>
          </p:cNvPr>
          <p:cNvSpPr>
            <a:spLocks noGrp="1"/>
          </p:cNvSpPr>
          <p:nvPr>
            <p:ph type="dt" sz="half" idx="10"/>
          </p:nvPr>
        </p:nvSpPr>
        <p:spPr/>
        <p:txBody>
          <a:bodyPr/>
          <a:lstStyle/>
          <a:p>
            <a:fld id="{B1CD7D84-A39E-448A-AE6F-BBB7D7CB4D22}" type="datetimeFigureOut">
              <a:rPr lang="en-AU" smtClean="0"/>
              <a:t>21/04/2024</a:t>
            </a:fld>
            <a:endParaRPr lang="en-AU"/>
          </a:p>
        </p:txBody>
      </p:sp>
      <p:sp>
        <p:nvSpPr>
          <p:cNvPr id="5" name="Footer Placeholder 4">
            <a:extLst>
              <a:ext uri="{FF2B5EF4-FFF2-40B4-BE49-F238E27FC236}">
                <a16:creationId xmlns:a16="http://schemas.microsoft.com/office/drawing/2014/main" id="{118A6358-B043-F11A-BF08-CD9A0BC1DFC2}"/>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854369B0-39DD-3088-1FCB-4269B9E0CD9F}"/>
              </a:ext>
            </a:extLst>
          </p:cNvPr>
          <p:cNvSpPr>
            <a:spLocks noGrp="1"/>
          </p:cNvSpPr>
          <p:nvPr>
            <p:ph type="sldNum" sz="quarter" idx="12"/>
          </p:nvPr>
        </p:nvSpPr>
        <p:spPr/>
        <p:txBody>
          <a:bodyPr/>
          <a:lstStyle/>
          <a:p>
            <a:fld id="{E28C2EB1-7800-420B-BB5B-950C9D03AEC7}" type="slidenum">
              <a:rPr lang="en-AU" smtClean="0"/>
              <a:t>‹#›</a:t>
            </a:fld>
            <a:endParaRPr lang="en-AU"/>
          </a:p>
        </p:txBody>
      </p:sp>
    </p:spTree>
    <p:extLst>
      <p:ext uri="{BB962C8B-B14F-4D97-AF65-F5344CB8AC3E}">
        <p14:creationId xmlns:p14="http://schemas.microsoft.com/office/powerpoint/2010/main" val="18912693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CCFB7B9-36E2-763C-99CF-46EAD12D75D8}"/>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AU"/>
          </a:p>
        </p:txBody>
      </p:sp>
      <p:sp>
        <p:nvSpPr>
          <p:cNvPr id="3" name="Vertical Text Placeholder 2">
            <a:extLst>
              <a:ext uri="{FF2B5EF4-FFF2-40B4-BE49-F238E27FC236}">
                <a16:creationId xmlns:a16="http://schemas.microsoft.com/office/drawing/2014/main" id="{38B9CB1B-6B7E-FC68-6760-A80CAE3C0B8A}"/>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4" name="Date Placeholder 3">
            <a:extLst>
              <a:ext uri="{FF2B5EF4-FFF2-40B4-BE49-F238E27FC236}">
                <a16:creationId xmlns:a16="http://schemas.microsoft.com/office/drawing/2014/main" id="{A2443F5F-D65C-789C-265C-1F54D7540F4E}"/>
              </a:ext>
            </a:extLst>
          </p:cNvPr>
          <p:cNvSpPr>
            <a:spLocks noGrp="1"/>
          </p:cNvSpPr>
          <p:nvPr>
            <p:ph type="dt" sz="half" idx="10"/>
          </p:nvPr>
        </p:nvSpPr>
        <p:spPr/>
        <p:txBody>
          <a:bodyPr/>
          <a:lstStyle/>
          <a:p>
            <a:fld id="{B1CD7D84-A39E-448A-AE6F-BBB7D7CB4D22}" type="datetimeFigureOut">
              <a:rPr lang="en-AU" smtClean="0"/>
              <a:t>21/04/2024</a:t>
            </a:fld>
            <a:endParaRPr lang="en-AU"/>
          </a:p>
        </p:txBody>
      </p:sp>
      <p:sp>
        <p:nvSpPr>
          <p:cNvPr id="5" name="Footer Placeholder 4">
            <a:extLst>
              <a:ext uri="{FF2B5EF4-FFF2-40B4-BE49-F238E27FC236}">
                <a16:creationId xmlns:a16="http://schemas.microsoft.com/office/drawing/2014/main" id="{1C248904-CCFE-121A-E4B3-B8E191419430}"/>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2FB5FD17-E312-5417-2B7D-B19FD0E8A284}"/>
              </a:ext>
            </a:extLst>
          </p:cNvPr>
          <p:cNvSpPr>
            <a:spLocks noGrp="1"/>
          </p:cNvSpPr>
          <p:nvPr>
            <p:ph type="sldNum" sz="quarter" idx="12"/>
          </p:nvPr>
        </p:nvSpPr>
        <p:spPr/>
        <p:txBody>
          <a:bodyPr/>
          <a:lstStyle/>
          <a:p>
            <a:fld id="{E28C2EB1-7800-420B-BB5B-950C9D03AEC7}" type="slidenum">
              <a:rPr lang="en-AU" smtClean="0"/>
              <a:t>‹#›</a:t>
            </a:fld>
            <a:endParaRPr lang="en-AU"/>
          </a:p>
        </p:txBody>
      </p:sp>
    </p:spTree>
    <p:extLst>
      <p:ext uri="{BB962C8B-B14F-4D97-AF65-F5344CB8AC3E}">
        <p14:creationId xmlns:p14="http://schemas.microsoft.com/office/powerpoint/2010/main" val="21478536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6453352-DA79-2A8C-13F5-A5D549C9144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AU"/>
          </a:p>
        </p:txBody>
      </p:sp>
      <p:sp>
        <p:nvSpPr>
          <p:cNvPr id="3" name="Text Placeholder 2">
            <a:extLst>
              <a:ext uri="{FF2B5EF4-FFF2-40B4-BE49-F238E27FC236}">
                <a16:creationId xmlns:a16="http://schemas.microsoft.com/office/drawing/2014/main" id="{0A49955D-65C5-9FB8-8EE7-DEB5C2CF938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4" name="Date Placeholder 3">
            <a:extLst>
              <a:ext uri="{FF2B5EF4-FFF2-40B4-BE49-F238E27FC236}">
                <a16:creationId xmlns:a16="http://schemas.microsoft.com/office/drawing/2014/main" id="{F450B481-AB5E-E94B-27B8-F247A33CB74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1CD7D84-A39E-448A-AE6F-BBB7D7CB4D22}" type="datetimeFigureOut">
              <a:rPr lang="en-AU" smtClean="0"/>
              <a:t>21/04/2024</a:t>
            </a:fld>
            <a:endParaRPr lang="en-AU"/>
          </a:p>
        </p:txBody>
      </p:sp>
      <p:sp>
        <p:nvSpPr>
          <p:cNvPr id="5" name="Footer Placeholder 4">
            <a:extLst>
              <a:ext uri="{FF2B5EF4-FFF2-40B4-BE49-F238E27FC236}">
                <a16:creationId xmlns:a16="http://schemas.microsoft.com/office/drawing/2014/main" id="{B92599D5-4028-A58D-A509-A2417D73E90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AU"/>
          </a:p>
        </p:txBody>
      </p:sp>
      <p:sp>
        <p:nvSpPr>
          <p:cNvPr id="6" name="Slide Number Placeholder 5">
            <a:extLst>
              <a:ext uri="{FF2B5EF4-FFF2-40B4-BE49-F238E27FC236}">
                <a16:creationId xmlns:a16="http://schemas.microsoft.com/office/drawing/2014/main" id="{0C992452-ED6F-3BD9-EC95-F3D86424AE2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28C2EB1-7800-420B-BB5B-950C9D03AEC7}" type="slidenum">
              <a:rPr lang="en-AU" smtClean="0"/>
              <a:t>‹#›</a:t>
            </a:fld>
            <a:endParaRPr lang="en-AU"/>
          </a:p>
        </p:txBody>
      </p:sp>
    </p:spTree>
    <p:extLst>
      <p:ext uri="{BB962C8B-B14F-4D97-AF65-F5344CB8AC3E}">
        <p14:creationId xmlns:p14="http://schemas.microsoft.com/office/powerpoint/2010/main" val="12678117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Layout" Target="../slideLayouts/slideLayout7.xml"/><Relationship Id="rId1" Type="http://schemas.openxmlformats.org/officeDocument/2006/relationships/video" Target="https://www.youtube.com/embed/sF4R105zg2I?feature=oembed" TargetMode="Externa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56639735-6775-8617-4274-6E5265A2BCFE}"/>
              </a:ext>
            </a:extLst>
          </p:cNvPr>
          <p:cNvSpPr txBox="1"/>
          <p:nvPr/>
        </p:nvSpPr>
        <p:spPr>
          <a:xfrm>
            <a:off x="-114719" y="-250778"/>
            <a:ext cx="8637814" cy="1323439"/>
          </a:xfrm>
          <a:prstGeom prst="rect">
            <a:avLst/>
          </a:prstGeom>
          <a:noFill/>
        </p:spPr>
        <p:txBody>
          <a:bodyPr wrap="square" rtlCol="0">
            <a:spAutoFit/>
          </a:bodyPr>
          <a:lstStyle/>
          <a:p>
            <a:r>
              <a:rPr lang="en-US" sz="8000" dirty="0">
                <a:solidFill>
                  <a:srgbClr val="6EB8C5"/>
                </a:solidFill>
                <a:latin typeface="Arial" panose="020B0604020202020204" pitchFamily="34" charset="0"/>
                <a:cs typeface="Arial" panose="020B0604020202020204" pitchFamily="34" charset="0"/>
              </a:rPr>
              <a:t>CASE</a:t>
            </a:r>
            <a:r>
              <a:rPr lang="en-US" sz="8000" dirty="0">
                <a:solidFill>
                  <a:srgbClr val="80ECD7"/>
                </a:solidFill>
                <a:latin typeface="Arial" panose="020B0604020202020204" pitchFamily="34" charset="0"/>
                <a:cs typeface="Arial" panose="020B0604020202020204" pitchFamily="34" charset="0"/>
              </a:rPr>
              <a:t> </a:t>
            </a:r>
            <a:r>
              <a:rPr lang="en-US" sz="8000" dirty="0">
                <a:solidFill>
                  <a:srgbClr val="6EB8C5"/>
                </a:solidFill>
                <a:latin typeface="Arial" panose="020B0604020202020204" pitchFamily="34" charset="0"/>
                <a:cs typeface="Arial" panose="020B0604020202020204" pitchFamily="34" charset="0"/>
              </a:rPr>
              <a:t>STUDY</a:t>
            </a:r>
            <a:r>
              <a:rPr lang="en-US" sz="8000" dirty="0">
                <a:solidFill>
                  <a:srgbClr val="80ECD7"/>
                </a:solidFill>
                <a:latin typeface="Arial" panose="020B0604020202020204" pitchFamily="34" charset="0"/>
                <a:cs typeface="Arial" panose="020B0604020202020204" pitchFamily="34" charset="0"/>
              </a:rPr>
              <a:t> </a:t>
            </a:r>
            <a:endParaRPr lang="en-AU" sz="8000" dirty="0">
              <a:solidFill>
                <a:srgbClr val="80ECD7"/>
              </a:solidFill>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7EC0B4E7-C1F3-1688-DE97-D9463FDD501F}"/>
              </a:ext>
            </a:extLst>
          </p:cNvPr>
          <p:cNvSpPr txBox="1"/>
          <p:nvPr/>
        </p:nvSpPr>
        <p:spPr>
          <a:xfrm>
            <a:off x="-829733" y="5839594"/>
            <a:ext cx="13170319" cy="1200329"/>
          </a:xfrm>
          <a:prstGeom prst="rect">
            <a:avLst/>
          </a:prstGeom>
          <a:noFill/>
        </p:spPr>
        <p:txBody>
          <a:bodyPr wrap="square" rtlCol="0">
            <a:spAutoFit/>
          </a:bodyPr>
          <a:lstStyle/>
          <a:p>
            <a:pPr algn="r"/>
            <a:r>
              <a:rPr lang="en-US" sz="7200" dirty="0">
                <a:solidFill>
                  <a:srgbClr val="DCC9B2"/>
                </a:solidFill>
                <a:latin typeface="Arial" panose="020B0604020202020204" pitchFamily="34" charset="0"/>
                <a:cs typeface="Arial" panose="020B0604020202020204" pitchFamily="34" charset="0"/>
              </a:rPr>
              <a:t>ELISA JANE CARMICHAEL</a:t>
            </a:r>
            <a:r>
              <a:rPr lang="en-US" sz="7200" dirty="0">
                <a:solidFill>
                  <a:srgbClr val="FFC0A5"/>
                </a:solidFill>
                <a:latin typeface="Arial" panose="020B0604020202020204" pitchFamily="34" charset="0"/>
                <a:cs typeface="Arial" panose="020B0604020202020204" pitchFamily="34" charset="0"/>
              </a:rPr>
              <a:t> </a:t>
            </a:r>
            <a:endParaRPr lang="en-AU" sz="7200" dirty="0">
              <a:solidFill>
                <a:srgbClr val="FFC0A5"/>
              </a:solidFill>
              <a:latin typeface="Arial" panose="020B0604020202020204" pitchFamily="34" charset="0"/>
              <a:cs typeface="Arial" panose="020B0604020202020204" pitchFamily="34" charset="0"/>
            </a:endParaRPr>
          </a:p>
        </p:txBody>
      </p:sp>
      <p:pic>
        <p:nvPicPr>
          <p:cNvPr id="1026" name="Picture 2" descr="Live in-studio artist visit – Elisa Jane Carmichael: Get to know artists |  NGV">
            <a:extLst>
              <a:ext uri="{FF2B5EF4-FFF2-40B4-BE49-F238E27FC236}">
                <a16:creationId xmlns:a16="http://schemas.microsoft.com/office/drawing/2014/main" id="{2682C45D-AE57-703C-448E-328DE181C64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809" t="12" r="809" b="27570"/>
          <a:stretch/>
        </p:blipFill>
        <p:spPr bwMode="auto">
          <a:xfrm>
            <a:off x="-57360" y="922463"/>
            <a:ext cx="12306719" cy="50130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74998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nline Media 1" title="Waking up Indigenous weaving practices | Art Works">
            <a:hlinkClick r:id="" action="ppaction://media"/>
            <a:extLst>
              <a:ext uri="{FF2B5EF4-FFF2-40B4-BE49-F238E27FC236}">
                <a16:creationId xmlns:a16="http://schemas.microsoft.com/office/drawing/2014/main" id="{85F81DD8-38E0-59F6-3E3A-A58415CAD343}"/>
              </a:ext>
            </a:extLst>
          </p:cNvPr>
          <p:cNvPicPr>
            <a:picLocks noRot="1" noChangeAspect="1"/>
          </p:cNvPicPr>
          <p:nvPr>
            <a:videoFile r:link="rId1"/>
          </p:nvPr>
        </p:nvPicPr>
        <p:blipFill>
          <a:blip r:embed="rId3"/>
          <a:stretch>
            <a:fillRect/>
          </a:stretch>
        </p:blipFill>
        <p:spPr>
          <a:xfrm>
            <a:off x="1289931" y="734487"/>
            <a:ext cx="9616910" cy="5433567"/>
          </a:xfrm>
          <a:prstGeom prst="rect">
            <a:avLst/>
          </a:prstGeom>
        </p:spPr>
      </p:pic>
      <p:pic>
        <p:nvPicPr>
          <p:cNvPr id="3" name="Picture 2">
            <a:extLst>
              <a:ext uri="{FF2B5EF4-FFF2-40B4-BE49-F238E27FC236}">
                <a16:creationId xmlns:a16="http://schemas.microsoft.com/office/drawing/2014/main" id="{3C5A8653-66BC-98B6-8C42-ED0949274E5D}"/>
              </a:ext>
            </a:extLst>
          </p:cNvPr>
          <p:cNvPicPr>
            <a:picLocks noChangeAspect="1"/>
          </p:cNvPicPr>
          <p:nvPr/>
        </p:nvPicPr>
        <p:blipFill>
          <a:blip r:embed="rId4"/>
          <a:stretch>
            <a:fillRect/>
          </a:stretch>
        </p:blipFill>
        <p:spPr>
          <a:xfrm rot="20675868">
            <a:off x="9964344" y="5948849"/>
            <a:ext cx="1631519" cy="302934"/>
          </a:xfrm>
          <a:prstGeom prst="rect">
            <a:avLst/>
          </a:prstGeom>
        </p:spPr>
      </p:pic>
      <p:pic>
        <p:nvPicPr>
          <p:cNvPr id="4" name="Picture 3">
            <a:extLst>
              <a:ext uri="{FF2B5EF4-FFF2-40B4-BE49-F238E27FC236}">
                <a16:creationId xmlns:a16="http://schemas.microsoft.com/office/drawing/2014/main" id="{59472340-7545-B788-F6A6-0731E4787A89}"/>
              </a:ext>
            </a:extLst>
          </p:cNvPr>
          <p:cNvPicPr>
            <a:picLocks noChangeAspect="1"/>
          </p:cNvPicPr>
          <p:nvPr/>
        </p:nvPicPr>
        <p:blipFill>
          <a:blip r:embed="rId5"/>
          <a:stretch>
            <a:fillRect/>
          </a:stretch>
        </p:blipFill>
        <p:spPr>
          <a:xfrm rot="9888484" flipH="1" flipV="1">
            <a:off x="9885497" y="6259792"/>
            <a:ext cx="2200359" cy="261070"/>
          </a:xfrm>
          <a:prstGeom prst="rect">
            <a:avLst/>
          </a:prstGeom>
        </p:spPr>
      </p:pic>
      <p:sp>
        <p:nvSpPr>
          <p:cNvPr id="5" name="TextBox 4">
            <a:extLst>
              <a:ext uri="{FF2B5EF4-FFF2-40B4-BE49-F238E27FC236}">
                <a16:creationId xmlns:a16="http://schemas.microsoft.com/office/drawing/2014/main" id="{CD0B37F8-8046-D4A4-4D1F-8F77DDF2CAAA}"/>
              </a:ext>
            </a:extLst>
          </p:cNvPr>
          <p:cNvSpPr txBox="1"/>
          <p:nvPr/>
        </p:nvSpPr>
        <p:spPr>
          <a:xfrm>
            <a:off x="152065" y="97935"/>
            <a:ext cx="5808467" cy="442674"/>
          </a:xfrm>
          <a:prstGeom prst="roundRect">
            <a:avLst/>
          </a:prstGeom>
          <a:solidFill>
            <a:srgbClr val="DCC9B2"/>
          </a:solidFill>
          <a:ln w="12700">
            <a:solidFill>
              <a:schemeClr val="tx1"/>
            </a:solidFill>
          </a:ln>
        </p:spPr>
        <p:txBody>
          <a:bodyPr wrap="square" rtlCol="0">
            <a:spAutoFit/>
          </a:bodyPr>
          <a:lstStyle/>
          <a:p>
            <a:r>
              <a:rPr lang="en-US" sz="2000" b="1" i="1" dirty="0"/>
              <a:t>Artist Interview with Elisa Jane Carmichael </a:t>
            </a:r>
            <a:endParaRPr lang="en-AU" sz="2000" b="1" i="1" dirty="0"/>
          </a:p>
        </p:txBody>
      </p:sp>
    </p:spTree>
    <p:extLst>
      <p:ext uri="{BB962C8B-B14F-4D97-AF65-F5344CB8AC3E}">
        <p14:creationId xmlns:p14="http://schemas.microsoft.com/office/powerpoint/2010/main" val="22585820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67D9BA0-554E-6E39-6EB9-E4328C01173B}"/>
              </a:ext>
            </a:extLst>
          </p:cNvPr>
          <p:cNvSpPr txBox="1"/>
          <p:nvPr/>
        </p:nvSpPr>
        <p:spPr>
          <a:xfrm>
            <a:off x="3954254" y="79142"/>
            <a:ext cx="3498406" cy="6549985"/>
          </a:xfrm>
          <a:prstGeom prst="roundRect">
            <a:avLst/>
          </a:prstGeom>
          <a:solidFill>
            <a:srgbClr val="DCC9B2"/>
          </a:solidFill>
          <a:ln w="12700">
            <a:solidFill>
              <a:schemeClr val="tx1"/>
            </a:solidFill>
          </a:ln>
        </p:spPr>
        <p:txBody>
          <a:bodyPr wrap="square" rtlCol="0">
            <a:spAutoFit/>
          </a:bodyPr>
          <a:lstStyle/>
          <a:p>
            <a:pPr algn="l"/>
            <a:r>
              <a:rPr lang="en-US" sz="1600" b="1" dirty="0"/>
              <a:t>ELISA JANE CARMICHAEL</a:t>
            </a:r>
          </a:p>
          <a:p>
            <a:pPr algn="l"/>
            <a:endParaRPr lang="en-US" sz="1600" b="1" dirty="0"/>
          </a:p>
          <a:p>
            <a:pPr algn="l"/>
            <a:r>
              <a:rPr lang="en-AU" sz="1600" b="0" i="0" dirty="0">
                <a:solidFill>
                  <a:srgbClr val="0D0D0D"/>
                </a:solidFill>
                <a:effectLst/>
                <a:latin typeface="+mj-lt"/>
              </a:rPr>
              <a:t>Elisa Jane Carmichael is a descendant of the Ngugi people from </a:t>
            </a:r>
            <a:r>
              <a:rPr lang="en-AU" sz="1600" b="0" i="0" dirty="0" err="1">
                <a:solidFill>
                  <a:srgbClr val="0D0D0D"/>
                </a:solidFill>
                <a:effectLst/>
                <a:latin typeface="+mj-lt"/>
              </a:rPr>
              <a:t>Quandamooka</a:t>
            </a:r>
            <a:r>
              <a:rPr lang="en-AU" sz="1600" b="0" i="0" dirty="0">
                <a:solidFill>
                  <a:srgbClr val="0D0D0D"/>
                </a:solidFill>
                <a:effectLst/>
                <a:latin typeface="+mj-lt"/>
              </a:rPr>
              <a:t> Country, Moreton Bay, Queensland.</a:t>
            </a:r>
          </a:p>
          <a:p>
            <a:pPr algn="l"/>
            <a:r>
              <a:rPr lang="en-AU" sz="1600" b="0" i="0" dirty="0" err="1">
                <a:solidFill>
                  <a:srgbClr val="0D0D0D"/>
                </a:solidFill>
                <a:effectLst/>
                <a:latin typeface="+mj-lt"/>
              </a:rPr>
              <a:t>Quandamooka</a:t>
            </a:r>
            <a:r>
              <a:rPr lang="en-AU" sz="1600" b="0" i="0" dirty="0">
                <a:solidFill>
                  <a:srgbClr val="0D0D0D"/>
                </a:solidFill>
                <a:effectLst/>
                <a:latin typeface="+mj-lt"/>
              </a:rPr>
              <a:t> People of Moreton Bay: Ngugi, </a:t>
            </a:r>
            <a:r>
              <a:rPr lang="en-AU" sz="1600" b="0" i="0" dirty="0" err="1">
                <a:solidFill>
                  <a:srgbClr val="0D0D0D"/>
                </a:solidFill>
                <a:effectLst/>
                <a:latin typeface="+mj-lt"/>
              </a:rPr>
              <a:t>Nunukul</a:t>
            </a:r>
            <a:r>
              <a:rPr lang="en-AU" sz="1600" b="0" i="0" dirty="0">
                <a:solidFill>
                  <a:srgbClr val="0D0D0D"/>
                </a:solidFill>
                <a:effectLst/>
                <a:latin typeface="+mj-lt"/>
              </a:rPr>
              <a:t>, and </a:t>
            </a:r>
            <a:r>
              <a:rPr lang="en-AU" sz="1600" b="0" i="0" dirty="0" err="1">
                <a:solidFill>
                  <a:srgbClr val="0D0D0D"/>
                </a:solidFill>
                <a:effectLst/>
                <a:latin typeface="+mj-lt"/>
              </a:rPr>
              <a:t>Gorempul</a:t>
            </a:r>
            <a:r>
              <a:rPr lang="en-AU" sz="1600" b="0" i="0" dirty="0">
                <a:solidFill>
                  <a:srgbClr val="0D0D0D"/>
                </a:solidFill>
                <a:effectLst/>
                <a:latin typeface="+mj-lt"/>
              </a:rPr>
              <a:t> clans. </a:t>
            </a:r>
          </a:p>
          <a:p>
            <a:pPr algn="l"/>
            <a:endParaRPr lang="en-AU" sz="1600" dirty="0">
              <a:solidFill>
                <a:srgbClr val="0D0D0D"/>
              </a:solidFill>
              <a:latin typeface="+mj-lt"/>
            </a:endParaRPr>
          </a:p>
          <a:p>
            <a:pPr algn="l"/>
            <a:r>
              <a:rPr lang="en-AU" sz="1600" b="0" i="0" dirty="0" err="1">
                <a:solidFill>
                  <a:srgbClr val="0D0D0D"/>
                </a:solidFill>
                <a:effectLst/>
                <a:latin typeface="+mj-lt"/>
              </a:rPr>
              <a:t>Quandamooka</a:t>
            </a:r>
            <a:r>
              <a:rPr lang="en-AU" sz="1600" b="0" i="0" dirty="0">
                <a:solidFill>
                  <a:srgbClr val="0D0D0D"/>
                </a:solidFill>
                <a:effectLst/>
                <a:latin typeface="+mj-lt"/>
              </a:rPr>
              <a:t> people's care for country from the Brisbane River entrance along the Redlands coastline.</a:t>
            </a:r>
          </a:p>
          <a:p>
            <a:pPr algn="l"/>
            <a:endParaRPr lang="en-AU" sz="1600" dirty="0">
              <a:solidFill>
                <a:srgbClr val="0D0D0D"/>
              </a:solidFill>
              <a:latin typeface="+mj-lt"/>
            </a:endParaRPr>
          </a:p>
          <a:p>
            <a:pPr algn="l"/>
            <a:r>
              <a:rPr lang="en-AU" sz="1600" b="0" i="0" dirty="0">
                <a:solidFill>
                  <a:srgbClr val="0D0D0D"/>
                </a:solidFill>
                <a:effectLst/>
                <a:latin typeface="+mj-lt"/>
              </a:rPr>
              <a:t>Carmichael is sixth-generation descendant of </a:t>
            </a:r>
            <a:r>
              <a:rPr lang="en-AU" sz="1600" b="0" i="0" dirty="0" err="1">
                <a:solidFill>
                  <a:srgbClr val="0D0D0D"/>
                </a:solidFill>
                <a:effectLst/>
                <a:latin typeface="+mj-lt"/>
              </a:rPr>
              <a:t>Junobin</a:t>
            </a:r>
            <a:r>
              <a:rPr lang="en-AU" sz="1600" b="0" i="0" dirty="0">
                <a:solidFill>
                  <a:srgbClr val="0D0D0D"/>
                </a:solidFill>
                <a:effectLst/>
                <a:latin typeface="+mj-lt"/>
              </a:rPr>
              <a:t>, an Apical </a:t>
            </a:r>
            <a:r>
              <a:rPr lang="en-AU" sz="1600" b="0" i="0" dirty="0" err="1">
                <a:solidFill>
                  <a:srgbClr val="0D0D0D"/>
                </a:solidFill>
                <a:effectLst/>
                <a:latin typeface="+mj-lt"/>
              </a:rPr>
              <a:t>Quandamooka</a:t>
            </a:r>
            <a:r>
              <a:rPr lang="en-AU" sz="1600" b="0" i="0" dirty="0">
                <a:solidFill>
                  <a:srgbClr val="0D0D0D"/>
                </a:solidFill>
                <a:effectLst/>
                <a:latin typeface="+mj-lt"/>
              </a:rPr>
              <a:t> ancestor. Her grandmother, Aunty Joan Hendriks, a Senior </a:t>
            </a:r>
            <a:r>
              <a:rPr lang="en-AU" sz="1600" b="0" i="0" dirty="0" err="1">
                <a:solidFill>
                  <a:srgbClr val="0D0D0D"/>
                </a:solidFill>
                <a:effectLst/>
                <a:latin typeface="+mj-lt"/>
              </a:rPr>
              <a:t>Quandamooka</a:t>
            </a:r>
            <a:r>
              <a:rPr lang="en-AU" sz="1600" b="0" i="0" dirty="0">
                <a:solidFill>
                  <a:srgbClr val="0D0D0D"/>
                </a:solidFill>
                <a:effectLst/>
                <a:latin typeface="+mj-lt"/>
              </a:rPr>
              <a:t> Elder,  </a:t>
            </a:r>
            <a:r>
              <a:rPr lang="en-AU" sz="1600" dirty="0">
                <a:solidFill>
                  <a:srgbClr val="0D0D0D"/>
                </a:solidFill>
                <a:latin typeface="+mj-lt"/>
              </a:rPr>
              <a:t>is regarded as one of Australia’s most respected Elders – for Carmichael family is the most important part of her life. </a:t>
            </a:r>
            <a:endParaRPr lang="en-AU" sz="1600" b="0" i="0" dirty="0">
              <a:solidFill>
                <a:srgbClr val="0D0D0D"/>
              </a:solidFill>
              <a:effectLst/>
              <a:latin typeface="+mj-lt"/>
            </a:endParaRPr>
          </a:p>
          <a:p>
            <a:pPr algn="l"/>
            <a:endParaRPr lang="en-US" sz="1600" b="1" dirty="0"/>
          </a:p>
        </p:txBody>
      </p:sp>
      <p:pic>
        <p:nvPicPr>
          <p:cNvPr id="8" name="Picture 7">
            <a:extLst>
              <a:ext uri="{FF2B5EF4-FFF2-40B4-BE49-F238E27FC236}">
                <a16:creationId xmlns:a16="http://schemas.microsoft.com/office/drawing/2014/main" id="{A091BA2C-DA20-2A95-3051-8C68DB0C5907}"/>
              </a:ext>
            </a:extLst>
          </p:cNvPr>
          <p:cNvPicPr>
            <a:picLocks noChangeAspect="1"/>
          </p:cNvPicPr>
          <p:nvPr/>
        </p:nvPicPr>
        <p:blipFill>
          <a:blip r:embed="rId2"/>
          <a:stretch>
            <a:fillRect/>
          </a:stretch>
        </p:blipFill>
        <p:spPr>
          <a:xfrm>
            <a:off x="458416" y="154007"/>
            <a:ext cx="3183467" cy="6507380"/>
          </a:xfrm>
          <a:prstGeom prst="rect">
            <a:avLst/>
          </a:prstGeom>
        </p:spPr>
      </p:pic>
      <p:sp>
        <p:nvSpPr>
          <p:cNvPr id="9" name="Oval 8">
            <a:extLst>
              <a:ext uri="{FF2B5EF4-FFF2-40B4-BE49-F238E27FC236}">
                <a16:creationId xmlns:a16="http://schemas.microsoft.com/office/drawing/2014/main" id="{2FAD0779-DBE8-A48B-F85A-E7D5188F8E76}"/>
              </a:ext>
            </a:extLst>
          </p:cNvPr>
          <p:cNvSpPr/>
          <p:nvPr/>
        </p:nvSpPr>
        <p:spPr>
          <a:xfrm>
            <a:off x="7765031" y="2832491"/>
            <a:ext cx="4090500" cy="3997638"/>
          </a:xfrm>
          <a:prstGeom prst="ellipse">
            <a:avLst/>
          </a:prstGeom>
          <a:solidFill>
            <a:srgbClr val="6EB8C5"/>
          </a:solidFill>
          <a:ln>
            <a:solidFill>
              <a:srgbClr val="6EB8C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b="1" i="1" dirty="0"/>
              <a:t>Mother Earth is the dwelling place of Creator Spirit and the water that flows through the veins of Mother Earth is our very life blood. We do not own the land, we are the custodians of the land, sand and waters of </a:t>
            </a:r>
            <a:r>
              <a:rPr lang="en-US" sz="1600" b="1" i="1" dirty="0" err="1"/>
              <a:t>Quandamooka</a:t>
            </a:r>
            <a:r>
              <a:rPr lang="en-US" sz="1600" b="1" i="1" dirty="0"/>
              <a:t> Country.</a:t>
            </a:r>
          </a:p>
          <a:p>
            <a:endParaRPr lang="en-US" sz="1600" b="1" i="1" dirty="0"/>
          </a:p>
          <a:p>
            <a:r>
              <a:rPr lang="en-US" sz="1600" dirty="0"/>
              <a:t> – Aunty Joan Hendriks, Senior </a:t>
            </a:r>
            <a:r>
              <a:rPr lang="en-US" sz="1600" dirty="0" err="1"/>
              <a:t>Quandamooka</a:t>
            </a:r>
            <a:r>
              <a:rPr lang="en-US" sz="1600" dirty="0"/>
              <a:t> Elder</a:t>
            </a:r>
            <a:endParaRPr lang="en-AU" sz="1600" dirty="0"/>
          </a:p>
        </p:txBody>
      </p:sp>
      <p:pic>
        <p:nvPicPr>
          <p:cNvPr id="10" name="Picture 2" descr="Elisa Jane Carmichael - 2017 - Ainslie+Gorman">
            <a:extLst>
              <a:ext uri="{FF2B5EF4-FFF2-40B4-BE49-F238E27FC236}">
                <a16:creationId xmlns:a16="http://schemas.microsoft.com/office/drawing/2014/main" id="{ABC1B772-D9DC-97AD-2DDA-CEE5D2D23F6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0370" r="18148"/>
          <a:stretch/>
        </p:blipFill>
        <p:spPr bwMode="auto">
          <a:xfrm>
            <a:off x="8550119" y="154007"/>
            <a:ext cx="3382734" cy="3003195"/>
          </a:xfrm>
          <a:prstGeom prst="round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823610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BFD2DDB-3AFC-4BA4-DE6A-BD54DE35FD49}"/>
              </a:ext>
            </a:extLst>
          </p:cNvPr>
          <p:cNvSpPr txBox="1"/>
          <p:nvPr/>
        </p:nvSpPr>
        <p:spPr>
          <a:xfrm>
            <a:off x="224033" y="183866"/>
            <a:ext cx="6854100" cy="408623"/>
          </a:xfrm>
          <a:prstGeom prst="roundRect">
            <a:avLst/>
          </a:prstGeom>
          <a:solidFill>
            <a:srgbClr val="7FCBDD"/>
          </a:solidFill>
          <a:ln w="12700">
            <a:solidFill>
              <a:schemeClr val="tx1"/>
            </a:solidFill>
          </a:ln>
        </p:spPr>
        <p:txBody>
          <a:bodyPr wrap="square" rtlCol="0">
            <a:spAutoFit/>
          </a:bodyPr>
          <a:lstStyle/>
          <a:p>
            <a:r>
              <a:rPr lang="en-US" b="1" i="1" dirty="0"/>
              <a:t>Summary of Elisa Jane Carmichael’s and her artistic practice </a:t>
            </a:r>
            <a:endParaRPr lang="en-AU" b="1" i="1" dirty="0"/>
          </a:p>
        </p:txBody>
      </p:sp>
      <p:sp>
        <p:nvSpPr>
          <p:cNvPr id="3" name="TextBox 2">
            <a:extLst>
              <a:ext uri="{FF2B5EF4-FFF2-40B4-BE49-F238E27FC236}">
                <a16:creationId xmlns:a16="http://schemas.microsoft.com/office/drawing/2014/main" id="{BE9AAE3D-292A-068B-083D-AC6EED585025}"/>
              </a:ext>
            </a:extLst>
          </p:cNvPr>
          <p:cNvSpPr txBox="1"/>
          <p:nvPr/>
        </p:nvSpPr>
        <p:spPr>
          <a:xfrm>
            <a:off x="300584" y="1524030"/>
            <a:ext cx="2249832" cy="3809940"/>
          </a:xfrm>
          <a:prstGeom prst="roundRect">
            <a:avLst/>
          </a:prstGeom>
          <a:solidFill>
            <a:srgbClr val="DCC9B2"/>
          </a:solidFill>
          <a:ln w="12700">
            <a:solidFill>
              <a:schemeClr val="tx1"/>
            </a:solidFill>
          </a:ln>
        </p:spPr>
        <p:txBody>
          <a:bodyPr wrap="square" rtlCol="0">
            <a:spAutoFit/>
          </a:bodyPr>
          <a:lstStyle/>
          <a:p>
            <a:pPr algn="l"/>
            <a:r>
              <a:rPr lang="en-US" b="1" i="0" dirty="0">
                <a:solidFill>
                  <a:srgbClr val="0D0D0D"/>
                </a:solidFill>
                <a:effectLst/>
                <a:latin typeface="+mj-lt"/>
              </a:rPr>
              <a:t>Artistic Expression and Symbolism</a:t>
            </a:r>
            <a:endParaRPr lang="en-US" dirty="0">
              <a:solidFill>
                <a:srgbClr val="0D0D0D"/>
              </a:solidFill>
              <a:latin typeface="+mj-lt"/>
            </a:endParaRPr>
          </a:p>
          <a:p>
            <a:pPr algn="l"/>
            <a:endParaRPr lang="en-US" b="0" i="0" dirty="0">
              <a:solidFill>
                <a:srgbClr val="0D0D0D"/>
              </a:solidFill>
              <a:effectLst/>
              <a:latin typeface="+mj-lt"/>
            </a:endParaRPr>
          </a:p>
          <a:p>
            <a:pPr algn="l"/>
            <a:r>
              <a:rPr lang="en-US" b="0" i="0" dirty="0">
                <a:solidFill>
                  <a:srgbClr val="0D0D0D"/>
                </a:solidFill>
                <a:effectLst/>
                <a:latin typeface="+mj-lt"/>
              </a:rPr>
              <a:t>- Use of signs and symbols from Ngugi heritage.</a:t>
            </a:r>
          </a:p>
          <a:p>
            <a:pPr algn="l"/>
            <a:endParaRPr lang="en-US" b="0" i="0" dirty="0">
              <a:solidFill>
                <a:srgbClr val="0D0D0D"/>
              </a:solidFill>
              <a:effectLst/>
              <a:latin typeface="+mj-lt"/>
            </a:endParaRPr>
          </a:p>
          <a:p>
            <a:pPr algn="l"/>
            <a:r>
              <a:rPr lang="en-US" dirty="0">
                <a:solidFill>
                  <a:srgbClr val="0D0D0D"/>
                </a:solidFill>
                <a:latin typeface="+mj-lt"/>
              </a:rPr>
              <a:t>- </a:t>
            </a:r>
            <a:r>
              <a:rPr lang="en-US" b="0" i="0" dirty="0">
                <a:solidFill>
                  <a:srgbClr val="0D0D0D"/>
                </a:solidFill>
                <a:effectLst/>
                <a:latin typeface="+mj-lt"/>
              </a:rPr>
              <a:t>Passion for nurturing and preserving connection to sand and sea.</a:t>
            </a:r>
          </a:p>
          <a:p>
            <a:pPr algn="l"/>
            <a:endParaRPr lang="en-US" sz="1200" b="0" dirty="0">
              <a:effectLst/>
              <a:latin typeface="+mj-lt"/>
            </a:endParaRPr>
          </a:p>
        </p:txBody>
      </p:sp>
      <p:sp>
        <p:nvSpPr>
          <p:cNvPr id="5" name="TextBox 4">
            <a:extLst>
              <a:ext uri="{FF2B5EF4-FFF2-40B4-BE49-F238E27FC236}">
                <a16:creationId xmlns:a16="http://schemas.microsoft.com/office/drawing/2014/main" id="{2CFA9E9C-E61E-D05E-F2C4-8B6675EC4CAE}"/>
              </a:ext>
            </a:extLst>
          </p:cNvPr>
          <p:cNvSpPr txBox="1"/>
          <p:nvPr/>
        </p:nvSpPr>
        <p:spPr>
          <a:xfrm>
            <a:off x="2863730" y="1018659"/>
            <a:ext cx="2478784" cy="5227082"/>
          </a:xfrm>
          <a:prstGeom prst="roundRect">
            <a:avLst/>
          </a:prstGeom>
          <a:solidFill>
            <a:srgbClr val="DCC9B2"/>
          </a:solidFill>
          <a:ln w="12700">
            <a:solidFill>
              <a:schemeClr val="tx1"/>
            </a:solidFill>
          </a:ln>
        </p:spPr>
        <p:txBody>
          <a:bodyPr wrap="square" rtlCol="0">
            <a:spAutoFit/>
          </a:bodyPr>
          <a:lstStyle/>
          <a:p>
            <a:pPr algn="l"/>
            <a:r>
              <a:rPr lang="en-US" b="1" i="0" dirty="0">
                <a:solidFill>
                  <a:srgbClr val="0D0D0D"/>
                </a:solidFill>
                <a:effectLst/>
                <a:latin typeface="+mj-lt"/>
              </a:rPr>
              <a:t>Weaving and Traditional Practices</a:t>
            </a:r>
            <a:endParaRPr lang="en-US" dirty="0">
              <a:solidFill>
                <a:srgbClr val="0D0D0D"/>
              </a:solidFill>
              <a:latin typeface="+mj-lt"/>
            </a:endParaRPr>
          </a:p>
          <a:p>
            <a:pPr algn="l"/>
            <a:endParaRPr lang="en-US" b="0" i="0" dirty="0">
              <a:solidFill>
                <a:srgbClr val="0D0D0D"/>
              </a:solidFill>
              <a:effectLst/>
              <a:latin typeface="+mj-lt"/>
            </a:endParaRPr>
          </a:p>
          <a:p>
            <a:pPr algn="l"/>
            <a:r>
              <a:rPr lang="en-US" b="0" i="0" dirty="0">
                <a:solidFill>
                  <a:srgbClr val="0D0D0D"/>
                </a:solidFill>
                <a:effectLst/>
                <a:latin typeface="+mj-lt"/>
              </a:rPr>
              <a:t>- Exploration of traditional weaving practices, focusing on looping, knotting, coiling, and twining.</a:t>
            </a:r>
          </a:p>
          <a:p>
            <a:pPr marL="285750" indent="-285750" algn="l">
              <a:buFont typeface="Arial" panose="020B0604020202020204" pitchFamily="34" charset="0"/>
              <a:buChar char="•"/>
            </a:pPr>
            <a:endParaRPr lang="en-US" dirty="0">
              <a:solidFill>
                <a:srgbClr val="0D0D0D"/>
              </a:solidFill>
              <a:latin typeface="+mj-lt"/>
            </a:endParaRPr>
          </a:p>
          <a:p>
            <a:pPr marL="285750" indent="-285750" algn="l">
              <a:buFont typeface="Arial" panose="020B0604020202020204" pitchFamily="34" charset="0"/>
              <a:buChar char="•"/>
            </a:pPr>
            <a:endParaRPr lang="en-US" dirty="0">
              <a:solidFill>
                <a:srgbClr val="0D0D0D"/>
              </a:solidFill>
              <a:latin typeface="+mj-lt"/>
            </a:endParaRPr>
          </a:p>
          <a:p>
            <a:pPr algn="l"/>
            <a:endParaRPr lang="en-US" dirty="0">
              <a:solidFill>
                <a:srgbClr val="0D0D0D"/>
              </a:solidFill>
              <a:latin typeface="+mj-lt"/>
            </a:endParaRPr>
          </a:p>
          <a:p>
            <a:pPr marL="285750" indent="-285750" algn="l">
              <a:buFont typeface="Arial" panose="020B0604020202020204" pitchFamily="34" charset="0"/>
              <a:buChar char="•"/>
            </a:pPr>
            <a:endParaRPr lang="en-US" b="0" i="0" dirty="0">
              <a:solidFill>
                <a:srgbClr val="0D0D0D"/>
              </a:solidFill>
              <a:effectLst/>
              <a:latin typeface="+mj-lt"/>
            </a:endParaRPr>
          </a:p>
          <a:p>
            <a:pPr algn="l"/>
            <a:endParaRPr lang="en-US" dirty="0">
              <a:solidFill>
                <a:srgbClr val="0D0D0D"/>
              </a:solidFill>
              <a:latin typeface="+mj-lt"/>
            </a:endParaRPr>
          </a:p>
          <a:p>
            <a:pPr algn="l"/>
            <a:endParaRPr lang="en-US" b="0" i="0" dirty="0">
              <a:solidFill>
                <a:srgbClr val="0D0D0D"/>
              </a:solidFill>
              <a:effectLst/>
              <a:latin typeface="+mj-lt"/>
            </a:endParaRPr>
          </a:p>
          <a:p>
            <a:pPr algn="l"/>
            <a:endParaRPr lang="en-US" dirty="0">
              <a:solidFill>
                <a:srgbClr val="0D0D0D"/>
              </a:solidFill>
              <a:latin typeface="+mj-lt"/>
            </a:endParaRPr>
          </a:p>
          <a:p>
            <a:pPr algn="l"/>
            <a:endParaRPr lang="en-US" b="0" i="0" dirty="0">
              <a:solidFill>
                <a:srgbClr val="0D0D0D"/>
              </a:solidFill>
              <a:effectLst/>
              <a:latin typeface="+mj-lt"/>
            </a:endParaRPr>
          </a:p>
          <a:p>
            <a:pPr algn="l"/>
            <a:endParaRPr lang="en-US" b="0" i="0" dirty="0">
              <a:solidFill>
                <a:srgbClr val="0D0D0D"/>
              </a:solidFill>
              <a:effectLst/>
              <a:latin typeface="+mj-lt"/>
            </a:endParaRPr>
          </a:p>
          <a:p>
            <a:pPr algn="l"/>
            <a:endParaRPr lang="en-US" sz="1200" b="0" dirty="0">
              <a:effectLst/>
              <a:latin typeface="+mj-lt"/>
            </a:endParaRPr>
          </a:p>
        </p:txBody>
      </p:sp>
      <p:pic>
        <p:nvPicPr>
          <p:cNvPr id="7" name="Picture 6">
            <a:extLst>
              <a:ext uri="{FF2B5EF4-FFF2-40B4-BE49-F238E27FC236}">
                <a16:creationId xmlns:a16="http://schemas.microsoft.com/office/drawing/2014/main" id="{20608EEB-47A4-7CA5-7DC0-826EB0B9AFC4}"/>
              </a:ext>
            </a:extLst>
          </p:cNvPr>
          <p:cNvPicPr>
            <a:picLocks noChangeAspect="1"/>
          </p:cNvPicPr>
          <p:nvPr/>
        </p:nvPicPr>
        <p:blipFill>
          <a:blip r:embed="rId2"/>
          <a:stretch>
            <a:fillRect/>
          </a:stretch>
        </p:blipFill>
        <p:spPr>
          <a:xfrm>
            <a:off x="3160015" y="3632200"/>
            <a:ext cx="1886213" cy="2248214"/>
          </a:xfrm>
          <a:prstGeom prst="rect">
            <a:avLst/>
          </a:prstGeom>
        </p:spPr>
      </p:pic>
      <p:sp>
        <p:nvSpPr>
          <p:cNvPr id="8" name="TextBox 7">
            <a:extLst>
              <a:ext uri="{FF2B5EF4-FFF2-40B4-BE49-F238E27FC236}">
                <a16:creationId xmlns:a16="http://schemas.microsoft.com/office/drawing/2014/main" id="{CCCD0A1D-192D-4E3A-A7B8-4C34F23C3D76}"/>
              </a:ext>
            </a:extLst>
          </p:cNvPr>
          <p:cNvSpPr txBox="1"/>
          <p:nvPr/>
        </p:nvSpPr>
        <p:spPr>
          <a:xfrm>
            <a:off x="5704727" y="1059987"/>
            <a:ext cx="3058322" cy="5079921"/>
          </a:xfrm>
          <a:prstGeom prst="roundRect">
            <a:avLst/>
          </a:prstGeom>
          <a:solidFill>
            <a:srgbClr val="DCC9B2"/>
          </a:solidFill>
          <a:ln w="12700">
            <a:solidFill>
              <a:schemeClr val="tx1"/>
            </a:solidFill>
          </a:ln>
        </p:spPr>
        <p:txBody>
          <a:bodyPr wrap="square" rtlCol="0">
            <a:spAutoFit/>
          </a:bodyPr>
          <a:lstStyle/>
          <a:p>
            <a:pPr algn="l"/>
            <a:r>
              <a:rPr lang="en-US" b="1" i="0" dirty="0">
                <a:solidFill>
                  <a:srgbClr val="0D0D0D"/>
                </a:solidFill>
                <a:effectLst/>
                <a:latin typeface="+mj-lt"/>
              </a:rPr>
              <a:t>Contemporary Artwork and Fashion</a:t>
            </a:r>
            <a:endParaRPr lang="en-US" dirty="0">
              <a:solidFill>
                <a:srgbClr val="0D0D0D"/>
              </a:solidFill>
              <a:latin typeface="+mj-lt"/>
            </a:endParaRPr>
          </a:p>
          <a:p>
            <a:pPr algn="l"/>
            <a:endParaRPr lang="en-US" dirty="0">
              <a:solidFill>
                <a:srgbClr val="0D0D0D"/>
              </a:solidFill>
              <a:latin typeface="+mj-lt"/>
            </a:endParaRPr>
          </a:p>
          <a:p>
            <a:pPr algn="l"/>
            <a:r>
              <a:rPr lang="en-US" b="0" i="0" dirty="0">
                <a:solidFill>
                  <a:srgbClr val="0D0D0D"/>
                </a:solidFill>
                <a:effectLst/>
                <a:latin typeface="+mj-lt"/>
              </a:rPr>
              <a:t>- Regeneration of weaving practices into contemporary artwork and fashion.</a:t>
            </a:r>
          </a:p>
          <a:p>
            <a:pPr marL="285750" indent="-285750" algn="l">
              <a:buFont typeface="Arial" panose="020B0604020202020204" pitchFamily="34" charset="0"/>
              <a:buChar char="•"/>
            </a:pPr>
            <a:endParaRPr lang="en-US" dirty="0">
              <a:solidFill>
                <a:srgbClr val="0D0D0D"/>
              </a:solidFill>
              <a:latin typeface="+mj-lt"/>
            </a:endParaRPr>
          </a:p>
          <a:p>
            <a:pPr algn="l"/>
            <a:r>
              <a:rPr lang="en-US" b="0" i="0" dirty="0">
                <a:solidFill>
                  <a:srgbClr val="0D0D0D"/>
                </a:solidFill>
                <a:effectLst/>
                <a:latin typeface="+mj-lt"/>
              </a:rPr>
              <a:t>- Use of traditional and non-traditional materials to revive traditional forms.</a:t>
            </a:r>
          </a:p>
          <a:p>
            <a:pPr marL="285750" indent="-285750" algn="l">
              <a:buFont typeface="Arial" panose="020B0604020202020204" pitchFamily="34" charset="0"/>
              <a:buChar char="•"/>
            </a:pPr>
            <a:endParaRPr lang="en-US" dirty="0">
              <a:solidFill>
                <a:srgbClr val="0D0D0D"/>
              </a:solidFill>
              <a:latin typeface="+mj-lt"/>
            </a:endParaRPr>
          </a:p>
          <a:p>
            <a:pPr algn="l"/>
            <a:r>
              <a:rPr lang="en-US" b="0" i="0" dirty="0">
                <a:solidFill>
                  <a:srgbClr val="0D0D0D"/>
                </a:solidFill>
                <a:effectLst/>
                <a:latin typeface="+mj-lt"/>
              </a:rPr>
              <a:t>- Example: </a:t>
            </a:r>
            <a:r>
              <a:rPr lang="en-US" b="1" i="1" dirty="0">
                <a:solidFill>
                  <a:srgbClr val="0D0D0D"/>
                </a:solidFill>
                <a:effectLst/>
                <a:latin typeface="+mj-lt"/>
              </a:rPr>
              <a:t>"Carrying Home (Saltwater)" </a:t>
            </a:r>
            <a:r>
              <a:rPr lang="en-US" b="0" i="0" dirty="0">
                <a:solidFill>
                  <a:srgbClr val="0D0D0D"/>
                </a:solidFill>
                <a:effectLst/>
                <a:latin typeface="+mj-lt"/>
              </a:rPr>
              <a:t>as a blend of traditional weaving techniques and contemporary dress.</a:t>
            </a:r>
            <a:endParaRPr lang="en-US" sz="1200" b="0" dirty="0">
              <a:effectLst/>
              <a:latin typeface="+mj-lt"/>
            </a:endParaRPr>
          </a:p>
        </p:txBody>
      </p:sp>
      <p:pic>
        <p:nvPicPr>
          <p:cNvPr id="10" name="Picture 9">
            <a:extLst>
              <a:ext uri="{FF2B5EF4-FFF2-40B4-BE49-F238E27FC236}">
                <a16:creationId xmlns:a16="http://schemas.microsoft.com/office/drawing/2014/main" id="{FCCF93AC-96C2-490A-CEE0-2840D6CB8F39}"/>
              </a:ext>
            </a:extLst>
          </p:cNvPr>
          <p:cNvPicPr>
            <a:picLocks noChangeAspect="1"/>
          </p:cNvPicPr>
          <p:nvPr/>
        </p:nvPicPr>
        <p:blipFill rotWithShape="1">
          <a:blip r:embed="rId3"/>
          <a:srcRect t="1955" b="-1"/>
          <a:stretch/>
        </p:blipFill>
        <p:spPr>
          <a:xfrm>
            <a:off x="9059335" y="2831936"/>
            <a:ext cx="3002636" cy="3848742"/>
          </a:xfrm>
          <a:prstGeom prst="roundRect">
            <a:avLst/>
          </a:prstGeom>
        </p:spPr>
      </p:pic>
      <p:cxnSp>
        <p:nvCxnSpPr>
          <p:cNvPr id="12" name="Straight Arrow Connector 11">
            <a:extLst>
              <a:ext uri="{FF2B5EF4-FFF2-40B4-BE49-F238E27FC236}">
                <a16:creationId xmlns:a16="http://schemas.microsoft.com/office/drawing/2014/main" id="{28ED78F2-AA7A-9FCD-786F-36463AAAB480}"/>
              </a:ext>
            </a:extLst>
          </p:cNvPr>
          <p:cNvCxnSpPr/>
          <p:nvPr/>
        </p:nvCxnSpPr>
        <p:spPr>
          <a:xfrm flipV="1">
            <a:off x="8348133" y="4470400"/>
            <a:ext cx="980137" cy="285907"/>
          </a:xfrm>
          <a:prstGeom prst="straightConnector1">
            <a:avLst/>
          </a:prstGeom>
          <a:ln w="57150">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9401913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3F18170-A18F-8EA7-011F-B629ACC0D388}"/>
              </a:ext>
            </a:extLst>
          </p:cNvPr>
          <p:cNvSpPr txBox="1"/>
          <p:nvPr/>
        </p:nvSpPr>
        <p:spPr>
          <a:xfrm>
            <a:off x="656185" y="1084421"/>
            <a:ext cx="2764350" cy="4689158"/>
          </a:xfrm>
          <a:prstGeom prst="roundRect">
            <a:avLst/>
          </a:prstGeom>
          <a:solidFill>
            <a:srgbClr val="DCC9B2"/>
          </a:solidFill>
          <a:ln w="12700">
            <a:solidFill>
              <a:schemeClr val="tx1"/>
            </a:solidFill>
          </a:ln>
        </p:spPr>
        <p:txBody>
          <a:bodyPr wrap="square" rtlCol="0">
            <a:spAutoFit/>
          </a:bodyPr>
          <a:lstStyle/>
          <a:p>
            <a:pPr algn="l"/>
            <a:r>
              <a:rPr lang="en-US" b="1" i="0" dirty="0">
                <a:solidFill>
                  <a:srgbClr val="0D0D0D"/>
                </a:solidFill>
                <a:effectLst/>
                <a:latin typeface="+mj-lt"/>
              </a:rPr>
              <a:t>Environmental Inspiration and Identity</a:t>
            </a:r>
            <a:endParaRPr lang="en-US" dirty="0">
              <a:solidFill>
                <a:srgbClr val="0D0D0D"/>
              </a:solidFill>
              <a:latin typeface="+mj-lt"/>
            </a:endParaRPr>
          </a:p>
          <a:p>
            <a:pPr algn="l"/>
            <a:endParaRPr lang="en-US" b="0" i="0" dirty="0">
              <a:solidFill>
                <a:srgbClr val="0D0D0D"/>
              </a:solidFill>
              <a:effectLst/>
              <a:latin typeface="+mj-lt"/>
            </a:endParaRPr>
          </a:p>
          <a:p>
            <a:pPr algn="l"/>
            <a:r>
              <a:rPr lang="en-US" dirty="0">
                <a:solidFill>
                  <a:srgbClr val="0D0D0D"/>
                </a:solidFill>
                <a:latin typeface="+mj-lt"/>
              </a:rPr>
              <a:t>- </a:t>
            </a:r>
            <a:r>
              <a:rPr lang="en-US" b="0" i="0" dirty="0">
                <a:solidFill>
                  <a:srgbClr val="0D0D0D"/>
                </a:solidFill>
                <a:effectLst/>
                <a:latin typeface="+mj-lt"/>
              </a:rPr>
              <a:t>Inspiration drawn from surrounding environments and cultural identity.</a:t>
            </a:r>
          </a:p>
          <a:p>
            <a:pPr algn="l"/>
            <a:endParaRPr lang="en-US" dirty="0">
              <a:solidFill>
                <a:srgbClr val="0D0D0D"/>
              </a:solidFill>
              <a:latin typeface="+mj-lt"/>
            </a:endParaRPr>
          </a:p>
          <a:p>
            <a:pPr algn="l"/>
            <a:r>
              <a:rPr lang="en-US" b="0" i="0" dirty="0">
                <a:solidFill>
                  <a:srgbClr val="0D0D0D"/>
                </a:solidFill>
                <a:effectLst/>
                <a:latin typeface="+mj-lt"/>
              </a:rPr>
              <a:t>- Unconscious embedding of signs and symbols in artwork.</a:t>
            </a:r>
          </a:p>
          <a:p>
            <a:pPr algn="l"/>
            <a:endParaRPr lang="en-US" dirty="0">
              <a:solidFill>
                <a:srgbClr val="0D0D0D"/>
              </a:solidFill>
              <a:latin typeface="+mj-lt"/>
            </a:endParaRPr>
          </a:p>
          <a:p>
            <a:pPr algn="l"/>
            <a:r>
              <a:rPr lang="en-US" b="0" i="0" dirty="0">
                <a:solidFill>
                  <a:srgbClr val="0D0D0D"/>
                </a:solidFill>
                <a:effectLst/>
                <a:latin typeface="+mj-lt"/>
              </a:rPr>
              <a:t>- Aesthetics reflecting observations of nature and cultural stories.</a:t>
            </a:r>
          </a:p>
          <a:p>
            <a:pPr algn="l"/>
            <a:endParaRPr lang="en-US" sz="1200" b="0" dirty="0">
              <a:effectLst/>
              <a:latin typeface="+mj-lt"/>
            </a:endParaRPr>
          </a:p>
        </p:txBody>
      </p:sp>
      <p:sp>
        <p:nvSpPr>
          <p:cNvPr id="3" name="TextBox 2">
            <a:extLst>
              <a:ext uri="{FF2B5EF4-FFF2-40B4-BE49-F238E27FC236}">
                <a16:creationId xmlns:a16="http://schemas.microsoft.com/office/drawing/2014/main" id="{51455545-9E44-F889-8779-1306C2D73F69}"/>
              </a:ext>
            </a:extLst>
          </p:cNvPr>
          <p:cNvSpPr txBox="1"/>
          <p:nvPr/>
        </p:nvSpPr>
        <p:spPr>
          <a:xfrm>
            <a:off x="8771464" y="955424"/>
            <a:ext cx="3048003" cy="4689158"/>
          </a:xfrm>
          <a:prstGeom prst="roundRect">
            <a:avLst/>
          </a:prstGeom>
          <a:solidFill>
            <a:srgbClr val="DCC9B2"/>
          </a:solidFill>
          <a:ln w="12700">
            <a:solidFill>
              <a:schemeClr val="tx1"/>
            </a:solidFill>
          </a:ln>
        </p:spPr>
        <p:txBody>
          <a:bodyPr wrap="square" rtlCol="0">
            <a:spAutoFit/>
          </a:bodyPr>
          <a:lstStyle/>
          <a:p>
            <a:pPr algn="l"/>
            <a:r>
              <a:rPr lang="en-US" b="1" i="0" dirty="0">
                <a:solidFill>
                  <a:srgbClr val="0D0D0D"/>
                </a:solidFill>
                <a:effectLst/>
                <a:latin typeface="+mj-lt"/>
              </a:rPr>
              <a:t>Artistic Techniques and Symbolism</a:t>
            </a:r>
          </a:p>
          <a:p>
            <a:pPr algn="l"/>
            <a:endParaRPr lang="en-US" dirty="0">
              <a:solidFill>
                <a:srgbClr val="0D0D0D"/>
              </a:solidFill>
              <a:latin typeface="+mj-lt"/>
            </a:endParaRPr>
          </a:p>
          <a:p>
            <a:pPr algn="l"/>
            <a:r>
              <a:rPr lang="en-US" b="0" i="0" dirty="0">
                <a:solidFill>
                  <a:srgbClr val="0D0D0D"/>
                </a:solidFill>
                <a:effectLst/>
                <a:latin typeface="+mj-lt"/>
              </a:rPr>
              <a:t>- Absence of straight lines in artworks, mimicking wave movements.</a:t>
            </a:r>
          </a:p>
          <a:p>
            <a:pPr algn="l"/>
            <a:endParaRPr lang="en-US" dirty="0">
              <a:solidFill>
                <a:srgbClr val="0D0D0D"/>
              </a:solidFill>
              <a:latin typeface="+mj-lt"/>
            </a:endParaRPr>
          </a:p>
          <a:p>
            <a:pPr algn="l"/>
            <a:r>
              <a:rPr lang="en-US" b="0" i="0" dirty="0">
                <a:solidFill>
                  <a:srgbClr val="0D0D0D"/>
                </a:solidFill>
                <a:effectLst/>
                <a:latin typeface="+mj-lt"/>
              </a:rPr>
              <a:t>-Symbolism of shells in "Home (Desert)" identifying Carmichael as a Saltwater woman.</a:t>
            </a:r>
          </a:p>
          <a:p>
            <a:pPr algn="l"/>
            <a:endParaRPr lang="en-US" dirty="0">
              <a:solidFill>
                <a:srgbClr val="0D0D0D"/>
              </a:solidFill>
              <a:latin typeface="+mj-lt"/>
            </a:endParaRPr>
          </a:p>
          <a:p>
            <a:pPr algn="l"/>
            <a:r>
              <a:rPr lang="en-US" b="0" i="0" dirty="0">
                <a:solidFill>
                  <a:srgbClr val="0D0D0D"/>
                </a:solidFill>
                <a:effectLst/>
                <a:latin typeface="+mj-lt"/>
              </a:rPr>
              <a:t>-Use of shells to stay connected to </a:t>
            </a:r>
            <a:r>
              <a:rPr lang="en-US" b="0" i="0" dirty="0" err="1">
                <a:solidFill>
                  <a:srgbClr val="0D0D0D"/>
                </a:solidFill>
                <a:effectLst/>
                <a:latin typeface="+mj-lt"/>
              </a:rPr>
              <a:t>Minjerribah</a:t>
            </a:r>
            <a:r>
              <a:rPr lang="en-US" b="0" i="0" dirty="0">
                <a:solidFill>
                  <a:srgbClr val="0D0D0D"/>
                </a:solidFill>
                <a:effectLst/>
                <a:latin typeface="+mj-lt"/>
              </a:rPr>
              <a:t> during a residency.</a:t>
            </a:r>
          </a:p>
          <a:p>
            <a:pPr algn="l"/>
            <a:endParaRPr lang="en-US" sz="1200" b="0" dirty="0">
              <a:effectLst/>
              <a:latin typeface="+mj-lt"/>
            </a:endParaRPr>
          </a:p>
        </p:txBody>
      </p:sp>
      <p:pic>
        <p:nvPicPr>
          <p:cNvPr id="5" name="Picture 4">
            <a:extLst>
              <a:ext uri="{FF2B5EF4-FFF2-40B4-BE49-F238E27FC236}">
                <a16:creationId xmlns:a16="http://schemas.microsoft.com/office/drawing/2014/main" id="{6D99BCF6-BE17-22B6-B195-18A3C853CA2F}"/>
              </a:ext>
            </a:extLst>
          </p:cNvPr>
          <p:cNvPicPr>
            <a:picLocks noChangeAspect="1"/>
          </p:cNvPicPr>
          <p:nvPr/>
        </p:nvPicPr>
        <p:blipFill>
          <a:blip r:embed="rId2"/>
          <a:stretch>
            <a:fillRect/>
          </a:stretch>
        </p:blipFill>
        <p:spPr>
          <a:xfrm>
            <a:off x="4116015" y="474347"/>
            <a:ext cx="3959969" cy="5909305"/>
          </a:xfrm>
          <a:prstGeom prst="roundRect">
            <a:avLst/>
          </a:prstGeom>
        </p:spPr>
      </p:pic>
      <p:cxnSp>
        <p:nvCxnSpPr>
          <p:cNvPr id="6" name="Straight Arrow Connector 5">
            <a:extLst>
              <a:ext uri="{FF2B5EF4-FFF2-40B4-BE49-F238E27FC236}">
                <a16:creationId xmlns:a16="http://schemas.microsoft.com/office/drawing/2014/main" id="{DE67BDA6-3E67-9CFB-146E-720762FEDA86}"/>
              </a:ext>
            </a:extLst>
          </p:cNvPr>
          <p:cNvCxnSpPr>
            <a:cxnSpLocks/>
          </p:cNvCxnSpPr>
          <p:nvPr/>
        </p:nvCxnSpPr>
        <p:spPr>
          <a:xfrm flipH="1" flipV="1">
            <a:off x="7569200" y="3300003"/>
            <a:ext cx="1285715" cy="322749"/>
          </a:xfrm>
          <a:prstGeom prst="straightConnector1">
            <a:avLst/>
          </a:prstGeom>
          <a:ln w="57150">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5316421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1BD5E1C-F928-BF8D-9636-3DAA0E343F7D}"/>
              </a:ext>
            </a:extLst>
          </p:cNvPr>
          <p:cNvSpPr txBox="1"/>
          <p:nvPr/>
        </p:nvSpPr>
        <p:spPr>
          <a:xfrm>
            <a:off x="4441561" y="476666"/>
            <a:ext cx="3308877" cy="5904667"/>
          </a:xfrm>
          <a:prstGeom prst="roundRect">
            <a:avLst/>
          </a:prstGeom>
          <a:solidFill>
            <a:srgbClr val="DCC9B2"/>
          </a:solidFill>
          <a:ln w="12700">
            <a:solidFill>
              <a:schemeClr val="tx1"/>
            </a:solidFill>
          </a:ln>
        </p:spPr>
        <p:txBody>
          <a:bodyPr wrap="square" rtlCol="0">
            <a:spAutoFit/>
          </a:bodyPr>
          <a:lstStyle/>
          <a:p>
            <a:pPr algn="ctr"/>
            <a:r>
              <a:rPr lang="en-US" sz="2000" b="1" i="0" dirty="0">
                <a:solidFill>
                  <a:srgbClr val="0D0D0D"/>
                </a:solidFill>
                <a:effectLst/>
                <a:latin typeface="+mj-lt"/>
              </a:rPr>
              <a:t>KEY THEMES OF ELISA JANE MICHAEL’S ART PRACTICE </a:t>
            </a:r>
          </a:p>
          <a:p>
            <a:pPr algn="ctr"/>
            <a:endParaRPr lang="en-US" sz="2000" b="1" i="0" dirty="0">
              <a:solidFill>
                <a:srgbClr val="0D0D0D"/>
              </a:solidFill>
              <a:effectLst/>
              <a:latin typeface="+mj-lt"/>
            </a:endParaRPr>
          </a:p>
          <a:p>
            <a:pPr algn="l"/>
            <a:r>
              <a:rPr lang="en-US" sz="2000" dirty="0"/>
              <a:t>Elisa Jane Carmichael explores how visual language, symbol systems and art conventions can express ideas and feelings in images, objects and experiences. Carmichael has demonstrated that visual language has the potential to transcend and communicate across cultures, time and geography</a:t>
            </a:r>
            <a:endParaRPr lang="en-US" sz="2000" b="1" i="0" dirty="0">
              <a:solidFill>
                <a:srgbClr val="0D0D0D"/>
              </a:solidFill>
              <a:effectLst/>
              <a:latin typeface="+mj-lt"/>
            </a:endParaRPr>
          </a:p>
        </p:txBody>
      </p:sp>
      <p:sp>
        <p:nvSpPr>
          <p:cNvPr id="3" name="Oval 2">
            <a:extLst>
              <a:ext uri="{FF2B5EF4-FFF2-40B4-BE49-F238E27FC236}">
                <a16:creationId xmlns:a16="http://schemas.microsoft.com/office/drawing/2014/main" id="{5A29DBA1-5D4D-BC8E-2E4D-D90BBF9C689A}"/>
              </a:ext>
            </a:extLst>
          </p:cNvPr>
          <p:cNvSpPr/>
          <p:nvPr/>
        </p:nvSpPr>
        <p:spPr>
          <a:xfrm>
            <a:off x="8090953" y="1259950"/>
            <a:ext cx="3860800" cy="4338100"/>
          </a:xfrm>
          <a:prstGeom prst="ellipse">
            <a:avLst/>
          </a:prstGeom>
          <a:solidFill>
            <a:srgbClr val="6EB8C5"/>
          </a:solidFill>
          <a:ln>
            <a:solidFill>
              <a:srgbClr val="6EB8C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i="1" dirty="0"/>
              <a:t>My practice-led research investigates traditional weaving techniques as a mode of contemporary fashion whilst acknowledging the strength and structure of our techniques as the first forms of Australian adornments and textiles.</a:t>
            </a:r>
          </a:p>
          <a:p>
            <a:pPr algn="ctr"/>
            <a:r>
              <a:rPr lang="en-US" sz="1600" b="1" i="1" dirty="0"/>
              <a:t> – ELISA JANE CARMICHAEL</a:t>
            </a:r>
            <a:endParaRPr lang="en-AU" sz="1600" b="1" i="1" dirty="0"/>
          </a:p>
        </p:txBody>
      </p:sp>
      <p:sp>
        <p:nvSpPr>
          <p:cNvPr id="4" name="Oval 3">
            <a:extLst>
              <a:ext uri="{FF2B5EF4-FFF2-40B4-BE49-F238E27FC236}">
                <a16:creationId xmlns:a16="http://schemas.microsoft.com/office/drawing/2014/main" id="{7E3C3A5A-CF57-F1CC-3DDE-279624B561B1}"/>
              </a:ext>
            </a:extLst>
          </p:cNvPr>
          <p:cNvSpPr/>
          <p:nvPr/>
        </p:nvSpPr>
        <p:spPr>
          <a:xfrm>
            <a:off x="103190" y="1331947"/>
            <a:ext cx="3997857" cy="4194105"/>
          </a:xfrm>
          <a:prstGeom prst="ellipse">
            <a:avLst/>
          </a:prstGeom>
          <a:solidFill>
            <a:srgbClr val="6EB8C5"/>
          </a:solidFill>
          <a:ln>
            <a:solidFill>
              <a:srgbClr val="6EB8C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i="1" dirty="0"/>
              <a:t>My works weave together the country I am from and the place that I am in … one of the most significant sources of inspiration for me is the movement of Saltwater and the patterns Saltwater leaves behind as the tide goes in and the tide goes out.</a:t>
            </a:r>
          </a:p>
          <a:p>
            <a:pPr algn="ctr"/>
            <a:r>
              <a:rPr lang="en-US" sz="1600" b="1" i="1" dirty="0"/>
              <a:t> – ELISA JANE CARMICHAEL</a:t>
            </a:r>
            <a:endParaRPr lang="en-AU" sz="1600" b="1" i="1" dirty="0"/>
          </a:p>
        </p:txBody>
      </p:sp>
    </p:spTree>
    <p:extLst>
      <p:ext uri="{BB962C8B-B14F-4D97-AF65-F5344CB8AC3E}">
        <p14:creationId xmlns:p14="http://schemas.microsoft.com/office/powerpoint/2010/main" val="39898059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AB20F66-0791-CFC2-EDD5-CA675A205EE7}"/>
              </a:ext>
            </a:extLst>
          </p:cNvPr>
          <p:cNvPicPr>
            <a:picLocks noChangeAspect="1"/>
          </p:cNvPicPr>
          <p:nvPr/>
        </p:nvPicPr>
        <p:blipFill>
          <a:blip r:embed="rId2"/>
          <a:stretch>
            <a:fillRect/>
          </a:stretch>
        </p:blipFill>
        <p:spPr>
          <a:xfrm>
            <a:off x="197861" y="0"/>
            <a:ext cx="11796278" cy="1042893"/>
          </a:xfrm>
          <a:prstGeom prst="rect">
            <a:avLst/>
          </a:prstGeom>
        </p:spPr>
      </p:pic>
      <p:pic>
        <p:nvPicPr>
          <p:cNvPr id="3" name="Picture 2">
            <a:extLst>
              <a:ext uri="{FF2B5EF4-FFF2-40B4-BE49-F238E27FC236}">
                <a16:creationId xmlns:a16="http://schemas.microsoft.com/office/drawing/2014/main" id="{42D511B3-C716-3402-E760-9E28877C4B93}"/>
              </a:ext>
            </a:extLst>
          </p:cNvPr>
          <p:cNvPicPr>
            <a:picLocks noChangeAspect="1"/>
          </p:cNvPicPr>
          <p:nvPr/>
        </p:nvPicPr>
        <p:blipFill>
          <a:blip r:embed="rId3"/>
          <a:stretch>
            <a:fillRect/>
          </a:stretch>
        </p:blipFill>
        <p:spPr>
          <a:xfrm>
            <a:off x="5840130" y="1888596"/>
            <a:ext cx="6154009" cy="3810532"/>
          </a:xfrm>
          <a:prstGeom prst="rect">
            <a:avLst/>
          </a:prstGeom>
        </p:spPr>
      </p:pic>
      <p:sp>
        <p:nvSpPr>
          <p:cNvPr id="4" name="TextBox 3">
            <a:extLst>
              <a:ext uri="{FF2B5EF4-FFF2-40B4-BE49-F238E27FC236}">
                <a16:creationId xmlns:a16="http://schemas.microsoft.com/office/drawing/2014/main" id="{9B93761B-3370-6F51-7F67-482CB25437B4}"/>
              </a:ext>
            </a:extLst>
          </p:cNvPr>
          <p:cNvSpPr txBox="1"/>
          <p:nvPr/>
        </p:nvSpPr>
        <p:spPr>
          <a:xfrm>
            <a:off x="197861" y="1042893"/>
            <a:ext cx="5439069" cy="5501938"/>
          </a:xfrm>
          <a:prstGeom prst="roundRect">
            <a:avLst/>
          </a:prstGeom>
          <a:solidFill>
            <a:srgbClr val="B7A2A9">
              <a:alpha val="50196"/>
            </a:srgbClr>
          </a:solidFill>
          <a:ln w="12700">
            <a:solidFill>
              <a:schemeClr val="tx1"/>
            </a:solidFill>
          </a:ln>
        </p:spPr>
        <p:txBody>
          <a:bodyPr wrap="square" rtlCol="0">
            <a:spAutoFit/>
          </a:bodyPr>
          <a:lstStyle/>
          <a:p>
            <a:r>
              <a:rPr lang="en-US" sz="1600" b="1" dirty="0">
                <a:latin typeface="+mj-lt"/>
              </a:rPr>
              <a:t>Lines</a:t>
            </a:r>
            <a:r>
              <a:rPr lang="en-US" sz="1600" dirty="0">
                <a:latin typeface="+mj-lt"/>
              </a:rPr>
              <a:t> </a:t>
            </a:r>
          </a:p>
          <a:p>
            <a:endParaRPr lang="en-US" sz="1600" dirty="0">
              <a:latin typeface="+mj-lt"/>
            </a:endParaRPr>
          </a:p>
          <a:p>
            <a:pPr marL="342900" indent="-342900">
              <a:buFont typeface="+mj-lt"/>
              <a:buAutoNum type="arabicPeriod"/>
            </a:pPr>
            <a:r>
              <a:rPr lang="en-US" sz="1600" dirty="0">
                <a:latin typeface="+mj-lt"/>
              </a:rPr>
              <a:t>Look at Elisa Jane Carmichael’s </a:t>
            </a:r>
            <a:r>
              <a:rPr lang="en-US" sz="1600" b="1" i="1" dirty="0">
                <a:latin typeface="+mj-lt"/>
              </a:rPr>
              <a:t>Adder Rock, Under the Paperbark, Banksia and Pandanus </a:t>
            </a:r>
            <a:r>
              <a:rPr lang="en-US" sz="1600" dirty="0">
                <a:latin typeface="+mj-lt"/>
              </a:rPr>
              <a:t>and describe the appearance of the lines as a reflection of the waves. </a:t>
            </a:r>
          </a:p>
          <a:p>
            <a:pPr marL="342900" indent="-342900">
              <a:buFont typeface="+mj-lt"/>
              <a:buAutoNum type="arabicPeriod"/>
            </a:pPr>
            <a:endParaRPr lang="en-US" sz="1600" dirty="0">
              <a:latin typeface="+mj-lt"/>
            </a:endParaRPr>
          </a:p>
          <a:p>
            <a:pPr marL="342900" indent="-342900">
              <a:buFont typeface="+mj-lt"/>
              <a:buAutoNum type="arabicPeriod"/>
            </a:pPr>
            <a:r>
              <a:rPr lang="en-US" sz="1600" dirty="0" err="1">
                <a:latin typeface="+mj-lt"/>
              </a:rPr>
              <a:t>Analyse</a:t>
            </a:r>
            <a:r>
              <a:rPr lang="en-US" sz="1600" dirty="0">
                <a:latin typeface="+mj-lt"/>
              </a:rPr>
              <a:t> where the artist has placed the lines. How has she created layers? Why do you think she has placed the lines throughout the composition in this way? What other interpretations can you have for these lines?</a:t>
            </a:r>
            <a:endParaRPr lang="en-US" sz="1600" b="1" i="0" dirty="0">
              <a:solidFill>
                <a:srgbClr val="0D0D0D"/>
              </a:solidFill>
              <a:effectLst/>
              <a:latin typeface="+mj-lt"/>
            </a:endParaRPr>
          </a:p>
          <a:p>
            <a:pPr marL="342900" indent="-342900">
              <a:buFont typeface="+mj-lt"/>
              <a:buAutoNum type="arabicPeriod"/>
            </a:pPr>
            <a:endParaRPr lang="en-US" sz="1600" b="1" dirty="0">
              <a:solidFill>
                <a:srgbClr val="0D0D0D"/>
              </a:solidFill>
              <a:latin typeface="+mj-lt"/>
            </a:endParaRPr>
          </a:p>
          <a:p>
            <a:r>
              <a:rPr lang="en-US" sz="1600" b="1" dirty="0">
                <a:solidFill>
                  <a:srgbClr val="0D0D0D"/>
                </a:solidFill>
                <a:latin typeface="+mj-lt"/>
              </a:rPr>
              <a:t>Texture</a:t>
            </a:r>
          </a:p>
          <a:p>
            <a:endParaRPr lang="en-US" sz="1600" b="1" i="0" dirty="0">
              <a:solidFill>
                <a:srgbClr val="0D0D0D"/>
              </a:solidFill>
              <a:effectLst/>
              <a:latin typeface="+mj-lt"/>
            </a:endParaRPr>
          </a:p>
          <a:p>
            <a:r>
              <a:rPr lang="en-US" sz="1600" dirty="0">
                <a:latin typeface="+mj-lt"/>
              </a:rPr>
              <a:t>Look at Adder Rock, Under the Paperbark, Banksia and Pandanus and describe the textures you see throughout the composition. Compare how Carmichael has employed varied textures to create distinct features of the environment.</a:t>
            </a:r>
            <a:endParaRPr lang="en-US" sz="1600" b="1" i="0" dirty="0">
              <a:solidFill>
                <a:srgbClr val="0D0D0D"/>
              </a:solidFill>
              <a:effectLst/>
              <a:latin typeface="+mj-lt"/>
            </a:endParaRPr>
          </a:p>
        </p:txBody>
      </p:sp>
    </p:spTree>
    <p:extLst>
      <p:ext uri="{BB962C8B-B14F-4D97-AF65-F5344CB8AC3E}">
        <p14:creationId xmlns:p14="http://schemas.microsoft.com/office/powerpoint/2010/main" val="22946632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8EF9B6E-5DCA-D90D-78AB-6F442E4CAEA8}"/>
              </a:ext>
            </a:extLst>
          </p:cNvPr>
          <p:cNvPicPr>
            <a:picLocks noChangeAspect="1"/>
          </p:cNvPicPr>
          <p:nvPr/>
        </p:nvPicPr>
        <p:blipFill>
          <a:blip r:embed="rId2"/>
          <a:stretch>
            <a:fillRect/>
          </a:stretch>
        </p:blipFill>
        <p:spPr>
          <a:xfrm>
            <a:off x="7144580" y="0"/>
            <a:ext cx="5047420" cy="6858000"/>
          </a:xfrm>
          <a:prstGeom prst="rect">
            <a:avLst/>
          </a:prstGeom>
        </p:spPr>
      </p:pic>
      <p:sp>
        <p:nvSpPr>
          <p:cNvPr id="4" name="TextBox 3">
            <a:extLst>
              <a:ext uri="{FF2B5EF4-FFF2-40B4-BE49-F238E27FC236}">
                <a16:creationId xmlns:a16="http://schemas.microsoft.com/office/drawing/2014/main" id="{19CE2E3E-B5C0-6C9A-0FB3-49A0A55E5C32}"/>
              </a:ext>
            </a:extLst>
          </p:cNvPr>
          <p:cNvSpPr txBox="1"/>
          <p:nvPr/>
        </p:nvSpPr>
        <p:spPr>
          <a:xfrm>
            <a:off x="892127" y="1062394"/>
            <a:ext cx="5203873" cy="4733211"/>
          </a:xfrm>
          <a:prstGeom prst="roundRect">
            <a:avLst/>
          </a:prstGeom>
          <a:solidFill>
            <a:srgbClr val="B7A2A9">
              <a:alpha val="50196"/>
            </a:srgbClr>
          </a:solidFill>
          <a:ln w="12700">
            <a:solidFill>
              <a:schemeClr val="tx1"/>
            </a:solidFill>
          </a:ln>
        </p:spPr>
        <p:txBody>
          <a:bodyPr wrap="square" rtlCol="0">
            <a:spAutoFit/>
          </a:bodyPr>
          <a:lstStyle/>
          <a:p>
            <a:r>
              <a:rPr lang="en-US" sz="1600" b="1" i="0" dirty="0">
                <a:solidFill>
                  <a:srgbClr val="0D0D0D"/>
                </a:solidFill>
                <a:effectLst/>
                <a:latin typeface="+mj-lt"/>
              </a:rPr>
              <a:t>Review Questions</a:t>
            </a:r>
          </a:p>
          <a:p>
            <a:endParaRPr lang="en-US" sz="1600" b="1" dirty="0">
              <a:solidFill>
                <a:srgbClr val="0D0D0D"/>
              </a:solidFill>
              <a:latin typeface="+mj-lt"/>
            </a:endParaRPr>
          </a:p>
          <a:p>
            <a:pPr marL="342900" indent="-342900">
              <a:buFont typeface="+mj-lt"/>
              <a:buAutoNum type="arabicPeriod"/>
            </a:pPr>
            <a:r>
              <a:rPr lang="en-US" sz="1600" dirty="0" err="1">
                <a:latin typeface="+mj-lt"/>
              </a:rPr>
              <a:t>Analyse</a:t>
            </a:r>
            <a:r>
              <a:rPr lang="en-US" sz="1600" dirty="0">
                <a:latin typeface="+mj-lt"/>
              </a:rPr>
              <a:t> Elisa Jane Carmichael’s artworks through the cultural context to interpret representations of time, place, purpose, ethnicity, gender and spiritual beliefs. </a:t>
            </a:r>
          </a:p>
          <a:p>
            <a:pPr marL="342900" indent="-342900">
              <a:buFont typeface="+mj-lt"/>
              <a:buAutoNum type="arabicPeriod"/>
            </a:pPr>
            <a:endParaRPr lang="en-US" sz="1600" dirty="0">
              <a:latin typeface="+mj-lt"/>
            </a:endParaRPr>
          </a:p>
          <a:p>
            <a:pPr marL="342900" indent="-342900">
              <a:buFont typeface="+mj-lt"/>
              <a:buAutoNum type="arabicPeriod"/>
            </a:pPr>
            <a:r>
              <a:rPr lang="en-US" sz="1600" dirty="0">
                <a:latin typeface="+mj-lt"/>
              </a:rPr>
              <a:t>How has Carmichael communicated meaning through artwork so that it is a vehicle to invite change and provoke conversation? </a:t>
            </a:r>
          </a:p>
          <a:p>
            <a:pPr marL="342900" indent="-342900">
              <a:buFont typeface="+mj-lt"/>
              <a:buAutoNum type="arabicPeriod"/>
            </a:pPr>
            <a:endParaRPr lang="en-US" sz="1600" dirty="0">
              <a:latin typeface="+mj-lt"/>
            </a:endParaRPr>
          </a:p>
          <a:p>
            <a:pPr marL="342900" indent="-342900">
              <a:buFont typeface="+mj-lt"/>
              <a:buAutoNum type="arabicPeriod"/>
            </a:pPr>
            <a:r>
              <a:rPr lang="en-US" sz="1600" dirty="0">
                <a:latin typeface="+mj-lt"/>
              </a:rPr>
              <a:t>Carmichael incorporates discarded human-made materials with natural materials in her woven works. Create an experimental folio using both discarded human-made materials and natural materials to make objects that communicate your own cultural experience.</a:t>
            </a:r>
            <a:endParaRPr lang="en-US" sz="1600" b="1" i="0" dirty="0">
              <a:solidFill>
                <a:srgbClr val="0D0D0D"/>
              </a:solidFill>
              <a:effectLst/>
              <a:latin typeface="+mj-lt"/>
            </a:endParaRPr>
          </a:p>
        </p:txBody>
      </p:sp>
    </p:spTree>
    <p:extLst>
      <p:ext uri="{BB962C8B-B14F-4D97-AF65-F5344CB8AC3E}">
        <p14:creationId xmlns:p14="http://schemas.microsoft.com/office/powerpoint/2010/main" val="58441187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49b8a18a-7af3-4931-9d08-29df45da2bd9}" enabled="0" method="" siteId="{49b8a18a-7af3-4931-9d08-29df45da2bd9}" removed="1"/>
</clbl:labelList>
</file>

<file path=docProps/app.xml><?xml version="1.0" encoding="utf-8"?>
<Properties xmlns="http://schemas.openxmlformats.org/officeDocument/2006/extended-properties" xmlns:vt="http://schemas.openxmlformats.org/officeDocument/2006/docPropsVTypes">
  <TotalTime>61</TotalTime>
  <Words>684</Words>
  <Application>Microsoft Office PowerPoint</Application>
  <PresentationFormat>Widescreen</PresentationFormat>
  <Paragraphs>75</Paragraphs>
  <Slides>8</Slides>
  <Notes>0</Notes>
  <HiddenSlides>0</HiddenSlides>
  <MMClips>1</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The Southport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Jacqueline Ockwell</dc:creator>
  <cp:lastModifiedBy>Jacqueline Ockwell</cp:lastModifiedBy>
  <cp:revision>1</cp:revision>
  <dcterms:created xsi:type="dcterms:W3CDTF">2024-04-21T01:16:50Z</dcterms:created>
  <dcterms:modified xsi:type="dcterms:W3CDTF">2024-04-21T02:18:45Z</dcterms:modified>
</cp:coreProperties>
</file>