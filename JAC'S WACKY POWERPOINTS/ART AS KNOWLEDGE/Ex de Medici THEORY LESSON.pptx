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A688"/>
    <a:srgbClr val="88C3A0"/>
    <a:srgbClr val="003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5EF5-A653-BD7C-59D4-9D8A2D8B1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8E237-6324-921E-E87E-E90C803D1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F354-662B-0EFA-0DA5-42EE2150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5567-A2D8-1FBC-C2CC-FC141E25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CFBF3-E109-5E53-F2A3-0669A2A9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74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CE86-A0D4-79EC-B866-5B22B510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D423-85CA-C2DB-538D-4BB4A2CA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CFC7C-B5E7-B876-8282-F804B1E4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7A1ED-54DC-831B-357C-31DE1CAA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58AA1-E1B9-9DA5-F77E-43A3261F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7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0920-E610-DFC9-3C0E-872CEFF1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D2439-BB5E-3E5C-8FA5-946C17566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24FB9-EC7A-BF72-0E33-F542BB77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F457F-9147-A33E-EE37-B391A91C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C4885-81DD-4E3E-677E-9A3D6606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13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B2EE-BD73-B1D1-5135-C28C6B33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AEDB-DC9A-0742-D954-06A2505C2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4BB5B-90C1-419B-8D15-CA5EA070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A918D-15DE-1F30-0E1C-7DA3917F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ABCE6-C820-9B5B-1B3E-4358EB54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470AC-1219-BC02-607B-2B755951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36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3A63-1E25-7F45-06D8-0BCA3AE24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8B24-023A-C60B-115E-B60D1ECB5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30330-4166-D9B8-C61C-81A73B578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4CFF1-B906-600F-EAF6-7C38C80C8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8617A-8182-C1EB-29B7-7AAFB2822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2A0D5-2944-8C42-AE74-C5AD3F40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62E11-6D74-2865-BC26-4206517A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FEA6B-48BC-4D63-F4A5-C0607BE2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84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FB6E-4888-70C0-F767-9A9EAD6E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D1D8-64F2-82FF-1E38-679C0F1D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895C1-E79A-C81B-4057-F23EBDA9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0EC9C-DA87-769A-6B8E-6047D67C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60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DA192-0091-D891-9E58-E72D3982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ACD18-255E-BEF5-556B-6ECCB3AB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F10A4-873B-A923-2503-08049E6A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93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690A-4FE7-607D-B388-117FB33A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A39C-0B26-8BB1-D964-8CB3DDC7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1BC54-A0C5-A3CE-13A3-2BD30AD09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78899-7A90-1761-CCC5-2B3A9059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CF4C1-F666-08AF-5110-2C264527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54B0A-8C55-1A9C-6C93-D815F0AD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65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B87D-1B38-B6B4-116B-3C0582F3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A8AE5-18B6-17C8-2A64-8386646FD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6604B-340D-3D3E-614D-2461EADAD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ED3DE-89AC-2ABA-C3FD-277ACB84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5ECD8-6CA4-C858-C058-DC67C874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F68B-AECB-935E-98AD-A5EBAD03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33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C58D-789B-D738-D1C8-93471D8B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CF921-0689-46B7-2A82-AE1B6DFCB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ED19B-B7E7-4B3D-94C3-49502AD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A6913-AEDC-C2F5-2AF2-4B07F19D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045A-6885-4344-544F-ACB797A1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08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3E3F1-CC4E-D735-8F23-A2A146F7A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394ED-FFFE-4F6A-49DA-AF97DBE04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91017-8060-6C90-6804-E5B43D9B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520C-5B3A-CAFF-C159-FEB6FFFB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5E9E7-030F-7FE8-A93F-22F024D8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51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665D3-136D-AD80-8744-B579797C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AC692-2D9E-BEB5-59A4-E145486AD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22C2-D0F8-A0ED-29D5-B423EB493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1A0C0-A4ED-421C-A8BC-1084979D1912}" type="datetimeFigureOut">
              <a:rPr lang="en-AU" smtClean="0"/>
              <a:t>1/02/2025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AFE77-F1D4-5E66-F35B-D0B3A8CAA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33D6E-4793-38FB-A5F7-B92738AD1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920CB-6227-4F55-B6DF-A396CE09A8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035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9DC99F-9B67-121C-2320-F68B272DA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5193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AB1B435-1886-5807-DE72-F9ADB06DD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12371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dirty="0"/>
              <a:t>Ex de Medici: Power, Politics &amp; Precision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8124BB-3C97-9E13-7A96-16AB29116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6200000">
            <a:off x="7000898" y="3398645"/>
            <a:ext cx="5710397" cy="120831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sz="4000" dirty="0">
                <a:solidFill>
                  <a:srgbClr val="CAA688"/>
                </a:solidFill>
              </a:rPr>
              <a:t>Exploring the Work of </a:t>
            </a:r>
            <a:endParaRPr lang="en-US" sz="4000" dirty="0">
              <a:solidFill>
                <a:srgbClr val="CAA688"/>
              </a:solidFill>
            </a:endParaRPr>
          </a:p>
          <a:p>
            <a:r>
              <a:rPr sz="4000" dirty="0">
                <a:solidFill>
                  <a:srgbClr val="CAA688"/>
                </a:solidFill>
              </a:rPr>
              <a:t>Ex de Medici </a:t>
            </a:r>
            <a:endParaRPr lang="en-US" sz="4000" dirty="0">
              <a:solidFill>
                <a:srgbClr val="CAA688"/>
              </a:solidFill>
            </a:endParaRPr>
          </a:p>
          <a:p>
            <a:r>
              <a:rPr sz="4000" dirty="0">
                <a:solidFill>
                  <a:srgbClr val="CAA688"/>
                </a:solidFill>
              </a:rPr>
              <a:t>in Contempo</a:t>
            </a:r>
            <a:r>
              <a:rPr lang="en-US" sz="4000" dirty="0">
                <a:solidFill>
                  <a:srgbClr val="CAA688"/>
                </a:solidFill>
              </a:rPr>
              <a:t>r</a:t>
            </a:r>
            <a:r>
              <a:rPr sz="4000" dirty="0">
                <a:solidFill>
                  <a:srgbClr val="CAA688"/>
                </a:solidFill>
              </a:rPr>
              <a:t>ary Art</a:t>
            </a:r>
          </a:p>
        </p:txBody>
      </p:sp>
    </p:spTree>
    <p:extLst>
      <p:ext uri="{BB962C8B-B14F-4D97-AF65-F5344CB8AC3E}">
        <p14:creationId xmlns:p14="http://schemas.microsoft.com/office/powerpoint/2010/main" val="176754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0B3F8-F282-D6B6-57D3-8221229B1E4C}"/>
              </a:ext>
            </a:extLst>
          </p:cNvPr>
          <p:cNvSpPr txBox="1"/>
          <p:nvPr/>
        </p:nvSpPr>
        <p:spPr>
          <a:xfrm>
            <a:off x="338245" y="637996"/>
            <a:ext cx="2927470" cy="5582007"/>
          </a:xfrm>
          <a:prstGeom prst="roundRect">
            <a:avLst/>
          </a:prstGeom>
          <a:solidFill>
            <a:srgbClr val="88C3A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AU" sz="3200" dirty="0"/>
              <a:t>Who is Ex de Medici?</a:t>
            </a:r>
          </a:p>
          <a:p>
            <a:pPr algn="l"/>
            <a:endParaRPr lang="en-AU" sz="2000" b="1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1600" dirty="0"/>
              <a:t>Australian contemporary artist known for hyper-detailed watercolors.</a:t>
            </a:r>
          </a:p>
          <a:p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1600" dirty="0"/>
              <a:t>Former tattoo artist, influencing her intricate style.</a:t>
            </a:r>
          </a:p>
          <a:p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1600" dirty="0"/>
              <a:t>Critiques power, war, surveillance, and capitalism.</a:t>
            </a:r>
          </a:p>
          <a:p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1600" dirty="0"/>
              <a:t>Uses contrast between beauty and brutality.</a:t>
            </a:r>
          </a:p>
        </p:txBody>
      </p:sp>
      <p:pic>
        <p:nvPicPr>
          <p:cNvPr id="2050" name="Picture 2" descr="Why tattoo and visual artist eX de Medici weaponised watercolours to fight  conservatism - ABC News">
            <a:extLst>
              <a:ext uri="{FF2B5EF4-FFF2-40B4-BE49-F238E27FC236}">
                <a16:creationId xmlns:a16="http://schemas.microsoft.com/office/drawing/2014/main" id="{E8E9077E-7B53-DDE0-77F0-083A7070E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638" y="1176732"/>
            <a:ext cx="5314723" cy="450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14E4EC-8F40-5158-4CEC-A20A0BC1A70B}"/>
              </a:ext>
            </a:extLst>
          </p:cNvPr>
          <p:cNvSpPr txBox="1"/>
          <p:nvPr/>
        </p:nvSpPr>
        <p:spPr>
          <a:xfrm>
            <a:off x="8926285" y="905319"/>
            <a:ext cx="2927470" cy="5047357"/>
          </a:xfrm>
          <a:prstGeom prst="roundRect">
            <a:avLst/>
          </a:prstGeom>
          <a:solidFill>
            <a:srgbClr val="CAA688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AU" sz="3200" dirty="0"/>
              <a:t>Artist’s Style &amp; Techniques</a:t>
            </a:r>
            <a:endParaRPr lang="en-AU" sz="3200" b="1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1600" dirty="0" err="1"/>
              <a:t>Hyperrealistic</a:t>
            </a:r>
            <a:r>
              <a:rPr lang="en-AU" sz="1600" dirty="0"/>
              <a:t> </a:t>
            </a:r>
            <a:r>
              <a:rPr lang="en-AU" sz="1600" dirty="0" err="1"/>
              <a:t>watercolor</a:t>
            </a:r>
            <a:r>
              <a:rPr lang="en-AU" sz="1600" dirty="0"/>
              <a:t> with fine details. Trompe-</a:t>
            </a:r>
            <a:r>
              <a:rPr lang="en-AU" sz="1600" dirty="0" err="1"/>
              <a:t>l'œil</a:t>
            </a:r>
            <a:r>
              <a:rPr lang="en-AU" sz="1600" dirty="0"/>
              <a:t> illusion for realism.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1600" dirty="0"/>
              <a:t>Juxtaposition of beauty &amp; violence (flowers with guns/skulls).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1600" dirty="0"/>
              <a:t>Symbolism: Skulls (mortality), weaponry (violence), insects (decay).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79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A53-6BF5-596C-F9C4-E5FFD4B31718}"/>
              </a:ext>
            </a:extLst>
          </p:cNvPr>
          <p:cNvSpPr txBox="1"/>
          <p:nvPr/>
        </p:nvSpPr>
        <p:spPr>
          <a:xfrm>
            <a:off x="46892" y="41899"/>
            <a:ext cx="7773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Artwork Analysis: The Wreckers (2017)</a:t>
            </a:r>
            <a:endParaRPr lang="en-AU" sz="3200" b="1" dirty="0"/>
          </a:p>
        </p:txBody>
      </p:sp>
      <p:pic>
        <p:nvPicPr>
          <p:cNvPr id="3074" name="Picture 2" descr="On the brink of catastrophe with eX De Medici">
            <a:extLst>
              <a:ext uri="{FF2B5EF4-FFF2-40B4-BE49-F238E27FC236}">
                <a16:creationId xmlns:a16="http://schemas.microsoft.com/office/drawing/2014/main" id="{7611A895-B446-66F9-CE00-17132369D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80" y="1004541"/>
            <a:ext cx="8166833" cy="484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41035C-55B6-FA98-05AC-67C337AFB869}"/>
              </a:ext>
            </a:extLst>
          </p:cNvPr>
          <p:cNvSpPr txBox="1"/>
          <p:nvPr/>
        </p:nvSpPr>
        <p:spPr>
          <a:xfrm>
            <a:off x="8811985" y="1721747"/>
            <a:ext cx="2927470" cy="36474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Features guns, butterflies, and skulls.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Critique of war, destruction, and environmental damage.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Vivid colors contrast with sinister themes.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2918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A1C32-7F27-AD95-3176-DD90A1065F9B}"/>
              </a:ext>
            </a:extLst>
          </p:cNvPr>
          <p:cNvSpPr txBox="1"/>
          <p:nvPr/>
        </p:nvSpPr>
        <p:spPr>
          <a:xfrm>
            <a:off x="0" y="0"/>
            <a:ext cx="8152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Artwork Analysis: Guns &amp; Flowers (2004)</a:t>
            </a:r>
            <a:endParaRPr lang="en-AU" sz="3200" b="1" dirty="0"/>
          </a:p>
        </p:txBody>
      </p:sp>
      <p:pic>
        <p:nvPicPr>
          <p:cNvPr id="4098" name="Picture 2" descr="Guns &amp; Flowers. eX de Medici | Sidney Nolan">
            <a:extLst>
              <a:ext uri="{FF2B5EF4-FFF2-40B4-BE49-F238E27FC236}">
                <a16:creationId xmlns:a16="http://schemas.microsoft.com/office/drawing/2014/main" id="{BBD1BCC9-6686-B3A5-1C79-8F2463F57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54" y="1153339"/>
            <a:ext cx="6871554" cy="502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EB0D2-7580-B8F5-CBB3-57CD1C67E044}"/>
              </a:ext>
            </a:extLst>
          </p:cNvPr>
          <p:cNvSpPr txBox="1"/>
          <p:nvPr/>
        </p:nvSpPr>
        <p:spPr>
          <a:xfrm>
            <a:off x="8152039" y="2251617"/>
            <a:ext cx="3506561" cy="282630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Depicts handguns surrounded by floral arrangements.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Symbolizes contradiction between war &amp; peace, power &amp; fragility.</a:t>
            </a:r>
          </a:p>
          <a:p>
            <a:endParaRPr lang="en-US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0578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0340A-DEB2-7830-D5F8-1CED388C2FB3}"/>
              </a:ext>
            </a:extLst>
          </p:cNvPr>
          <p:cNvSpPr txBox="1"/>
          <p:nvPr/>
        </p:nvSpPr>
        <p:spPr>
          <a:xfrm>
            <a:off x="126547" y="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b="1" dirty="0"/>
              <a:t>Analysing an Artwork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3424B-B40C-DC71-3AD1-0A531EFD1203}"/>
              </a:ext>
            </a:extLst>
          </p:cNvPr>
          <p:cNvSpPr txBox="1"/>
          <p:nvPr/>
        </p:nvSpPr>
        <p:spPr>
          <a:xfrm>
            <a:off x="126547" y="646331"/>
            <a:ext cx="11938906" cy="59931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Analyze a selected ex de Medici artwork using these four contexts:</a:t>
            </a:r>
          </a:p>
          <a:p>
            <a:endParaRPr lang="en-US" b="1" dirty="0"/>
          </a:p>
          <a:p>
            <a:r>
              <a:rPr lang="en-US" sz="1400" b="1" dirty="0"/>
              <a:t>1.Contemporary: What global issues does it relate to?</a:t>
            </a:r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r>
              <a:rPr lang="en-US" sz="1400" b="1" dirty="0"/>
              <a:t>2. Cultural: What symbols and references are used?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3. Formal: How are elements/principles of art applied?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4. Personal: How does Ex de Medici’s background influence the work?</a:t>
            </a:r>
          </a:p>
          <a:p>
            <a:endParaRPr lang="en-US" sz="1400" dirty="0"/>
          </a:p>
          <a:p>
            <a:endParaRPr lang="en-US" sz="14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261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895A75-58FE-94D3-5551-E24E55EC4C8C}"/>
              </a:ext>
            </a:extLst>
          </p:cNvPr>
          <p:cNvSpPr txBox="1"/>
          <p:nvPr/>
        </p:nvSpPr>
        <p:spPr>
          <a:xfrm>
            <a:off x="0" y="0"/>
            <a:ext cx="2567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b="1" dirty="0"/>
              <a:t>Reflection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DB635-5DF8-1C28-7E75-8554F8F5066B}"/>
              </a:ext>
            </a:extLst>
          </p:cNvPr>
          <p:cNvSpPr txBox="1"/>
          <p:nvPr/>
        </p:nvSpPr>
        <p:spPr>
          <a:xfrm>
            <a:off x="126547" y="646331"/>
            <a:ext cx="11938906" cy="602718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sz="1400" b="1" dirty="0"/>
              <a:t>How do her artworks challenge power and violence?</a:t>
            </a:r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b="1" dirty="0"/>
              <a:t>Do artists have a responsibility to address political issues?</a:t>
            </a:r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b="1" dirty="0"/>
              <a:t>What symbols would you use in an artwork about power?</a:t>
            </a:r>
          </a:p>
          <a:p>
            <a:endParaRPr lang="en-US" sz="1400" dirty="0"/>
          </a:p>
          <a:p>
            <a:endParaRPr lang="en-US" sz="14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39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258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Ex de Medici: Power, Politics &amp; Precision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de Medici: Power, Politics &amp; Precision</dc:title>
  <dc:creator>Jacqueline Ockwell</dc:creator>
  <cp:lastModifiedBy>Jacqueline Ockwell</cp:lastModifiedBy>
  <cp:revision>1</cp:revision>
  <cp:lastPrinted>2025-02-01T00:02:50Z</cp:lastPrinted>
  <dcterms:created xsi:type="dcterms:W3CDTF">2025-01-31T23:43:50Z</dcterms:created>
  <dcterms:modified xsi:type="dcterms:W3CDTF">2025-02-01T00:07:03Z</dcterms:modified>
</cp:coreProperties>
</file>