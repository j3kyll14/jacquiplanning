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59" r:id="rId6"/>
    <p:sldId id="262" r:id="rId7"/>
    <p:sldId id="266" r:id="rId8"/>
    <p:sldId id="267" r:id="rId9"/>
  </p:sldIdLst>
  <p:sldSz cx="12192000" cy="6858000"/>
  <p:notesSz cx="9939338" cy="143684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436B"/>
    <a:srgbClr val="B1D5DE"/>
    <a:srgbClr val="65A8B8"/>
    <a:srgbClr val="223F63"/>
    <a:srgbClr val="0F67A0"/>
    <a:srgbClr val="00A3D1"/>
    <a:srgbClr val="DF7739"/>
    <a:srgbClr val="13A9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4FC9D3-5A1D-4893-A1DE-6105D1BF4B4E}" v="77" dt="2026-03-02T23:13:22.9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6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line Ockwell" userId="79a11ae1-9a6a-4dce-9c68-e7607b2827ec" providerId="ADAL" clId="{97E97E31-5131-4F4F-B31F-4ACD8C1B3209}"/>
    <pc:docChg chg="undo custSel addSld delSld modSld">
      <pc:chgData name="Jacqueline Ockwell" userId="79a11ae1-9a6a-4dce-9c68-e7607b2827ec" providerId="ADAL" clId="{97E97E31-5131-4F4F-B31F-4ACD8C1B3209}" dt="2026-03-02T23:15:59.322" v="1032" actId="47"/>
      <pc:docMkLst>
        <pc:docMk/>
      </pc:docMkLst>
      <pc:sldChg chg="addSp delSp modSp mod">
        <pc:chgData name="Jacqueline Ockwell" userId="79a11ae1-9a6a-4dce-9c68-e7607b2827ec" providerId="ADAL" clId="{97E97E31-5131-4F4F-B31F-4ACD8C1B3209}" dt="2026-03-02T20:34:13.428" v="156" actId="1076"/>
        <pc:sldMkLst>
          <pc:docMk/>
          <pc:sldMk cId="3905360220" sldId="257"/>
        </pc:sldMkLst>
        <pc:spChg chg="add mod">
          <ac:chgData name="Jacqueline Ockwell" userId="79a11ae1-9a6a-4dce-9c68-e7607b2827ec" providerId="ADAL" clId="{97E97E31-5131-4F4F-B31F-4ACD8C1B3209}" dt="2026-03-02T20:33:34.577" v="146" actId="1076"/>
          <ac:spMkLst>
            <pc:docMk/>
            <pc:sldMk cId="3905360220" sldId="257"/>
            <ac:spMk id="5" creationId="{D4FF3107-DF6C-AB82-92D5-334A26B13DEC}"/>
          </ac:spMkLst>
        </pc:spChg>
        <pc:spChg chg="add mod">
          <ac:chgData name="Jacqueline Ockwell" userId="79a11ae1-9a6a-4dce-9c68-e7607b2827ec" providerId="ADAL" clId="{97E97E31-5131-4F4F-B31F-4ACD8C1B3209}" dt="2026-03-02T20:33:16.116" v="140" actId="1076"/>
          <ac:spMkLst>
            <pc:docMk/>
            <pc:sldMk cId="3905360220" sldId="257"/>
            <ac:spMk id="7" creationId="{F20B3937-05ED-5BE3-BA0C-E89541B3EAFF}"/>
          </ac:spMkLst>
        </pc:spChg>
        <pc:spChg chg="add mod">
          <ac:chgData name="Jacqueline Ockwell" userId="79a11ae1-9a6a-4dce-9c68-e7607b2827ec" providerId="ADAL" clId="{97E97E31-5131-4F4F-B31F-4ACD8C1B3209}" dt="2026-03-02T20:33:29.322" v="144" actId="14100"/>
          <ac:spMkLst>
            <pc:docMk/>
            <pc:sldMk cId="3905360220" sldId="257"/>
            <ac:spMk id="8" creationId="{5BB13979-F531-608F-0D0C-0E8F33EF15EE}"/>
          </ac:spMkLst>
        </pc:spChg>
        <pc:spChg chg="add mod">
          <ac:chgData name="Jacqueline Ockwell" userId="79a11ae1-9a6a-4dce-9c68-e7607b2827ec" providerId="ADAL" clId="{97E97E31-5131-4F4F-B31F-4ACD8C1B3209}" dt="2026-03-02T20:34:13.428" v="156" actId="1076"/>
          <ac:spMkLst>
            <pc:docMk/>
            <pc:sldMk cId="3905360220" sldId="257"/>
            <ac:spMk id="9" creationId="{B08A6A11-8935-352E-EAA3-E82D00B421A9}"/>
          </ac:spMkLst>
        </pc:spChg>
        <pc:picChg chg="del">
          <ac:chgData name="Jacqueline Ockwell" userId="79a11ae1-9a6a-4dce-9c68-e7607b2827ec" providerId="ADAL" clId="{97E97E31-5131-4F4F-B31F-4ACD8C1B3209}" dt="2026-03-02T20:29:14.538" v="0" actId="478"/>
          <ac:picMkLst>
            <pc:docMk/>
            <pc:sldMk cId="3905360220" sldId="257"/>
            <ac:picMk id="2" creationId="{771E7780-39C6-D076-64BB-4A7E910BA230}"/>
          </ac:picMkLst>
        </pc:picChg>
        <pc:picChg chg="add mod">
          <ac:chgData name="Jacqueline Ockwell" userId="79a11ae1-9a6a-4dce-9c68-e7607b2827ec" providerId="ADAL" clId="{97E97E31-5131-4F4F-B31F-4ACD8C1B3209}" dt="2026-03-02T20:29:19.803" v="1"/>
          <ac:picMkLst>
            <pc:docMk/>
            <pc:sldMk cId="3905360220" sldId="257"/>
            <ac:picMk id="3" creationId="{9007C59B-F192-74FD-3121-B29501358D8E}"/>
          </ac:picMkLst>
        </pc:picChg>
        <pc:picChg chg="mod">
          <ac:chgData name="Jacqueline Ockwell" userId="79a11ae1-9a6a-4dce-9c68-e7607b2827ec" providerId="ADAL" clId="{97E97E31-5131-4F4F-B31F-4ACD8C1B3209}" dt="2026-03-02T20:29:40.476" v="10" actId="1076"/>
          <ac:picMkLst>
            <pc:docMk/>
            <pc:sldMk cId="3905360220" sldId="257"/>
            <ac:picMk id="4" creationId="{D531B4C7-E67D-04F6-792B-345854C7CC0C}"/>
          </ac:picMkLst>
        </pc:picChg>
        <pc:picChg chg="mod">
          <ac:chgData name="Jacqueline Ockwell" userId="79a11ae1-9a6a-4dce-9c68-e7607b2827ec" providerId="ADAL" clId="{97E97E31-5131-4F4F-B31F-4ACD8C1B3209}" dt="2026-03-02T20:29:41.912" v="11" actId="1076"/>
          <ac:picMkLst>
            <pc:docMk/>
            <pc:sldMk cId="3905360220" sldId="257"/>
            <ac:picMk id="6" creationId="{4C26ED03-0BB3-AB69-85BC-0750BAF2A965}"/>
          </ac:picMkLst>
        </pc:picChg>
        <pc:picChg chg="mod">
          <ac:chgData name="Jacqueline Ockwell" userId="79a11ae1-9a6a-4dce-9c68-e7607b2827ec" providerId="ADAL" clId="{97E97E31-5131-4F4F-B31F-4ACD8C1B3209}" dt="2026-03-02T20:33:31.648" v="145" actId="1076"/>
          <ac:picMkLst>
            <pc:docMk/>
            <pc:sldMk cId="3905360220" sldId="257"/>
            <ac:picMk id="1026" creationId="{B2F6A759-D518-E83F-22D8-5019F134DFC2}"/>
          </ac:picMkLst>
        </pc:picChg>
      </pc:sldChg>
      <pc:sldChg chg="addSp delSp modSp mod">
        <pc:chgData name="Jacqueline Ockwell" userId="79a11ae1-9a6a-4dce-9c68-e7607b2827ec" providerId="ADAL" clId="{97E97E31-5131-4F4F-B31F-4ACD8C1B3209}" dt="2026-03-02T20:43:26.085" v="264" actId="14100"/>
        <pc:sldMkLst>
          <pc:docMk/>
          <pc:sldMk cId="3934189709" sldId="258"/>
        </pc:sldMkLst>
        <pc:spChg chg="mod">
          <ac:chgData name="Jacqueline Ockwell" userId="79a11ae1-9a6a-4dce-9c68-e7607b2827ec" providerId="ADAL" clId="{97E97E31-5131-4F4F-B31F-4ACD8C1B3209}" dt="2026-03-02T20:40:30.022" v="239" actId="1076"/>
          <ac:spMkLst>
            <pc:docMk/>
            <pc:sldMk cId="3934189709" sldId="258"/>
            <ac:spMk id="5" creationId="{ECB70C27-AC55-5D3A-C750-148BA7CB13CA}"/>
          </ac:spMkLst>
        </pc:spChg>
        <pc:spChg chg="mod">
          <ac:chgData name="Jacqueline Ockwell" userId="79a11ae1-9a6a-4dce-9c68-e7607b2827ec" providerId="ADAL" clId="{97E97E31-5131-4F4F-B31F-4ACD8C1B3209}" dt="2026-03-02T20:39:22.493" v="217" actId="14100"/>
          <ac:spMkLst>
            <pc:docMk/>
            <pc:sldMk cId="3934189709" sldId="258"/>
            <ac:spMk id="6" creationId="{4ED19662-1E03-FE76-54A0-F95F07C92013}"/>
          </ac:spMkLst>
        </pc:spChg>
        <pc:spChg chg="mod">
          <ac:chgData name="Jacqueline Ockwell" userId="79a11ae1-9a6a-4dce-9c68-e7607b2827ec" providerId="ADAL" clId="{97E97E31-5131-4F4F-B31F-4ACD8C1B3209}" dt="2026-03-02T20:39:28.881" v="219" actId="1076"/>
          <ac:spMkLst>
            <pc:docMk/>
            <pc:sldMk cId="3934189709" sldId="258"/>
            <ac:spMk id="7" creationId="{F4C454DE-9F1F-71B2-5576-58CD07960A25}"/>
          </ac:spMkLst>
        </pc:spChg>
        <pc:spChg chg="add del mod">
          <ac:chgData name="Jacqueline Ockwell" userId="79a11ae1-9a6a-4dce-9c68-e7607b2827ec" providerId="ADAL" clId="{97E97E31-5131-4F4F-B31F-4ACD8C1B3209}" dt="2026-03-02T20:38:10.507" v="201" actId="208"/>
          <ac:spMkLst>
            <pc:docMk/>
            <pc:sldMk cId="3934189709" sldId="258"/>
            <ac:spMk id="8" creationId="{3A9AD39B-4591-2915-5F9E-24588DCAA590}"/>
          </ac:spMkLst>
        </pc:spChg>
        <pc:picChg chg="add mod modCrop">
          <ac:chgData name="Jacqueline Ockwell" userId="79a11ae1-9a6a-4dce-9c68-e7607b2827ec" providerId="ADAL" clId="{97E97E31-5131-4F4F-B31F-4ACD8C1B3209}" dt="2026-03-02T20:43:26.085" v="264" actId="14100"/>
          <ac:picMkLst>
            <pc:docMk/>
            <pc:sldMk cId="3934189709" sldId="258"/>
            <ac:picMk id="3" creationId="{76D76C64-26A7-666C-880F-8EEEFD6D198C}"/>
          </ac:picMkLst>
        </pc:picChg>
        <pc:picChg chg="del mod">
          <ac:chgData name="Jacqueline Ockwell" userId="79a11ae1-9a6a-4dce-9c68-e7607b2827ec" providerId="ADAL" clId="{97E97E31-5131-4F4F-B31F-4ACD8C1B3209}" dt="2026-03-02T20:41:46.194" v="242" actId="478"/>
          <ac:picMkLst>
            <pc:docMk/>
            <pc:sldMk cId="3934189709" sldId="258"/>
            <ac:picMk id="9" creationId="{79A8045E-BF74-A2E9-BAB3-7D65F2198EDB}"/>
          </ac:picMkLst>
        </pc:picChg>
        <pc:picChg chg="add mod modCrop">
          <ac:chgData name="Jacqueline Ockwell" userId="79a11ae1-9a6a-4dce-9c68-e7607b2827ec" providerId="ADAL" clId="{97E97E31-5131-4F4F-B31F-4ACD8C1B3209}" dt="2026-03-02T20:43:23.226" v="263" actId="1076"/>
          <ac:picMkLst>
            <pc:docMk/>
            <pc:sldMk cId="3934189709" sldId="258"/>
            <ac:picMk id="10" creationId="{D1B7ECB5-1509-4F5B-AEFE-49572084DF4F}"/>
          </ac:picMkLst>
        </pc:picChg>
        <pc:picChg chg="del mod">
          <ac:chgData name="Jacqueline Ockwell" userId="79a11ae1-9a6a-4dce-9c68-e7607b2827ec" providerId="ADAL" clId="{97E97E31-5131-4F4F-B31F-4ACD8C1B3209}" dt="2026-03-02T20:42:17.710" v="250" actId="478"/>
          <ac:picMkLst>
            <pc:docMk/>
            <pc:sldMk cId="3934189709" sldId="258"/>
            <ac:picMk id="2052" creationId="{6527E632-ED4E-BC32-6D2A-13867A61EC66}"/>
          </ac:picMkLst>
        </pc:picChg>
      </pc:sldChg>
      <pc:sldChg chg="modSp mod">
        <pc:chgData name="Jacqueline Ockwell" userId="79a11ae1-9a6a-4dce-9c68-e7607b2827ec" providerId="ADAL" clId="{97E97E31-5131-4F4F-B31F-4ACD8C1B3209}" dt="2026-03-02T21:17:28.432" v="755" actId="255"/>
        <pc:sldMkLst>
          <pc:docMk/>
          <pc:sldMk cId="3200018761" sldId="259"/>
        </pc:sldMkLst>
        <pc:spChg chg="mod">
          <ac:chgData name="Jacqueline Ockwell" userId="79a11ae1-9a6a-4dce-9c68-e7607b2827ec" providerId="ADAL" clId="{97E97E31-5131-4F4F-B31F-4ACD8C1B3209}" dt="2026-03-02T21:17:28.432" v="755" actId="255"/>
          <ac:spMkLst>
            <pc:docMk/>
            <pc:sldMk cId="3200018761" sldId="259"/>
            <ac:spMk id="2" creationId="{29A7DE8D-4F26-4A56-8568-D2DFD83A81B8}"/>
          </ac:spMkLst>
        </pc:spChg>
        <pc:spChg chg="mod">
          <ac:chgData name="Jacqueline Ockwell" userId="79a11ae1-9a6a-4dce-9c68-e7607b2827ec" providerId="ADAL" clId="{97E97E31-5131-4F4F-B31F-4ACD8C1B3209}" dt="2026-03-02T21:17:10.458" v="751" actId="20577"/>
          <ac:spMkLst>
            <pc:docMk/>
            <pc:sldMk cId="3200018761" sldId="259"/>
            <ac:spMk id="4" creationId="{889FF08C-E006-FAD3-8AB3-2A3F0FD5C53D}"/>
          </ac:spMkLst>
        </pc:spChg>
        <pc:spChg chg="mod">
          <ac:chgData name="Jacqueline Ockwell" userId="79a11ae1-9a6a-4dce-9c68-e7607b2827ec" providerId="ADAL" clId="{97E97E31-5131-4F4F-B31F-4ACD8C1B3209}" dt="2026-03-02T21:17:11.942" v="752" actId="20577"/>
          <ac:spMkLst>
            <pc:docMk/>
            <pc:sldMk cId="3200018761" sldId="259"/>
            <ac:spMk id="5" creationId="{0EAA1E03-BA70-4716-7277-157BE455E43D}"/>
          </ac:spMkLst>
        </pc:spChg>
        <pc:picChg chg="mod">
          <ac:chgData name="Jacqueline Ockwell" userId="79a11ae1-9a6a-4dce-9c68-e7607b2827ec" providerId="ADAL" clId="{97E97E31-5131-4F4F-B31F-4ACD8C1B3209}" dt="2026-03-02T21:09:22.316" v="648" actId="1076"/>
          <ac:picMkLst>
            <pc:docMk/>
            <pc:sldMk cId="3200018761" sldId="259"/>
            <ac:picMk id="5122" creationId="{D864CC70-2F32-59EC-EE6E-BD37F4ACE706}"/>
          </ac:picMkLst>
        </pc:picChg>
        <pc:picChg chg="mod">
          <ac:chgData name="Jacqueline Ockwell" userId="79a11ae1-9a6a-4dce-9c68-e7607b2827ec" providerId="ADAL" clId="{97E97E31-5131-4F4F-B31F-4ACD8C1B3209}" dt="2026-03-02T21:09:31.487" v="651" actId="1076"/>
          <ac:picMkLst>
            <pc:docMk/>
            <pc:sldMk cId="3200018761" sldId="259"/>
            <ac:picMk id="5124" creationId="{563EF2DC-C67D-7016-AEA2-A5D307FA9FB9}"/>
          </ac:picMkLst>
        </pc:picChg>
        <pc:cxnChg chg="mod">
          <ac:chgData name="Jacqueline Ockwell" userId="79a11ae1-9a6a-4dce-9c68-e7607b2827ec" providerId="ADAL" clId="{97E97E31-5131-4F4F-B31F-4ACD8C1B3209}" dt="2026-03-02T21:09:36.848" v="654" actId="1076"/>
          <ac:cxnSpMkLst>
            <pc:docMk/>
            <pc:sldMk cId="3200018761" sldId="259"/>
            <ac:cxnSpMk id="6" creationId="{0CCFAC9C-61B5-8F4A-0FA3-8A76479ECF14}"/>
          </ac:cxnSpMkLst>
        </pc:cxnChg>
        <pc:cxnChg chg="mod">
          <ac:chgData name="Jacqueline Ockwell" userId="79a11ae1-9a6a-4dce-9c68-e7607b2827ec" providerId="ADAL" clId="{97E97E31-5131-4F4F-B31F-4ACD8C1B3209}" dt="2026-03-02T21:09:48.879" v="660" actId="1076"/>
          <ac:cxnSpMkLst>
            <pc:docMk/>
            <pc:sldMk cId="3200018761" sldId="259"/>
            <ac:cxnSpMk id="7" creationId="{C8FA6648-3769-7303-79A3-99534A0B4B8C}"/>
          </ac:cxnSpMkLst>
        </pc:cxnChg>
      </pc:sldChg>
      <pc:sldChg chg="addSp delSp modSp mod">
        <pc:chgData name="Jacqueline Ockwell" userId="79a11ae1-9a6a-4dce-9c68-e7607b2827ec" providerId="ADAL" clId="{97E97E31-5131-4F4F-B31F-4ACD8C1B3209}" dt="2026-03-02T21:02:12.578" v="552" actId="1076"/>
        <pc:sldMkLst>
          <pc:docMk/>
          <pc:sldMk cId="743489444" sldId="260"/>
        </pc:sldMkLst>
        <pc:spChg chg="add mod">
          <ac:chgData name="Jacqueline Ockwell" userId="79a11ae1-9a6a-4dce-9c68-e7607b2827ec" providerId="ADAL" clId="{97E97E31-5131-4F4F-B31F-4ACD8C1B3209}" dt="2026-03-02T21:02:12.578" v="552" actId="1076"/>
          <ac:spMkLst>
            <pc:docMk/>
            <pc:sldMk cId="743489444" sldId="260"/>
            <ac:spMk id="4" creationId="{3B1C38C6-7F91-8BDD-C3D2-DFE3DBB03567}"/>
          </ac:spMkLst>
        </pc:spChg>
        <pc:spChg chg="mod">
          <ac:chgData name="Jacqueline Ockwell" userId="79a11ae1-9a6a-4dce-9c68-e7607b2827ec" providerId="ADAL" clId="{97E97E31-5131-4F4F-B31F-4ACD8C1B3209}" dt="2026-03-02T20:51:09.998" v="369" actId="14100"/>
          <ac:spMkLst>
            <pc:docMk/>
            <pc:sldMk cId="743489444" sldId="260"/>
            <ac:spMk id="6" creationId="{5BC95F97-D183-C47B-E404-04619A704F48}"/>
          </ac:spMkLst>
        </pc:spChg>
        <pc:spChg chg="add del mod">
          <ac:chgData name="Jacqueline Ockwell" userId="79a11ae1-9a6a-4dce-9c68-e7607b2827ec" providerId="ADAL" clId="{97E97E31-5131-4F4F-B31F-4ACD8C1B3209}" dt="2026-03-02T20:58:14.027" v="483" actId="21"/>
          <ac:spMkLst>
            <pc:docMk/>
            <pc:sldMk cId="743489444" sldId="260"/>
            <ac:spMk id="7" creationId="{100D4211-A1D7-3857-CCD5-7F985006C7C1}"/>
          </ac:spMkLst>
        </pc:spChg>
        <pc:spChg chg="mod">
          <ac:chgData name="Jacqueline Ockwell" userId="79a11ae1-9a6a-4dce-9c68-e7607b2827ec" providerId="ADAL" clId="{97E97E31-5131-4F4F-B31F-4ACD8C1B3209}" dt="2026-03-02T21:00:49.982" v="527" actId="1076"/>
          <ac:spMkLst>
            <pc:docMk/>
            <pc:sldMk cId="743489444" sldId="260"/>
            <ac:spMk id="8" creationId="{2B26DB1E-C98C-8CD8-E3C4-DA6AD96C587D}"/>
          </ac:spMkLst>
        </pc:spChg>
        <pc:spChg chg="del">
          <ac:chgData name="Jacqueline Ockwell" userId="79a11ae1-9a6a-4dce-9c68-e7607b2827ec" providerId="ADAL" clId="{97E97E31-5131-4F4F-B31F-4ACD8C1B3209}" dt="2026-03-02T20:44:16.730" v="270" actId="478"/>
          <ac:spMkLst>
            <pc:docMk/>
            <pc:sldMk cId="743489444" sldId="260"/>
            <ac:spMk id="9" creationId="{40A39F75-0B3D-201A-AB79-3A498249C76F}"/>
          </ac:spMkLst>
        </pc:spChg>
        <pc:spChg chg="del mod">
          <ac:chgData name="Jacqueline Ockwell" userId="79a11ae1-9a6a-4dce-9c68-e7607b2827ec" providerId="ADAL" clId="{97E97E31-5131-4F4F-B31F-4ACD8C1B3209}" dt="2026-03-02T20:53:35.665" v="410" actId="478"/>
          <ac:spMkLst>
            <pc:docMk/>
            <pc:sldMk cId="743489444" sldId="260"/>
            <ac:spMk id="10" creationId="{6B63507B-01F7-6C06-DDCA-BF7597F6DE00}"/>
          </ac:spMkLst>
        </pc:spChg>
        <pc:spChg chg="add mod">
          <ac:chgData name="Jacqueline Ockwell" userId="79a11ae1-9a6a-4dce-9c68-e7607b2827ec" providerId="ADAL" clId="{97E97E31-5131-4F4F-B31F-4ACD8C1B3209}" dt="2026-03-02T21:01:21.983" v="536" actId="207"/>
          <ac:spMkLst>
            <pc:docMk/>
            <pc:sldMk cId="743489444" sldId="260"/>
            <ac:spMk id="14" creationId="{100D4211-A1D7-3857-CCD5-7F985006C7C1}"/>
          </ac:spMkLst>
        </pc:spChg>
        <pc:picChg chg="add mod">
          <ac:chgData name="Jacqueline Ockwell" userId="79a11ae1-9a6a-4dce-9c68-e7607b2827ec" providerId="ADAL" clId="{97E97E31-5131-4F4F-B31F-4ACD8C1B3209}" dt="2026-03-02T21:00:52.105" v="528" actId="1076"/>
          <ac:picMkLst>
            <pc:docMk/>
            <pc:sldMk cId="743489444" sldId="260"/>
            <ac:picMk id="2" creationId="{63645ED5-800E-19A7-C37D-405FA388D44C}"/>
          </ac:picMkLst>
        </pc:picChg>
        <pc:picChg chg="add del mod">
          <ac:chgData name="Jacqueline Ockwell" userId="79a11ae1-9a6a-4dce-9c68-e7607b2827ec" providerId="ADAL" clId="{97E97E31-5131-4F4F-B31F-4ACD8C1B3209}" dt="2026-03-02T20:53:29.216" v="407" actId="478"/>
          <ac:picMkLst>
            <pc:docMk/>
            <pc:sldMk cId="743489444" sldId="260"/>
            <ac:picMk id="3" creationId="{86181675-90CA-DFB3-95E0-C396B9B66928}"/>
          </ac:picMkLst>
        </pc:picChg>
        <pc:picChg chg="add mod">
          <ac:chgData name="Jacqueline Ockwell" userId="79a11ae1-9a6a-4dce-9c68-e7607b2827ec" providerId="ADAL" clId="{97E97E31-5131-4F4F-B31F-4ACD8C1B3209}" dt="2026-03-02T20:57:59.498" v="481" actId="1076"/>
          <ac:picMkLst>
            <pc:docMk/>
            <pc:sldMk cId="743489444" sldId="260"/>
            <ac:picMk id="5" creationId="{453FF212-170A-BBA6-C75B-A3F01373282B}"/>
          </ac:picMkLst>
        </pc:picChg>
        <pc:picChg chg="add mod">
          <ac:chgData name="Jacqueline Ockwell" userId="79a11ae1-9a6a-4dce-9c68-e7607b2827ec" providerId="ADAL" clId="{97E97E31-5131-4F4F-B31F-4ACD8C1B3209}" dt="2026-03-02T21:01:00.263" v="530" actId="1076"/>
          <ac:picMkLst>
            <pc:docMk/>
            <pc:sldMk cId="743489444" sldId="260"/>
            <ac:picMk id="15" creationId="{2C81D491-991E-D8E2-134E-08ADE1AF548F}"/>
          </ac:picMkLst>
        </pc:picChg>
        <pc:picChg chg="mod">
          <ac:chgData name="Jacqueline Ockwell" userId="79a11ae1-9a6a-4dce-9c68-e7607b2827ec" providerId="ADAL" clId="{97E97E31-5131-4F4F-B31F-4ACD8C1B3209}" dt="2026-03-02T21:01:16.670" v="535" actId="1076"/>
          <ac:picMkLst>
            <pc:docMk/>
            <pc:sldMk cId="743489444" sldId="260"/>
            <ac:picMk id="3074" creationId="{0A147BCB-754B-224C-C7FB-7EA88D08BCB1}"/>
          </ac:picMkLst>
        </pc:picChg>
        <pc:cxnChg chg="del">
          <ac:chgData name="Jacqueline Ockwell" userId="79a11ae1-9a6a-4dce-9c68-e7607b2827ec" providerId="ADAL" clId="{97E97E31-5131-4F4F-B31F-4ACD8C1B3209}" dt="2026-03-02T20:44:11.538" v="267" actId="478"/>
          <ac:cxnSpMkLst>
            <pc:docMk/>
            <pc:sldMk cId="743489444" sldId="260"/>
            <ac:cxnSpMk id="11" creationId="{B4B8851F-4677-C687-2CCD-3E141371CB61}"/>
          </ac:cxnSpMkLst>
        </pc:cxnChg>
        <pc:cxnChg chg="del">
          <ac:chgData name="Jacqueline Ockwell" userId="79a11ae1-9a6a-4dce-9c68-e7607b2827ec" providerId="ADAL" clId="{97E97E31-5131-4F4F-B31F-4ACD8C1B3209}" dt="2026-03-02T20:44:12.835" v="268" actId="478"/>
          <ac:cxnSpMkLst>
            <pc:docMk/>
            <pc:sldMk cId="743489444" sldId="260"/>
            <ac:cxnSpMk id="12" creationId="{AA10FA8A-D70F-5082-3B80-996AB903C52F}"/>
          </ac:cxnSpMkLst>
        </pc:cxnChg>
      </pc:sldChg>
      <pc:sldChg chg="modSp mod">
        <pc:chgData name="Jacqueline Ockwell" userId="79a11ae1-9a6a-4dce-9c68-e7607b2827ec" providerId="ADAL" clId="{97E97E31-5131-4F4F-B31F-4ACD8C1B3209}" dt="2026-03-02T21:18:00.333" v="763" actId="1076"/>
        <pc:sldMkLst>
          <pc:docMk/>
          <pc:sldMk cId="3607907412" sldId="261"/>
        </pc:sldMkLst>
        <pc:spChg chg="mod ord">
          <ac:chgData name="Jacqueline Ockwell" userId="79a11ae1-9a6a-4dce-9c68-e7607b2827ec" providerId="ADAL" clId="{97E97E31-5131-4F4F-B31F-4ACD8C1B3209}" dt="2026-03-02T21:17:53.560" v="760" actId="1076"/>
          <ac:spMkLst>
            <pc:docMk/>
            <pc:sldMk cId="3607907412" sldId="261"/>
            <ac:spMk id="14" creationId="{3385BA00-37A2-31FC-AFBB-430F83C6D108}"/>
          </ac:spMkLst>
        </pc:spChg>
        <pc:spChg chg="mod">
          <ac:chgData name="Jacqueline Ockwell" userId="79a11ae1-9a6a-4dce-9c68-e7607b2827ec" providerId="ADAL" clId="{97E97E31-5131-4F4F-B31F-4ACD8C1B3209}" dt="2026-03-02T21:17:48.919" v="759" actId="14100"/>
          <ac:spMkLst>
            <pc:docMk/>
            <pc:sldMk cId="3607907412" sldId="261"/>
            <ac:spMk id="15" creationId="{0F77553A-B35E-298C-BDF4-E94667356716}"/>
          </ac:spMkLst>
        </pc:spChg>
        <pc:picChg chg="mod">
          <ac:chgData name="Jacqueline Ockwell" userId="79a11ae1-9a6a-4dce-9c68-e7607b2827ec" providerId="ADAL" clId="{97E97E31-5131-4F4F-B31F-4ACD8C1B3209}" dt="2026-03-02T21:18:00.333" v="763" actId="1076"/>
          <ac:picMkLst>
            <pc:docMk/>
            <pc:sldMk cId="3607907412" sldId="261"/>
            <ac:picMk id="4099" creationId="{B1B32C86-D790-D6F6-64C0-393CC392B50A}"/>
          </ac:picMkLst>
        </pc:picChg>
      </pc:sldChg>
      <pc:sldChg chg="addSp delSp modSp mod">
        <pc:chgData name="Jacqueline Ockwell" userId="79a11ae1-9a6a-4dce-9c68-e7607b2827ec" providerId="ADAL" clId="{97E97E31-5131-4F4F-B31F-4ACD8C1B3209}" dt="2026-03-02T21:18:18.333" v="765" actId="478"/>
        <pc:sldMkLst>
          <pc:docMk/>
          <pc:sldMk cId="1347804816" sldId="262"/>
        </pc:sldMkLst>
        <pc:spChg chg="mod">
          <ac:chgData name="Jacqueline Ockwell" userId="79a11ae1-9a6a-4dce-9c68-e7607b2827ec" providerId="ADAL" clId="{97E97E31-5131-4F4F-B31F-4ACD8C1B3209}" dt="2026-03-02T21:16:53.411" v="750" actId="1076"/>
          <ac:spMkLst>
            <pc:docMk/>
            <pc:sldMk cId="1347804816" sldId="262"/>
            <ac:spMk id="2" creationId="{79AFE6D6-13A9-17EA-61A4-A03EF7D48A18}"/>
          </ac:spMkLst>
        </pc:spChg>
        <pc:spChg chg="mod">
          <ac:chgData name="Jacqueline Ockwell" userId="79a11ae1-9a6a-4dce-9c68-e7607b2827ec" providerId="ADAL" clId="{97E97E31-5131-4F4F-B31F-4ACD8C1B3209}" dt="2026-03-02T21:16:50.083" v="749" actId="1076"/>
          <ac:spMkLst>
            <pc:docMk/>
            <pc:sldMk cId="1347804816" sldId="262"/>
            <ac:spMk id="3" creationId="{8BED5A7E-00A7-DD5C-4F55-AC82160630B5}"/>
          </ac:spMkLst>
        </pc:spChg>
        <pc:spChg chg="add del">
          <ac:chgData name="Jacqueline Ockwell" userId="79a11ae1-9a6a-4dce-9c68-e7607b2827ec" providerId="ADAL" clId="{97E97E31-5131-4F4F-B31F-4ACD8C1B3209}" dt="2026-03-02T21:15:12.110" v="722" actId="478"/>
          <ac:spMkLst>
            <pc:docMk/>
            <pc:sldMk cId="1347804816" sldId="262"/>
            <ac:spMk id="4" creationId="{BEC8ADCF-97C0-D482-1B5A-CB4F2314B8E4}"/>
          </ac:spMkLst>
        </pc:spChg>
        <pc:picChg chg="add del">
          <ac:chgData name="Jacqueline Ockwell" userId="79a11ae1-9a6a-4dce-9c68-e7607b2827ec" providerId="ADAL" clId="{97E97E31-5131-4F4F-B31F-4ACD8C1B3209}" dt="2026-03-02T21:18:18.333" v="765" actId="478"/>
          <ac:picMkLst>
            <pc:docMk/>
            <pc:sldMk cId="1347804816" sldId="262"/>
            <ac:picMk id="5" creationId="{11337534-AE13-B262-31F9-E1B24CA2DB33}"/>
          </ac:picMkLst>
        </pc:picChg>
        <pc:picChg chg="mod">
          <ac:chgData name="Jacqueline Ockwell" userId="79a11ae1-9a6a-4dce-9c68-e7607b2827ec" providerId="ADAL" clId="{97E97E31-5131-4F4F-B31F-4ACD8C1B3209}" dt="2026-03-02T21:16:45.083" v="747" actId="1076"/>
          <ac:picMkLst>
            <pc:docMk/>
            <pc:sldMk cId="1347804816" sldId="262"/>
            <ac:picMk id="6146" creationId="{96D311A7-54FB-C4B9-12E7-5CE6AFA01ACE}"/>
          </ac:picMkLst>
        </pc:picChg>
      </pc:sldChg>
      <pc:sldChg chg="del">
        <pc:chgData name="Jacqueline Ockwell" userId="79a11ae1-9a6a-4dce-9c68-e7607b2827ec" providerId="ADAL" clId="{97E97E31-5131-4F4F-B31F-4ACD8C1B3209}" dt="2026-03-02T23:15:55.218" v="1031" actId="47"/>
        <pc:sldMkLst>
          <pc:docMk/>
          <pc:sldMk cId="2751227410" sldId="264"/>
        </pc:sldMkLst>
      </pc:sldChg>
      <pc:sldChg chg="del">
        <pc:chgData name="Jacqueline Ockwell" userId="79a11ae1-9a6a-4dce-9c68-e7607b2827ec" providerId="ADAL" clId="{97E97E31-5131-4F4F-B31F-4ACD8C1B3209}" dt="2026-03-02T23:15:59.322" v="1032" actId="47"/>
        <pc:sldMkLst>
          <pc:docMk/>
          <pc:sldMk cId="4115079045" sldId="265"/>
        </pc:sldMkLst>
      </pc:sldChg>
      <pc:sldChg chg="addSp modSp new mod">
        <pc:chgData name="Jacqueline Ockwell" userId="79a11ae1-9a6a-4dce-9c68-e7607b2827ec" providerId="ADAL" clId="{97E97E31-5131-4F4F-B31F-4ACD8C1B3209}" dt="2026-03-02T23:11:35.172" v="978" actId="1076"/>
        <pc:sldMkLst>
          <pc:docMk/>
          <pc:sldMk cId="822512611" sldId="266"/>
        </pc:sldMkLst>
        <pc:spChg chg="add mod">
          <ac:chgData name="Jacqueline Ockwell" userId="79a11ae1-9a6a-4dce-9c68-e7607b2827ec" providerId="ADAL" clId="{97E97E31-5131-4F4F-B31F-4ACD8C1B3209}" dt="2026-03-02T23:11:35.172" v="978" actId="1076"/>
          <ac:spMkLst>
            <pc:docMk/>
            <pc:sldMk cId="822512611" sldId="266"/>
            <ac:spMk id="9" creationId="{B942517A-673A-34FB-05BD-C20D27513B7A}"/>
          </ac:spMkLst>
        </pc:spChg>
        <pc:spChg chg="add mod">
          <ac:chgData name="Jacqueline Ockwell" userId="79a11ae1-9a6a-4dce-9c68-e7607b2827ec" providerId="ADAL" clId="{97E97E31-5131-4F4F-B31F-4ACD8C1B3209}" dt="2026-03-02T23:11:12.174" v="912" actId="1076"/>
          <ac:spMkLst>
            <pc:docMk/>
            <pc:sldMk cId="822512611" sldId="266"/>
            <ac:spMk id="10" creationId="{E993B55B-B09C-E458-1D33-FCDC2F69064E}"/>
          </ac:spMkLst>
        </pc:spChg>
        <pc:spChg chg="add mod">
          <ac:chgData name="Jacqueline Ockwell" userId="79a11ae1-9a6a-4dce-9c68-e7607b2827ec" providerId="ADAL" clId="{97E97E31-5131-4F4F-B31F-4ACD8C1B3209}" dt="2026-03-02T23:07:19.133" v="844" actId="1076"/>
          <ac:spMkLst>
            <pc:docMk/>
            <pc:sldMk cId="822512611" sldId="266"/>
            <ac:spMk id="11" creationId="{F5D66D93-22BE-0052-A760-DBC08DF08898}"/>
          </ac:spMkLst>
        </pc:spChg>
        <pc:picChg chg="add mod">
          <ac:chgData name="Jacqueline Ockwell" userId="79a11ae1-9a6a-4dce-9c68-e7607b2827ec" providerId="ADAL" clId="{97E97E31-5131-4F4F-B31F-4ACD8C1B3209}" dt="2026-03-02T23:00:52.010" v="767"/>
          <ac:picMkLst>
            <pc:docMk/>
            <pc:sldMk cId="822512611" sldId="266"/>
            <ac:picMk id="2" creationId="{282D65DE-A621-1523-73E6-1501A571D9EF}"/>
          </ac:picMkLst>
        </pc:picChg>
        <pc:picChg chg="add mod">
          <ac:chgData name="Jacqueline Ockwell" userId="79a11ae1-9a6a-4dce-9c68-e7607b2827ec" providerId="ADAL" clId="{97E97E31-5131-4F4F-B31F-4ACD8C1B3209}" dt="2026-03-02T23:06:11.676" v="828" actId="1076"/>
          <ac:picMkLst>
            <pc:docMk/>
            <pc:sldMk cId="822512611" sldId="266"/>
            <ac:picMk id="3" creationId="{A6468EF2-6CC3-3318-CA8E-EBE8C361EBA3}"/>
          </ac:picMkLst>
        </pc:picChg>
        <pc:picChg chg="add mod">
          <ac:chgData name="Jacqueline Ockwell" userId="79a11ae1-9a6a-4dce-9c68-e7607b2827ec" providerId="ADAL" clId="{97E97E31-5131-4F4F-B31F-4ACD8C1B3209}" dt="2026-03-02T23:06:23.772" v="832" actId="1076"/>
          <ac:picMkLst>
            <pc:docMk/>
            <pc:sldMk cId="822512611" sldId="266"/>
            <ac:picMk id="5" creationId="{0B9FEE40-889C-D9A2-ADF1-ECC2712D39FC}"/>
          </ac:picMkLst>
        </pc:picChg>
        <pc:picChg chg="add mod">
          <ac:chgData name="Jacqueline Ockwell" userId="79a11ae1-9a6a-4dce-9c68-e7607b2827ec" providerId="ADAL" clId="{97E97E31-5131-4F4F-B31F-4ACD8C1B3209}" dt="2026-03-02T23:06:19.420" v="831" actId="1076"/>
          <ac:picMkLst>
            <pc:docMk/>
            <pc:sldMk cId="822512611" sldId="266"/>
            <ac:picMk id="6" creationId="{0C004FEC-A72B-94E3-A89C-7EC91AB4ED09}"/>
          </ac:picMkLst>
        </pc:picChg>
        <pc:picChg chg="add mod">
          <ac:chgData name="Jacqueline Ockwell" userId="79a11ae1-9a6a-4dce-9c68-e7607b2827ec" providerId="ADAL" clId="{97E97E31-5131-4F4F-B31F-4ACD8C1B3209}" dt="2026-03-02T23:06:17.180" v="830" actId="1076"/>
          <ac:picMkLst>
            <pc:docMk/>
            <pc:sldMk cId="822512611" sldId="266"/>
            <ac:picMk id="7" creationId="{7D6F35CC-6581-2F08-DCC5-8C49E73846BE}"/>
          </ac:picMkLst>
        </pc:picChg>
        <pc:picChg chg="add mod">
          <ac:chgData name="Jacqueline Ockwell" userId="79a11ae1-9a6a-4dce-9c68-e7607b2827ec" providerId="ADAL" clId="{97E97E31-5131-4F4F-B31F-4ACD8C1B3209}" dt="2026-03-02T23:06:02.046" v="825" actId="1076"/>
          <ac:picMkLst>
            <pc:docMk/>
            <pc:sldMk cId="822512611" sldId="266"/>
            <ac:picMk id="8" creationId="{D7857A15-C059-B12D-6F8E-C058E0907B84}"/>
          </ac:picMkLst>
        </pc:picChg>
      </pc:sldChg>
      <pc:sldChg chg="addSp delSp modSp add mod setBg delDesignElem">
        <pc:chgData name="Jacqueline Ockwell" userId="79a11ae1-9a6a-4dce-9c68-e7607b2827ec" providerId="ADAL" clId="{97E97E31-5131-4F4F-B31F-4ACD8C1B3209}" dt="2026-03-02T23:15:51.516" v="1030" actId="1076"/>
        <pc:sldMkLst>
          <pc:docMk/>
          <pc:sldMk cId="4138134786" sldId="267"/>
        </pc:sldMkLst>
        <pc:spChg chg="mod">
          <ac:chgData name="Jacqueline Ockwell" userId="79a11ae1-9a6a-4dce-9c68-e7607b2827ec" providerId="ADAL" clId="{97E97E31-5131-4F4F-B31F-4ACD8C1B3209}" dt="2026-03-02T23:15:47.791" v="1028" actId="1076"/>
          <ac:spMkLst>
            <pc:docMk/>
            <pc:sldMk cId="4138134786" sldId="267"/>
            <ac:spMk id="9" creationId="{2A1A03B2-A0A8-2BB7-94CE-4069FDAC370C}"/>
          </ac:spMkLst>
        </pc:spChg>
        <pc:spChg chg="mod">
          <ac:chgData name="Jacqueline Ockwell" userId="79a11ae1-9a6a-4dce-9c68-e7607b2827ec" providerId="ADAL" clId="{97E97E31-5131-4F4F-B31F-4ACD8C1B3209}" dt="2026-03-02T23:15:51.516" v="1030" actId="1076"/>
          <ac:spMkLst>
            <pc:docMk/>
            <pc:sldMk cId="4138134786" sldId="267"/>
            <ac:spMk id="10" creationId="{70BDF1BC-F40B-4B95-21EB-64EAD514D9D2}"/>
          </ac:spMkLst>
        </pc:spChg>
        <pc:spChg chg="mod">
          <ac:chgData name="Jacqueline Ockwell" userId="79a11ae1-9a6a-4dce-9c68-e7607b2827ec" providerId="ADAL" clId="{97E97E31-5131-4F4F-B31F-4ACD8C1B3209}" dt="2026-03-02T23:15:49.423" v="1029" actId="1076"/>
          <ac:spMkLst>
            <pc:docMk/>
            <pc:sldMk cId="4138134786" sldId="267"/>
            <ac:spMk id="11" creationId="{09B4BFB5-4F71-4215-6B09-082D1B262583}"/>
          </ac:spMkLst>
        </pc:spChg>
        <pc:spChg chg="del">
          <ac:chgData name="Jacqueline Ockwell" userId="79a11ae1-9a6a-4dce-9c68-e7607b2827ec" providerId="ADAL" clId="{97E97E31-5131-4F4F-B31F-4ACD8C1B3209}" dt="2026-03-02T23:12:07.231" v="980"/>
          <ac:spMkLst>
            <pc:docMk/>
            <pc:sldMk cId="4138134786" sldId="267"/>
            <ac:spMk id="3079" creationId="{42A4FC2C-047E-45A5-965D-8E1E3BF09BC6}"/>
          </ac:spMkLst>
        </pc:spChg>
        <pc:graphicFrameChg chg="del modGraphic">
          <ac:chgData name="Jacqueline Ockwell" userId="79a11ae1-9a6a-4dce-9c68-e7607b2827ec" providerId="ADAL" clId="{97E97E31-5131-4F4F-B31F-4ACD8C1B3209}" dt="2026-03-02T23:13:05.505" v="982" actId="21"/>
          <ac:graphicFrameMkLst>
            <pc:docMk/>
            <pc:sldMk cId="4138134786" sldId="267"/>
            <ac:graphicFrameMk id="2" creationId="{F94568C0-9299-4B04-5E76-3C1224249D6D}"/>
          </ac:graphicFrameMkLst>
        </pc:graphicFrameChg>
        <pc:graphicFrameChg chg="add mod modGraphic">
          <ac:chgData name="Jacqueline Ockwell" userId="79a11ae1-9a6a-4dce-9c68-e7607b2827ec" providerId="ADAL" clId="{97E97E31-5131-4F4F-B31F-4ACD8C1B3209}" dt="2026-03-02T23:15:06.141" v="1022" actId="207"/>
          <ac:graphicFrameMkLst>
            <pc:docMk/>
            <pc:sldMk cId="4138134786" sldId="267"/>
            <ac:graphicFrameMk id="3" creationId="{DE585B9F-FEC4-D896-2819-86519FDA2D5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99F61-C055-84F4-0661-BD5B8BB32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31B14-867A-B652-5705-AEF4CF477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C5097-93C5-3A22-0055-CDF20171B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D17E-CE83-4F06-9F52-08AE01D9695B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C49DE-E2A5-B343-5DBA-E6CB67AAD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EFAB5-141F-E10E-43A8-BCA81CCAC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189-5591-4BA9-BCB5-062CDC60B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314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9999-5A2B-3DEC-8C9C-001C7D50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25031-8B58-9C11-AED7-26E008FD0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8ACD0-A41F-E01B-5EA2-1E8032B3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D17E-CE83-4F06-9F52-08AE01D9695B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40775-8EB4-79C3-F24A-5EF080FA6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5AC58-11E1-C8D2-DF51-4BC94713B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189-5591-4BA9-BCB5-062CDC60B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7237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627A-D79E-DCC6-920C-014CC2CF8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2253D-6BC4-68C6-0A9B-D32342047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B0A47-EBEA-F3F3-EE8E-D1B7A910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D17E-CE83-4F06-9F52-08AE01D9695B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9CE5A-36B0-01F7-0446-B4F07035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191D6-31DA-8663-2172-EB591183C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189-5591-4BA9-BCB5-062CDC60B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642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03CC-BF75-D26C-0E0E-5168FCC80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B728E-8A31-F051-3D46-2093F4201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AA0D6-B1D3-2923-4310-BA9203A07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C82C7-0EE6-A744-56E7-B0A537F2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D17E-CE83-4F06-9F52-08AE01D9695B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2E32E-2A87-E6E2-404E-73B6A33ED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6AC63-CBFE-42B9-6A44-83C5093A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189-5591-4BA9-BCB5-062CDC60B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1514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4C63E-3366-867D-F316-5830BDACF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28B69-45C7-3C47-59C2-2A48E06D8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E27A4-63D4-D4FC-1BE1-374587059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B6EF19-442D-AFBD-ED19-1D35EB41F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B97DB-4F09-BADC-2EF9-7AAE3D0E63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38B37-DBB2-5369-C6F7-AD51103F4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D17E-CE83-4F06-9F52-08AE01D9695B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2FCDF5-E962-22A4-C725-9C78D142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9BE8A-AF35-55A5-03C9-7B6C3BB0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189-5591-4BA9-BCB5-062CDC60B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0566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2AD8-9A9F-99AC-B188-F178AD6D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C7EE1D-A58E-E4CD-A439-CF27FA3B6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D17E-CE83-4F06-9F52-08AE01D9695B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81B7FF-FB4D-4973-DF71-AC680A2D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3BA48-D321-F1D9-A70B-3AFCCAA0D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189-5591-4BA9-BCB5-062CDC60B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4889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2F98EA-628D-7595-635E-B62B1424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D17E-CE83-4F06-9F52-08AE01D9695B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F268C9-F286-BFF3-349C-ADF03AB61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97738-75E7-1F15-0D22-8D7D8BD1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189-5591-4BA9-BCB5-062CDC60B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334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9BE6-9B2D-5BEA-08DF-469AF56E2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0C8F-4391-D924-E90B-C7F888357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A0B70-CD1D-553F-6BEE-2AD44C286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F2FEB-E53C-07E3-4F65-66302DA0F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D17E-CE83-4F06-9F52-08AE01D9695B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BA47B-A742-BE67-D541-F69D4FA3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4D362-D8CF-13F9-E119-2751EA46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189-5591-4BA9-BCB5-062CDC60B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654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EE62D-D828-40CD-54BE-5108EB91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22BC0E-5889-BDFA-9CCB-99E7B8848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E246F-36D8-39CD-1D2E-4D35EE2DC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3A48B-B138-6DA6-FD57-D67EEBE8E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D17E-CE83-4F06-9F52-08AE01D9695B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C2A29-564E-7F0C-DFA3-352EDFF6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DCFE3-8D93-A706-047E-78C23802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189-5591-4BA9-BCB5-062CDC60B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32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ECC8-FEDC-BB9F-E169-D2DFBBF54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6841D-6959-55EC-9B31-77A5415EC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03D54-BC5A-483C-CA53-AF777841D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D17E-CE83-4F06-9F52-08AE01D9695B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12B9C-F69B-E43B-EC6C-7E446F3E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E29D5-5FDC-FE11-F7DF-7C8D243F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189-5591-4BA9-BCB5-062CDC60B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915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07E3B9-8670-A35C-1F5F-C97EA0FB3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4232B-990A-427E-0D91-BD37F9212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C1FC8-A170-8BB8-B303-75AC0720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D17E-CE83-4F06-9F52-08AE01D9695B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290E1-BF1E-0F4E-DB10-617FFEA7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E0F0A-F9B8-41BA-B533-160F904D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1189-5591-4BA9-BCB5-062CDC60B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11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C6FBE3-6775-207B-6638-EE5309405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1EA87-06E4-8C6D-A035-25C7A1D6C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0B8E0-C604-8CC4-C9BD-DF1E5317A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5D17E-CE83-4F06-9F52-08AE01D9695B}" type="datetimeFigureOut">
              <a:rPr lang="en-AU" smtClean="0"/>
              <a:t>3/03/2026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68297-FC58-7B1E-7842-ABC43266F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82B7B-0C7C-A585-9362-3EDE0C9AE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11189-5591-4BA9-BCB5-062CDC60B8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208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31B4C7-E67D-04F6-792B-345854C7C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21" y="708722"/>
            <a:ext cx="1936336" cy="6994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26ED03-0BB3-AB69-85BC-0750BAF2A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545" y="708721"/>
            <a:ext cx="5500764" cy="699469"/>
          </a:xfrm>
          <a:prstGeom prst="rect">
            <a:avLst/>
          </a:prstGeom>
        </p:spPr>
      </p:pic>
      <p:pic>
        <p:nvPicPr>
          <p:cNvPr id="1026" name="Picture 2" descr="Samuel Tupou: The Wall - Artspace Mackay">
            <a:extLst>
              <a:ext uri="{FF2B5EF4-FFF2-40B4-BE49-F238E27FC236}">
                <a16:creationId xmlns:a16="http://schemas.microsoft.com/office/drawing/2014/main" id="{B2F6A759-D518-E83F-22D8-5019F134D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5" y="3416107"/>
            <a:ext cx="6628012" cy="2930279"/>
          </a:xfrm>
          <a:prstGeom prst="rect">
            <a:avLst/>
          </a:prstGeom>
          <a:noFill/>
          <a:ln>
            <a:solidFill>
              <a:srgbClr val="13A9D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07C59B-F192-74FD-3121-B29501358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233" y="112683"/>
            <a:ext cx="10083533" cy="6477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FF3107-DF6C-AB82-92D5-334A26B13DEC}"/>
              </a:ext>
            </a:extLst>
          </p:cNvPr>
          <p:cNvSpPr txBox="1"/>
          <p:nvPr/>
        </p:nvSpPr>
        <p:spPr>
          <a:xfrm>
            <a:off x="361725" y="1952447"/>
            <a:ext cx="6628012" cy="919401"/>
          </a:xfrm>
          <a:prstGeom prst="roundRect">
            <a:avLst/>
          </a:prstGeom>
          <a:solidFill>
            <a:srgbClr val="98436B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This experiment investigates how artists represent people beyond physical likeness to communicate identity, internal experience, and cultural memory.</a:t>
            </a:r>
            <a:endParaRPr lang="en-AU" sz="1600" b="1" dirty="0">
              <a:solidFill>
                <a:schemeClr val="bg1"/>
              </a:solidFill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F20B3937-05ED-5BE3-BA0C-E89541B3EAFF}"/>
              </a:ext>
            </a:extLst>
          </p:cNvPr>
          <p:cNvSpPr txBox="1"/>
          <p:nvPr/>
        </p:nvSpPr>
        <p:spPr>
          <a:xfrm>
            <a:off x="7918401" y="1417165"/>
            <a:ext cx="3911874" cy="1792856"/>
          </a:xfrm>
          <a:custGeom>
            <a:avLst/>
            <a:gdLst>
              <a:gd name="csX0" fmla="*/ 0 w 3911874"/>
              <a:gd name="csY0" fmla="*/ 896428 h 1792856"/>
              <a:gd name="csX1" fmla="*/ 1955937 w 3911874"/>
              <a:gd name="csY1" fmla="*/ 0 h 1792856"/>
              <a:gd name="csX2" fmla="*/ 3911874 w 3911874"/>
              <a:gd name="csY2" fmla="*/ 896428 h 1792856"/>
              <a:gd name="csX3" fmla="*/ 1955937 w 3911874"/>
              <a:gd name="csY3" fmla="*/ 1792856 h 1792856"/>
              <a:gd name="csX4" fmla="*/ 0 w 3911874"/>
              <a:gd name="csY4" fmla="*/ 896428 h 17928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11874" h="1792856" fill="none" extrusionOk="0">
                <a:moveTo>
                  <a:pt x="0" y="896428"/>
                </a:moveTo>
                <a:cubicBezTo>
                  <a:pt x="-181608" y="326941"/>
                  <a:pt x="769446" y="192006"/>
                  <a:pt x="1955937" y="0"/>
                </a:cubicBezTo>
                <a:cubicBezTo>
                  <a:pt x="3047821" y="13377"/>
                  <a:pt x="3954121" y="444532"/>
                  <a:pt x="3911874" y="896428"/>
                </a:cubicBezTo>
                <a:cubicBezTo>
                  <a:pt x="3688500" y="1323060"/>
                  <a:pt x="3202424" y="1984854"/>
                  <a:pt x="1955937" y="1792856"/>
                </a:cubicBezTo>
                <a:cubicBezTo>
                  <a:pt x="857569" y="1817373"/>
                  <a:pt x="-34828" y="1359566"/>
                  <a:pt x="0" y="896428"/>
                </a:cubicBezTo>
                <a:close/>
              </a:path>
              <a:path w="3911874" h="1792856" stroke="0" extrusionOk="0">
                <a:moveTo>
                  <a:pt x="0" y="896428"/>
                </a:moveTo>
                <a:cubicBezTo>
                  <a:pt x="109166" y="240669"/>
                  <a:pt x="943861" y="106833"/>
                  <a:pt x="1955937" y="0"/>
                </a:cubicBezTo>
                <a:cubicBezTo>
                  <a:pt x="3027066" y="-25343"/>
                  <a:pt x="3981498" y="442989"/>
                  <a:pt x="3911874" y="896428"/>
                </a:cubicBezTo>
                <a:cubicBezTo>
                  <a:pt x="3907641" y="1345320"/>
                  <a:pt x="2952429" y="1830574"/>
                  <a:pt x="1955937" y="1792856"/>
                </a:cubicBezTo>
                <a:cubicBezTo>
                  <a:pt x="851594" y="1677188"/>
                  <a:pt x="45981" y="1457817"/>
                  <a:pt x="0" y="89642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98436B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i="1" dirty="0">
              <a:solidFill>
                <a:srgbClr val="98436B"/>
              </a:solidFill>
            </a:endParaRPr>
          </a:p>
          <a:p>
            <a:r>
              <a:rPr lang="en-US" b="1" i="1" dirty="0">
                <a:solidFill>
                  <a:srgbClr val="98436B"/>
                </a:solidFill>
              </a:rPr>
              <a:t>EXPERIMENT 3: PEOPLE</a:t>
            </a:r>
          </a:p>
          <a:p>
            <a:r>
              <a:rPr lang="en-US" b="1" i="1" dirty="0">
                <a:solidFill>
                  <a:srgbClr val="98436B"/>
                </a:solidFill>
              </a:rPr>
              <a:t>Mentor Artist: Sam Tupou</a:t>
            </a:r>
          </a:p>
          <a:p>
            <a:r>
              <a:rPr lang="en-US" b="1" i="1" dirty="0">
                <a:solidFill>
                  <a:srgbClr val="98436B"/>
                </a:solidFill>
              </a:rPr>
              <a:t>Lens Focus: Psychological</a:t>
            </a:r>
          </a:p>
          <a:p>
            <a:endParaRPr lang="en-AU" sz="2000" b="1" i="1" dirty="0">
              <a:solidFill>
                <a:srgbClr val="98436B"/>
              </a:solidFill>
              <a:latin typeface="+mj-lt"/>
            </a:endParaRP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5BB13979-F531-608F-0D0C-0E8F33EF15EE}"/>
              </a:ext>
            </a:extLst>
          </p:cNvPr>
          <p:cNvSpPr/>
          <p:nvPr/>
        </p:nvSpPr>
        <p:spPr>
          <a:xfrm>
            <a:off x="7656162" y="3416107"/>
            <a:ext cx="3481603" cy="1667337"/>
          </a:xfrm>
          <a:prstGeom prst="wedgeEllipseCallout">
            <a:avLst>
              <a:gd name="adj1" fmla="val 74320"/>
              <a:gd name="adj2" fmla="val 7989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FIA1 OVERARCHING INQUIRY QUESTION: </a:t>
            </a:r>
            <a:r>
              <a:rPr lang="en-US" sz="1400" i="1">
                <a:solidFill>
                  <a:schemeClr val="tx1"/>
                </a:solidFill>
              </a:rPr>
              <a:t>How can reinterpreting people, places and objects through an artistic lens communicate my viewpoint about connection?</a:t>
            </a:r>
            <a:endParaRPr lang="en-AU" sz="1400" i="1">
              <a:solidFill>
                <a:schemeClr val="tx1"/>
              </a:solidFill>
            </a:endParaRP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B08A6A11-8935-352E-EAA3-E82D00B421A9}"/>
              </a:ext>
            </a:extLst>
          </p:cNvPr>
          <p:cNvSpPr/>
          <p:nvPr/>
        </p:nvSpPr>
        <p:spPr>
          <a:xfrm>
            <a:off x="7210856" y="5289530"/>
            <a:ext cx="4372213" cy="1254634"/>
          </a:xfrm>
          <a:prstGeom prst="wedgeEllipseCallout">
            <a:avLst>
              <a:gd name="adj1" fmla="val -63267"/>
              <a:gd name="adj2" fmla="val 7194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EXPERIMENT 3: SUB-QUESTION: 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How can symbolic portraiture communicate psychological and identity-based meaning about a person?</a:t>
            </a:r>
            <a:endParaRPr lang="en-AU" sz="14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360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99A6CA-5705-8B22-FDDE-27746B9D4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2057400" cy="7432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E32E1B-AA34-D74A-8ED0-FCAB0D32F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737" y="31726"/>
            <a:ext cx="9385520" cy="6827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B70C27-AC55-5D3A-C750-148BA7CB13CA}"/>
              </a:ext>
            </a:extLst>
          </p:cNvPr>
          <p:cNvSpPr txBox="1"/>
          <p:nvPr/>
        </p:nvSpPr>
        <p:spPr>
          <a:xfrm>
            <a:off x="47008" y="1070220"/>
            <a:ext cx="6969441" cy="5423400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ACTIVITY 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Task: Symbolic Portrait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Create a portrait that communicates aspects of identity, memory, or internal experience using symbolic visual language rather than realism alone.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US" sz="1600" kern="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16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To explore how the psychological lens can communicate connection to people through symbolism, pattern, and composition.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US" sz="1600" kern="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6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Instructions: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6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Select a person of significance, either yourself or someone connected to you.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6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Incorporate visual strategies such as: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6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• symbolic imagery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6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• pattern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6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• repetition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6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• compositional emphasis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US" sz="16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6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Your work should communicate what this person represents psychologically, culturally, or emotionally, not just how they appear physically.</a:t>
            </a:r>
            <a:endParaRPr lang="en-AU" sz="16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D19662-1E03-FE76-54A0-F95F07C92013}"/>
              </a:ext>
            </a:extLst>
          </p:cNvPr>
          <p:cNvSpPr txBox="1"/>
          <p:nvPr/>
        </p:nvSpPr>
        <p:spPr>
          <a:xfrm>
            <a:off x="7470184" y="5099925"/>
            <a:ext cx="1913146" cy="162370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Personal Context: </a:t>
            </a:r>
            <a:r>
              <a:rPr lang="en-US" sz="1400" dirty="0"/>
              <a:t>Consider how this person shapes your understanding of identity or belonging.</a:t>
            </a:r>
            <a:endParaRPr lang="en-AU" sz="14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454DE-9F1F-71B2-5576-58CD07960A25}"/>
              </a:ext>
            </a:extLst>
          </p:cNvPr>
          <p:cNvSpPr txBox="1"/>
          <p:nvPr/>
        </p:nvSpPr>
        <p:spPr>
          <a:xfrm>
            <a:off x="9579676" y="5099924"/>
            <a:ext cx="2368967" cy="162370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Contemporary Context: </a:t>
            </a:r>
            <a:r>
              <a:rPr lang="en-US" sz="1400" dirty="0"/>
              <a:t>Reflect on how identity is constructed and represented in a multicultural, </a:t>
            </a:r>
            <a:r>
              <a:rPr lang="en-US" sz="1400" dirty="0" err="1"/>
              <a:t>globalised</a:t>
            </a:r>
            <a:r>
              <a:rPr lang="en-US" sz="1400" dirty="0"/>
              <a:t> society.</a:t>
            </a:r>
            <a:endParaRPr lang="en-AU" sz="14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3A9AD39B-4591-2915-5F9E-24588DCAA590}"/>
              </a:ext>
            </a:extLst>
          </p:cNvPr>
          <p:cNvSpPr txBox="1"/>
          <p:nvPr/>
        </p:nvSpPr>
        <p:spPr>
          <a:xfrm rot="543310">
            <a:off x="9438153" y="775872"/>
            <a:ext cx="2652015" cy="906675"/>
          </a:xfrm>
          <a:custGeom>
            <a:avLst/>
            <a:gdLst>
              <a:gd name="csX0" fmla="*/ 0 w 2652015"/>
              <a:gd name="csY0" fmla="*/ 453338 h 906675"/>
              <a:gd name="csX1" fmla="*/ 1326008 w 2652015"/>
              <a:gd name="csY1" fmla="*/ 0 h 906675"/>
              <a:gd name="csX2" fmla="*/ 2652016 w 2652015"/>
              <a:gd name="csY2" fmla="*/ 453338 h 906675"/>
              <a:gd name="csX3" fmla="*/ 1326008 w 2652015"/>
              <a:gd name="csY3" fmla="*/ 906676 h 906675"/>
              <a:gd name="csX4" fmla="*/ 0 w 2652015"/>
              <a:gd name="csY4" fmla="*/ 453338 h 906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52015" h="906675" fill="none" extrusionOk="0">
                <a:moveTo>
                  <a:pt x="0" y="453338"/>
                </a:moveTo>
                <a:cubicBezTo>
                  <a:pt x="132641" y="185976"/>
                  <a:pt x="664911" y="39045"/>
                  <a:pt x="1326008" y="0"/>
                </a:cubicBezTo>
                <a:cubicBezTo>
                  <a:pt x="2050659" y="-2119"/>
                  <a:pt x="2709793" y="216011"/>
                  <a:pt x="2652016" y="453338"/>
                </a:cubicBezTo>
                <a:cubicBezTo>
                  <a:pt x="2809229" y="687988"/>
                  <a:pt x="2030503" y="936219"/>
                  <a:pt x="1326008" y="906676"/>
                </a:cubicBezTo>
                <a:cubicBezTo>
                  <a:pt x="610064" y="957056"/>
                  <a:pt x="2185" y="725991"/>
                  <a:pt x="0" y="453338"/>
                </a:cubicBezTo>
                <a:close/>
              </a:path>
              <a:path w="2652015" h="906675" stroke="0" extrusionOk="0">
                <a:moveTo>
                  <a:pt x="0" y="453338"/>
                </a:moveTo>
                <a:cubicBezTo>
                  <a:pt x="16714" y="188005"/>
                  <a:pt x="564579" y="25318"/>
                  <a:pt x="1326008" y="0"/>
                </a:cubicBezTo>
                <a:cubicBezTo>
                  <a:pt x="2054927" y="-16795"/>
                  <a:pt x="2631425" y="228598"/>
                  <a:pt x="2652016" y="453338"/>
                </a:cubicBezTo>
                <a:cubicBezTo>
                  <a:pt x="2678474" y="765155"/>
                  <a:pt x="2058896" y="889174"/>
                  <a:pt x="1326008" y="906676"/>
                </a:cubicBezTo>
                <a:cubicBezTo>
                  <a:pt x="586765" y="962345"/>
                  <a:pt x="-20472" y="698298"/>
                  <a:pt x="0" y="453338"/>
                </a:cubicBezTo>
                <a:close/>
              </a:path>
            </a:pathLst>
          </a:custGeom>
          <a:solidFill>
            <a:srgbClr val="98436B"/>
          </a:solidFill>
          <a:ln>
            <a:solidFill>
              <a:srgbClr val="98436B"/>
            </a:solidFill>
            <a:extLst>
              <a:ext uri="{C807C97D-BFC1-408E-A445-0C87EB9F89A2}">
                <ask:lineSketchStyleProps xmlns:ask="http://schemas.microsoft.com/office/drawing/2018/sketchyshapes" sd="2091018771">
                  <a:prstGeom prst="flowChartConnecto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 dirty="0">
                <a:solidFill>
                  <a:schemeClr val="bg1"/>
                </a:solidFill>
                <a:latin typeface="+mj-lt"/>
              </a:rPr>
              <a:t>Focus</a:t>
            </a:r>
            <a:r>
              <a:rPr lang="en-AU" b="1" i="1" dirty="0">
                <a:solidFill>
                  <a:schemeClr val="bg1"/>
                </a:solidFill>
                <a:latin typeface="+mj-lt"/>
              </a:rPr>
              <a:t> Lens: </a:t>
            </a:r>
          </a:p>
          <a:p>
            <a:pPr algn="ctr"/>
            <a:r>
              <a:rPr lang="en-AU" b="1" i="1" dirty="0">
                <a:solidFill>
                  <a:schemeClr val="bg1"/>
                </a:solidFill>
                <a:latin typeface="+mj-lt"/>
              </a:rPr>
              <a:t>Psychological </a:t>
            </a:r>
            <a:br>
              <a:rPr lang="en-AU" kern="0" dirty="0">
                <a:effectLst/>
                <a:latin typeface="+mj-lt"/>
                <a:ea typeface="Times New Roman" panose="02020603050405020304" pitchFamily="18" charset="0"/>
              </a:rPr>
            </a:br>
            <a:endParaRPr lang="en-AU" b="1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D76C64-26A7-666C-880F-8EEEFD6D19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031" t="10837" r="17840" b="13220"/>
          <a:stretch>
            <a:fillRect/>
          </a:stretch>
        </p:blipFill>
        <p:spPr>
          <a:xfrm>
            <a:off x="6695268" y="714474"/>
            <a:ext cx="2761662" cy="4017515"/>
          </a:xfrm>
          <a:prstGeom prst="round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B7ECB5-1509-4F5B-AEFE-49572084DF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982" t="3510" r="8514" b="11606"/>
          <a:stretch>
            <a:fillRect/>
          </a:stretch>
        </p:blipFill>
        <p:spPr>
          <a:xfrm>
            <a:off x="9579676" y="1984938"/>
            <a:ext cx="2368966" cy="28881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89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C95F97-D183-C47B-E404-04619A704F48}"/>
              </a:ext>
            </a:extLst>
          </p:cNvPr>
          <p:cNvSpPr txBox="1"/>
          <p:nvPr/>
        </p:nvSpPr>
        <p:spPr>
          <a:xfrm>
            <a:off x="195749" y="870964"/>
            <a:ext cx="6032273" cy="646986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The psychological lens moves beyond surface description to investigate internal experience.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6DB1E-C98C-8CD8-E3C4-DA6AD96C587D}"/>
              </a:ext>
            </a:extLst>
          </p:cNvPr>
          <p:cNvSpPr txBox="1"/>
          <p:nvPr/>
        </p:nvSpPr>
        <p:spPr>
          <a:xfrm>
            <a:off x="195749" y="2772137"/>
            <a:ext cx="2306412" cy="3809940"/>
          </a:xfrm>
          <a:prstGeom prst="round2DiagRect">
            <a:avLst/>
          </a:prstGeom>
          <a:solidFill>
            <a:srgbClr val="223F63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It examines how artists represent:</a:t>
            </a:r>
          </a:p>
          <a:p>
            <a:endParaRPr lang="en-US" sz="1400" b="1" dirty="0">
              <a:solidFill>
                <a:schemeClr val="bg1"/>
              </a:solidFill>
            </a:endParaRPr>
          </a:p>
          <a:p>
            <a:pPr marL="285750" indent="-285750">
              <a:buFont typeface="Aptos" panose="020B0004020202020204" pitchFamily="34" charset="0"/>
              <a:buChar char="→"/>
            </a:pPr>
            <a:r>
              <a:rPr lang="en-US" sz="1400" dirty="0">
                <a:solidFill>
                  <a:schemeClr val="bg1"/>
                </a:solidFill>
              </a:rPr>
              <a:t>identity</a:t>
            </a:r>
          </a:p>
          <a:p>
            <a:pPr marL="285750" indent="-285750">
              <a:buFont typeface="Aptos" panose="020B0004020202020204" pitchFamily="34" charset="0"/>
              <a:buChar char="→"/>
            </a:pPr>
            <a:r>
              <a:rPr lang="en-US" sz="1400" dirty="0">
                <a:solidFill>
                  <a:schemeClr val="bg1"/>
                </a:solidFill>
              </a:rPr>
              <a:t>emotion</a:t>
            </a:r>
          </a:p>
          <a:p>
            <a:pPr marL="285750" indent="-285750">
              <a:buFont typeface="Aptos" panose="020B0004020202020204" pitchFamily="34" charset="0"/>
              <a:buChar char="→"/>
            </a:pPr>
            <a:r>
              <a:rPr lang="en-US" sz="1400" dirty="0">
                <a:solidFill>
                  <a:schemeClr val="bg1"/>
                </a:solidFill>
              </a:rPr>
              <a:t>memory</a:t>
            </a:r>
          </a:p>
          <a:p>
            <a:pPr marL="285750" indent="-285750">
              <a:buFont typeface="Aptos" panose="020B0004020202020204" pitchFamily="34" charset="0"/>
              <a:buChar char="→"/>
            </a:pPr>
            <a:r>
              <a:rPr lang="en-US" sz="1400" dirty="0">
                <a:solidFill>
                  <a:schemeClr val="bg1"/>
                </a:solidFill>
              </a:rPr>
              <a:t>cultural belonging</a:t>
            </a:r>
          </a:p>
          <a:p>
            <a:pPr marL="285750" indent="-285750">
              <a:buFont typeface="Aptos" panose="020B0004020202020204" pitchFamily="34" charset="0"/>
              <a:buChar char="→"/>
            </a:pPr>
            <a:r>
              <a:rPr lang="en-US" sz="1400" dirty="0">
                <a:solidFill>
                  <a:schemeClr val="bg1"/>
                </a:solidFill>
              </a:rPr>
              <a:t>tension between past and present</a:t>
            </a:r>
          </a:p>
          <a:p>
            <a:endParaRPr lang="en-US" sz="1400" b="1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Through this lens, portraiture shifts from documenting appearance to constructing meaning about who a person is.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5C4D2A-7639-1315-89D4-CA606EE6D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7" y="48086"/>
            <a:ext cx="6277851" cy="771633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A147BCB-754B-224C-C7FB-7EA88D08BC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6666" r="11885" b="9762"/>
          <a:stretch/>
        </p:blipFill>
        <p:spPr bwMode="auto">
          <a:xfrm>
            <a:off x="9242494" y="3167227"/>
            <a:ext cx="2505617" cy="34148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645ED5-800E-19A7-C37D-405FA388D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007118">
            <a:off x="1402654" y="1890109"/>
            <a:ext cx="615749" cy="6790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1C38C6-7F91-8BDD-C3D2-DFE3DBB03567}"/>
              </a:ext>
            </a:extLst>
          </p:cNvPr>
          <p:cNvSpPr txBox="1"/>
          <p:nvPr/>
        </p:nvSpPr>
        <p:spPr>
          <a:xfrm>
            <a:off x="2830590" y="2461800"/>
            <a:ext cx="5790475" cy="4120277"/>
          </a:xfrm>
          <a:prstGeom prst="round2DiagRect">
            <a:avLst/>
          </a:prstGeom>
          <a:solidFill>
            <a:srgbClr val="B1D5DE"/>
          </a:solidFill>
          <a:ln w="12700">
            <a:solidFill>
              <a:schemeClr val="tx1"/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/>
              <a:t>HOW THE LENS OPERATES IN PORTRAITURE</a:t>
            </a:r>
          </a:p>
          <a:p>
            <a:endParaRPr lang="en-US" sz="1600" b="1" dirty="0"/>
          </a:p>
          <a:p>
            <a:r>
              <a:rPr lang="en-US" sz="1400" dirty="0"/>
              <a:t>Psychological portraiture </a:t>
            </a:r>
            <a:r>
              <a:rPr lang="en-US" sz="1400" dirty="0" err="1"/>
              <a:t>prioritises</a:t>
            </a:r>
            <a:r>
              <a:rPr lang="en-US" sz="1400" dirty="0"/>
              <a:t> internal meaning over physical likeness. It constructs identity through abstraction, symbolism, and compositional control.</a:t>
            </a:r>
          </a:p>
          <a:p>
            <a:endParaRPr lang="en-US" sz="1400" dirty="0"/>
          </a:p>
          <a:p>
            <a:r>
              <a:rPr lang="en-US" sz="1400" dirty="0"/>
              <a:t>Instead of asking whether the portrait resembles the subject, the viewer considers what it reveals about their internal world.</a:t>
            </a:r>
          </a:p>
          <a:p>
            <a:endParaRPr lang="en-US" sz="1400" dirty="0"/>
          </a:p>
          <a:p>
            <a:r>
              <a:rPr lang="en-US" sz="1400" b="1" i="1" dirty="0"/>
              <a:t>Artists may:</a:t>
            </a:r>
          </a:p>
          <a:p>
            <a:pPr marL="285750" indent="-285750">
              <a:buFont typeface="Aptos" panose="020B0004020202020204" pitchFamily="34" charset="0"/>
              <a:buChar char="→"/>
            </a:pPr>
            <a:r>
              <a:rPr lang="en-US" sz="1400" dirty="0"/>
              <a:t>fragment or distort form to suggest complexity</a:t>
            </a:r>
          </a:p>
          <a:p>
            <a:pPr marL="285750" indent="-285750">
              <a:buFont typeface="Aptos" panose="020B0004020202020204" pitchFamily="34" charset="0"/>
              <a:buChar char="→"/>
            </a:pPr>
            <a:r>
              <a:rPr lang="en-US" sz="1400" dirty="0"/>
              <a:t>layer symbolic imagery to represent memory or heritage</a:t>
            </a:r>
          </a:p>
          <a:p>
            <a:pPr marL="285750" indent="-285750">
              <a:buFont typeface="Aptos" panose="020B0004020202020204" pitchFamily="34" charset="0"/>
              <a:buChar char="→"/>
            </a:pPr>
            <a:r>
              <a:rPr lang="en-US" sz="1400" dirty="0"/>
              <a:t>manipulate </a:t>
            </a:r>
            <a:r>
              <a:rPr lang="en-US" sz="1400" dirty="0" err="1"/>
              <a:t>colour</a:t>
            </a:r>
            <a:r>
              <a:rPr lang="en-US" sz="1400" dirty="0"/>
              <a:t> and pattern to communicate mood and identity</a:t>
            </a:r>
          </a:p>
          <a:p>
            <a:endParaRPr lang="en-US" sz="1400" dirty="0"/>
          </a:p>
          <a:p>
            <a:pPr algn="ctr"/>
            <a:r>
              <a:rPr lang="en-US" sz="1400" b="1" i="1" dirty="0"/>
              <a:t>Meaning is interpreted rather than </a:t>
            </a:r>
            <a:r>
              <a:rPr lang="en-US" sz="1400" b="1" i="1" dirty="0" err="1"/>
              <a:t>recognised</a:t>
            </a:r>
            <a:r>
              <a:rPr lang="en-US" sz="1400" b="1" i="1" dirty="0"/>
              <a:t>. Through these strategies, the artist communicates a personal viewpoint about identity and connection.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100D4211-A1D7-3857-CCD5-7F985006C7C1}"/>
              </a:ext>
            </a:extLst>
          </p:cNvPr>
          <p:cNvSpPr txBox="1"/>
          <p:nvPr/>
        </p:nvSpPr>
        <p:spPr>
          <a:xfrm rot="810856">
            <a:off x="6022731" y="163873"/>
            <a:ext cx="6115035" cy="2708155"/>
          </a:xfrm>
          <a:custGeom>
            <a:avLst/>
            <a:gdLst>
              <a:gd name="csX0" fmla="*/ 0 w 6115035"/>
              <a:gd name="csY0" fmla="*/ 1354078 h 2708155"/>
              <a:gd name="csX1" fmla="*/ 3057518 w 6115035"/>
              <a:gd name="csY1" fmla="*/ 0 h 2708155"/>
              <a:gd name="csX2" fmla="*/ 6115036 w 6115035"/>
              <a:gd name="csY2" fmla="*/ 1354078 h 2708155"/>
              <a:gd name="csX3" fmla="*/ 3057518 w 6115035"/>
              <a:gd name="csY3" fmla="*/ 2708156 h 2708155"/>
              <a:gd name="csX4" fmla="*/ 0 w 6115035"/>
              <a:gd name="csY4" fmla="*/ 1354078 h 27081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15035" h="2708155" extrusionOk="0">
                <a:moveTo>
                  <a:pt x="0" y="1354078"/>
                </a:moveTo>
                <a:cubicBezTo>
                  <a:pt x="244607" y="246219"/>
                  <a:pt x="1525316" y="245175"/>
                  <a:pt x="3057518" y="0"/>
                </a:cubicBezTo>
                <a:cubicBezTo>
                  <a:pt x="4687185" y="-164100"/>
                  <a:pt x="6251028" y="687585"/>
                  <a:pt x="6115036" y="1354078"/>
                </a:cubicBezTo>
                <a:cubicBezTo>
                  <a:pt x="6107256" y="2017020"/>
                  <a:pt x="4458644" y="2837647"/>
                  <a:pt x="3057518" y="2708156"/>
                </a:cubicBezTo>
                <a:cubicBezTo>
                  <a:pt x="1325180" y="2498415"/>
                  <a:pt x="78045" y="2214457"/>
                  <a:pt x="0" y="135407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/>
              <a:t>This question guides your experiment.</a:t>
            </a:r>
          </a:p>
          <a:p>
            <a:pPr algn="ctr"/>
            <a:endParaRPr lang="en-US" sz="1600" b="1" dirty="0"/>
          </a:p>
          <a:p>
            <a:pPr algn="ctr"/>
            <a:r>
              <a:rPr lang="en-US" sz="1600" dirty="0"/>
              <a:t>How can visual symbols communicate aspects of identity that are not physically visible?</a:t>
            </a:r>
          </a:p>
          <a:p>
            <a:pPr algn="ctr"/>
            <a:endParaRPr lang="en-US" sz="1600" dirty="0"/>
          </a:p>
          <a:p>
            <a:pPr algn="ctr"/>
            <a:r>
              <a:rPr lang="en-US" sz="1400" dirty="0"/>
              <a:t>This lens supports the inquiry by allowing artists to communicate their personal viewpoint about connection to people through internal and symbolic representation.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81D491-991E-D8E2-134E-08ADE1AF5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754" y="1766989"/>
            <a:ext cx="682811" cy="7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48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8EC57A-F63C-1F91-F8DB-C0A5AD98D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96586" cy="7811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F77553A-B35E-298C-BDF4-E94667356716}"/>
              </a:ext>
            </a:extLst>
          </p:cNvPr>
          <p:cNvSpPr txBox="1"/>
          <p:nvPr/>
        </p:nvSpPr>
        <p:spPr>
          <a:xfrm>
            <a:off x="280680" y="3904784"/>
            <a:ext cx="6724554" cy="2792254"/>
          </a:xfrm>
          <a:prstGeom prst="roundRect">
            <a:avLst/>
          </a:prstGeom>
          <a:solidFill>
            <a:srgbClr val="B1D5D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Key Themes in Tupou's Work:</a:t>
            </a:r>
          </a:p>
          <a:p>
            <a:endParaRPr lang="en-US" sz="16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the preservation of cultural memory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the impact of globalization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tradition versus technological modernity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identity in diasporic contexts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400" dirty="0"/>
          </a:p>
          <a:p>
            <a:pPr algn="ctr"/>
            <a:r>
              <a:rPr lang="en-US" sz="1400" b="1" dirty="0"/>
              <a:t>Pattern in his work operates as cultural code. It carries ancestral knowledge and collective identity.</a:t>
            </a:r>
          </a:p>
          <a:p>
            <a:pPr algn="ctr"/>
            <a:endParaRPr lang="en-US" sz="1400" b="1" dirty="0"/>
          </a:p>
          <a:p>
            <a:pPr algn="ctr"/>
            <a:r>
              <a:rPr lang="en-US" sz="1400" b="1" dirty="0"/>
              <a:t>This transforms portraiture into a site of cultural storytelling.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5FC38-0A34-179C-9328-A0E82C411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782" y="67089"/>
            <a:ext cx="3210373" cy="781159"/>
          </a:xfrm>
          <a:prstGeom prst="rect">
            <a:avLst/>
          </a:prstGeom>
        </p:spPr>
      </p:pic>
      <p:pic>
        <p:nvPicPr>
          <p:cNvPr id="4099" name="Picture 3" descr="Samuel Tupou — Art Guide Australia">
            <a:extLst>
              <a:ext uri="{FF2B5EF4-FFF2-40B4-BE49-F238E27FC236}">
                <a16:creationId xmlns:a16="http://schemas.microsoft.com/office/drawing/2014/main" id="{B1B32C86-D790-D6F6-64C0-393CC392B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914" y="974005"/>
            <a:ext cx="4750647" cy="5723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85BA00-37A2-31FC-AFBB-430F83C6D108}"/>
              </a:ext>
            </a:extLst>
          </p:cNvPr>
          <p:cNvSpPr txBox="1"/>
          <p:nvPr/>
        </p:nvSpPr>
        <p:spPr>
          <a:xfrm>
            <a:off x="280680" y="781159"/>
            <a:ext cx="6724554" cy="296251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Sam Tupou is a contemporary Australian artist of Polynesian heritage. His practice merges traditional Polynesian visual language with contemporary graphic and digital aesthetics.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He explores:</a:t>
            </a:r>
          </a:p>
          <a:p>
            <a:pPr algn="l"/>
            <a:r>
              <a:rPr lang="en-US" sz="1400" dirty="0"/>
              <a:t>• cultural identity</a:t>
            </a:r>
          </a:p>
          <a:p>
            <a:pPr algn="l"/>
            <a:r>
              <a:rPr lang="en-US" sz="1400" dirty="0"/>
              <a:t>• hybridity</a:t>
            </a:r>
          </a:p>
          <a:p>
            <a:pPr algn="l"/>
            <a:r>
              <a:rPr lang="en-US" sz="1400" dirty="0"/>
              <a:t>• heritage</a:t>
            </a:r>
          </a:p>
          <a:p>
            <a:pPr algn="l"/>
            <a:r>
              <a:rPr lang="en-US" sz="1400" dirty="0"/>
              <a:t>• modernity</a:t>
            </a:r>
          </a:p>
          <a:p>
            <a:pPr algn="l"/>
            <a:r>
              <a:rPr lang="en-US" sz="1400" dirty="0"/>
              <a:t>• belonging within contemporary society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His work positions pattern as a symbolic language rather than decoration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607907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D864CC70-2F32-59EC-EE6E-BD37F4ACE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30" y="213426"/>
            <a:ext cx="5310566" cy="3521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Observing Patterns — Art Guide Australia">
            <a:extLst>
              <a:ext uri="{FF2B5EF4-FFF2-40B4-BE49-F238E27FC236}">
                <a16:creationId xmlns:a16="http://schemas.microsoft.com/office/drawing/2014/main" id="{563EF2DC-C67D-7016-AEA2-A5D307FA9F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8" t="12520" r="7643" b="20668"/>
          <a:stretch/>
        </p:blipFill>
        <p:spPr bwMode="auto">
          <a:xfrm>
            <a:off x="206831" y="3961089"/>
            <a:ext cx="5310565" cy="271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A7DE8D-4F26-4A56-8568-D2DFD83A81B8}"/>
              </a:ext>
            </a:extLst>
          </p:cNvPr>
          <p:cNvSpPr txBox="1"/>
          <p:nvPr/>
        </p:nvSpPr>
        <p:spPr>
          <a:xfrm>
            <a:off x="6096000" y="389606"/>
            <a:ext cx="5770349" cy="330303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Pixel Fades Series</a:t>
            </a:r>
          </a:p>
          <a:p>
            <a:endParaRPr lang="en-US" sz="1400" b="1" dirty="0"/>
          </a:p>
          <a:p>
            <a:r>
              <a:rPr lang="en-US" sz="1400" dirty="0"/>
              <a:t>In his </a:t>
            </a:r>
            <a:r>
              <a:rPr lang="en-US" sz="1400" i="1" dirty="0"/>
              <a:t>Pixel Fades</a:t>
            </a:r>
            <a:r>
              <a:rPr lang="en-US" sz="1400" dirty="0"/>
              <a:t> series, Sam Tupou merges traditional Polynesian patterns with digital pixelation to explore how cultural identity shifts within contemporary society.</a:t>
            </a:r>
          </a:p>
          <a:p>
            <a:endParaRPr lang="en-US" sz="1400" dirty="0"/>
          </a:p>
          <a:p>
            <a:r>
              <a:rPr lang="en-US" sz="1600" b="1" dirty="0"/>
              <a:t>Key Ideas</a:t>
            </a:r>
          </a:p>
          <a:p>
            <a:endParaRPr lang="en-US" sz="14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Combines heritage motifs with digital aesthetics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Uses repetition and geometric abstraction to express continuity and change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Blurs boundaries between tradition and technology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Examines how </a:t>
            </a:r>
            <a:r>
              <a:rPr lang="en-US" sz="1400" dirty="0" err="1"/>
              <a:t>globalisation</a:t>
            </a:r>
            <a:r>
              <a:rPr lang="en-US" sz="1400" dirty="0"/>
              <a:t> influences cultural identity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9FF08C-E006-FAD3-8AB3-2A3F0FD5C53D}"/>
              </a:ext>
            </a:extLst>
          </p:cNvPr>
          <p:cNvSpPr txBox="1"/>
          <p:nvPr/>
        </p:nvSpPr>
        <p:spPr>
          <a:xfrm>
            <a:off x="6217588" y="4758538"/>
            <a:ext cx="2128248" cy="1737213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Personal Context: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/>
              <a:t>Reflects Tupou’s negotiation of his Polynesian heritage within a modern digital world.</a:t>
            </a:r>
            <a:endParaRPr lang="en-AU" sz="14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A1E03-BA70-4716-7277-157BE455E43D}"/>
              </a:ext>
            </a:extLst>
          </p:cNvPr>
          <p:cNvSpPr txBox="1"/>
          <p:nvPr/>
        </p:nvSpPr>
        <p:spPr>
          <a:xfrm>
            <a:off x="9325352" y="4758538"/>
            <a:ext cx="2675854" cy="1737213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Contemporary </a:t>
            </a:r>
            <a:r>
              <a:rPr lang="en-AU" sz="14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4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/>
              <a:t>Responds to concerns about cultural preservation and transformation in an increasingly technological society.</a:t>
            </a:r>
            <a:endParaRPr lang="en-AU" sz="14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CFAC9C-61B5-8F4A-0FA3-8A76479ECF14}"/>
              </a:ext>
            </a:extLst>
          </p:cNvPr>
          <p:cNvCxnSpPr>
            <a:cxnSpLocks/>
          </p:cNvCxnSpPr>
          <p:nvPr/>
        </p:nvCxnSpPr>
        <p:spPr>
          <a:xfrm flipH="1">
            <a:off x="7281712" y="3964688"/>
            <a:ext cx="424543" cy="5388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FA6648-3769-7303-79A3-99534A0B4B8C}"/>
              </a:ext>
            </a:extLst>
          </p:cNvPr>
          <p:cNvCxnSpPr>
            <a:cxnSpLocks/>
          </p:cNvCxnSpPr>
          <p:nvPr/>
        </p:nvCxnSpPr>
        <p:spPr>
          <a:xfrm>
            <a:off x="10171422" y="3896878"/>
            <a:ext cx="491857" cy="55526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018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amuel Tupou — Art Guide Australia">
            <a:extLst>
              <a:ext uri="{FF2B5EF4-FFF2-40B4-BE49-F238E27FC236}">
                <a16:creationId xmlns:a16="http://schemas.microsoft.com/office/drawing/2014/main" id="{96D311A7-54FB-C4B9-12E7-5CE6AFA01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532" y="877418"/>
            <a:ext cx="4718806" cy="481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AFE6D6-13A9-17EA-61A4-A03EF7D48A18}"/>
              </a:ext>
            </a:extLst>
          </p:cNvPr>
          <p:cNvSpPr txBox="1"/>
          <p:nvPr/>
        </p:nvSpPr>
        <p:spPr>
          <a:xfrm>
            <a:off x="325873" y="631775"/>
            <a:ext cx="2475659" cy="559444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Visual and Symbolic Elements</a:t>
            </a:r>
          </a:p>
          <a:p>
            <a:endParaRPr lang="en-US" sz="1400" b="1" dirty="0"/>
          </a:p>
          <a:p>
            <a:r>
              <a:rPr lang="en-US" sz="1400" dirty="0"/>
              <a:t>Tupou constructs meaning through:</a:t>
            </a:r>
          </a:p>
          <a:p>
            <a:endParaRPr lang="en-US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repetition and rhythm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geometric abstraction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bold, high-contrast </a:t>
            </a:r>
            <a:r>
              <a:rPr lang="en-US" sz="1400" dirty="0" err="1"/>
              <a:t>colour</a:t>
            </a:r>
            <a:endParaRPr lang="en-US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layering of traditional and digital aesthetics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controlled composition</a:t>
            </a:r>
          </a:p>
          <a:p>
            <a:endParaRPr lang="en-US" sz="1400" dirty="0"/>
          </a:p>
          <a:p>
            <a:r>
              <a:rPr lang="en-US" sz="1400" dirty="0"/>
              <a:t>These formal decisions create tension between continuity and disruption.</a:t>
            </a:r>
          </a:p>
          <a:p>
            <a:endParaRPr lang="en-US" sz="1400" dirty="0"/>
          </a:p>
          <a:p>
            <a:r>
              <a:rPr lang="en-US" sz="1400" dirty="0"/>
              <a:t>The visual fragmentation often reflects psychological negotiation between past and present identities.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D5A7E-00A7-DD5C-4F55-AC82160630B5}"/>
              </a:ext>
            </a:extLst>
          </p:cNvPr>
          <p:cNvSpPr txBox="1"/>
          <p:nvPr/>
        </p:nvSpPr>
        <p:spPr>
          <a:xfrm>
            <a:off x="7520338" y="257621"/>
            <a:ext cx="4497111" cy="5968603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Psychological Lens in the Series:</a:t>
            </a:r>
          </a:p>
          <a:p>
            <a:endParaRPr lang="en-US" sz="1400" dirty="0"/>
          </a:p>
          <a:p>
            <a:r>
              <a:rPr lang="en-US" sz="1400" dirty="0"/>
              <a:t>Across his practice, Tupou uses traditional Polynesian pattern as a visual language of identity.</a:t>
            </a:r>
          </a:p>
          <a:p>
            <a:endParaRPr lang="en-US" sz="1400" dirty="0"/>
          </a:p>
          <a:p>
            <a:r>
              <a:rPr lang="en-US" sz="1400" dirty="0"/>
              <a:t>Rather than functioning as decoration, pattern becomes symbolic of: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cultural memory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Ancestry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Belonging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/>
              <a:t>collective identity</a:t>
            </a:r>
          </a:p>
          <a:p>
            <a:endParaRPr lang="en-US" sz="1400" dirty="0"/>
          </a:p>
          <a:p>
            <a:r>
              <a:rPr lang="en-US" sz="1400" dirty="0"/>
              <a:t>By manipulating and </a:t>
            </a:r>
            <a:r>
              <a:rPr lang="en-US" sz="1400" dirty="0" err="1"/>
              <a:t>recontextualising</a:t>
            </a:r>
            <a:r>
              <a:rPr lang="en-US" sz="1400" dirty="0"/>
              <a:t> these patterns within contemporary formats, Tupou suggests the psychological negotiation between heritage and modern life.</a:t>
            </a:r>
          </a:p>
          <a:p>
            <a:endParaRPr lang="en-US" sz="1400" dirty="0"/>
          </a:p>
          <a:p>
            <a:r>
              <a:rPr lang="en-US" sz="1400" dirty="0"/>
              <a:t>His portraits do not simply depict individuals. They represent internal cultural experience, where identity is shaped by both continuity and disruption.</a:t>
            </a:r>
          </a:p>
          <a:p>
            <a:endParaRPr lang="en-US" sz="1400" dirty="0"/>
          </a:p>
          <a:p>
            <a:r>
              <a:rPr lang="en-US" sz="1400" dirty="0"/>
              <a:t>Through the psychological lens, his work explores how cultural identity is constructed, remembered, and transformed within contemporary society.</a:t>
            </a:r>
          </a:p>
        </p:txBody>
      </p:sp>
    </p:spTree>
    <p:extLst>
      <p:ext uri="{BB962C8B-B14F-4D97-AF65-F5344CB8AC3E}">
        <p14:creationId xmlns:p14="http://schemas.microsoft.com/office/powerpoint/2010/main" val="1347804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2D65DE-A621-1523-73E6-1501A571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8293608" cy="6980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468EF2-6CC3-3318-CA8E-EBE8C361E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92" y="619082"/>
            <a:ext cx="1850452" cy="4502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9FEE40-889C-D9A2-ADF1-ECC2712D3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787" y="619082"/>
            <a:ext cx="1850452" cy="414667"/>
          </a:xfrm>
          <a:prstGeom prst="rect">
            <a:avLst/>
          </a:prstGeom>
        </p:spPr>
      </p:pic>
      <p:pic>
        <p:nvPicPr>
          <p:cNvPr id="6" name="Picture 8" descr="This may contain: two black arrows pointing in opposite directions on a white background with the word k above them">
            <a:extLst>
              <a:ext uri="{FF2B5EF4-FFF2-40B4-BE49-F238E27FC236}">
                <a16:creationId xmlns:a16="http://schemas.microsoft.com/office/drawing/2014/main" id="{0C004FEC-A72B-94E3-A89C-7EC91AB4ED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6" t="16247" r="22089" b="16716"/>
          <a:stretch>
            <a:fillRect/>
          </a:stretch>
        </p:blipFill>
        <p:spPr bwMode="auto">
          <a:xfrm>
            <a:off x="4427677" y="2355745"/>
            <a:ext cx="1209837" cy="783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6F35CC-6581-2F08-DCC5-8C49E73846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487" y="1046745"/>
            <a:ext cx="2415053" cy="34267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857A15-C059-B12D-6F8E-C058E0907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380" y="1046745"/>
            <a:ext cx="3426764" cy="34267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42517A-673A-34FB-05BD-C20D27513B7A}"/>
              </a:ext>
            </a:extLst>
          </p:cNvPr>
          <p:cNvSpPr txBox="1"/>
          <p:nvPr/>
        </p:nvSpPr>
        <p:spPr>
          <a:xfrm>
            <a:off x="1923046" y="3876186"/>
            <a:ext cx="4172954" cy="908864"/>
          </a:xfrm>
          <a:prstGeom prst="ellipse">
            <a:avLst/>
          </a:prstGeom>
          <a:solidFill>
            <a:srgbClr val="98436B"/>
          </a:solidFill>
          <a:ln w="12700">
            <a:solidFill>
              <a:schemeClr val="tx1"/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Tupou →  Transformation of Polynesian symbolic tradition through digital aesthetics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93B55B-B09C-E458-1D33-FCDC2F69064E}"/>
              </a:ext>
            </a:extLst>
          </p:cNvPr>
          <p:cNvSpPr txBox="1"/>
          <p:nvPr/>
        </p:nvSpPr>
        <p:spPr>
          <a:xfrm>
            <a:off x="7292844" y="3876186"/>
            <a:ext cx="4637427" cy="908864"/>
          </a:xfrm>
          <a:prstGeom prst="ellipse">
            <a:avLst/>
          </a:prstGeom>
          <a:solidFill>
            <a:srgbClr val="98436B"/>
          </a:solidFill>
          <a:ln w="12700">
            <a:solidFill>
              <a:schemeClr val="tx1"/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Feu’u → </a:t>
            </a:r>
            <a:r>
              <a:rPr lang="en-US" sz="1400" b="1" dirty="0" err="1">
                <a:solidFill>
                  <a:schemeClr val="bg1"/>
                </a:solidFill>
              </a:rPr>
              <a:t>Recontextualisation</a:t>
            </a:r>
            <a:r>
              <a:rPr lang="en-US" sz="1400" b="1" dirty="0">
                <a:solidFill>
                  <a:schemeClr val="bg1"/>
                </a:solidFill>
              </a:rPr>
              <a:t> of Polynesian symbolic tradition within contemporary art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D66D93-22BE-0052-A760-DBC08DF08898}"/>
              </a:ext>
            </a:extLst>
          </p:cNvPr>
          <p:cNvSpPr txBox="1"/>
          <p:nvPr/>
        </p:nvSpPr>
        <p:spPr>
          <a:xfrm>
            <a:off x="261729" y="4891854"/>
            <a:ext cx="11668542" cy="183880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/>
              <a:t>Historical Link: Fatu Feu'u and Polynesian tapa traditions</a:t>
            </a:r>
          </a:p>
          <a:p>
            <a:pPr algn="l"/>
            <a:endParaRPr lang="en-US" sz="1600" b="1" dirty="0"/>
          </a:p>
          <a:p>
            <a:pPr algn="l"/>
            <a:r>
              <a:rPr lang="en-US" sz="1400" dirty="0"/>
              <a:t>Traditional Polynesian tapa artists used repeated pattern and symbolic design to communicate genealogy, identity, and cultural narratives. Fatu Feu’u </a:t>
            </a:r>
            <a:r>
              <a:rPr lang="en-US" sz="1400" dirty="0" err="1"/>
              <a:t>recontextualised</a:t>
            </a:r>
            <a:r>
              <a:rPr lang="en-US" sz="1400" dirty="0"/>
              <a:t> these traditions within contemporary fine art practice, elevating Pacific visual language within global art discourse.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Tupou extends this lineage by integrating traditional pattern with digital aesthetics. This demonstrates how cultural symbolism evolves while maintaining continuity of meaning.</a:t>
            </a:r>
          </a:p>
        </p:txBody>
      </p:sp>
    </p:spTree>
    <p:extLst>
      <p:ext uri="{BB962C8B-B14F-4D97-AF65-F5344CB8AC3E}">
        <p14:creationId xmlns:p14="http://schemas.microsoft.com/office/powerpoint/2010/main" val="822512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0F2DBC-9BD9-D833-F01D-BE2080842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0378440" cy="6987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1A03B2-A0A8-2BB7-94CE-4069FDAC370C}"/>
              </a:ext>
            </a:extLst>
          </p:cNvPr>
          <p:cNvSpPr txBox="1"/>
          <p:nvPr/>
        </p:nvSpPr>
        <p:spPr>
          <a:xfrm>
            <a:off x="5189221" y="6007294"/>
            <a:ext cx="7173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Tupou extends Feu’u’s reclamation of Polynesian visual language, shifting it from cultural affirmation to psychological negotiation within a digital contemporary context.</a:t>
            </a:r>
            <a:endParaRPr lang="en-AU" sz="1400" i="1" dirty="0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70BDF1BC-F40B-4B95-21EB-64EAD514D9D2}"/>
              </a:ext>
            </a:extLst>
          </p:cNvPr>
          <p:cNvSpPr/>
          <p:nvPr/>
        </p:nvSpPr>
        <p:spPr>
          <a:xfrm>
            <a:off x="4079045" y="6007293"/>
            <a:ext cx="1110176" cy="643200"/>
          </a:xfrm>
          <a:custGeom>
            <a:avLst/>
            <a:gdLst/>
            <a:ahLst/>
            <a:cxnLst/>
            <a:rect l="l" t="t" r="r" b="b"/>
            <a:pathLst>
              <a:path w="2629931" h="1453635">
                <a:moveTo>
                  <a:pt x="0" y="0"/>
                </a:moveTo>
                <a:lnTo>
                  <a:pt x="2629931" y="0"/>
                </a:lnTo>
                <a:lnTo>
                  <a:pt x="2629931" y="1453635"/>
                </a:lnTo>
                <a:lnTo>
                  <a:pt x="0" y="1453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1" name="Freeform 22">
            <a:extLst>
              <a:ext uri="{FF2B5EF4-FFF2-40B4-BE49-F238E27FC236}">
                <a16:creationId xmlns:a16="http://schemas.microsoft.com/office/drawing/2014/main" id="{09B4BFB5-4F71-4215-6B09-082D1B262583}"/>
              </a:ext>
            </a:extLst>
          </p:cNvPr>
          <p:cNvSpPr/>
          <p:nvPr/>
        </p:nvSpPr>
        <p:spPr>
          <a:xfrm rot="10963788">
            <a:off x="8995084" y="6533624"/>
            <a:ext cx="3014249" cy="233738"/>
          </a:xfrm>
          <a:custGeom>
            <a:avLst/>
            <a:gdLst/>
            <a:ahLst/>
            <a:cxnLst/>
            <a:rect l="l" t="t" r="r" b="b"/>
            <a:pathLst>
              <a:path w="3014249" h="233738">
                <a:moveTo>
                  <a:pt x="0" y="0"/>
                </a:moveTo>
                <a:lnTo>
                  <a:pt x="3014249" y="0"/>
                </a:lnTo>
                <a:lnTo>
                  <a:pt x="3014249" y="233738"/>
                </a:lnTo>
                <a:lnTo>
                  <a:pt x="0" y="233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585B9F-FEC4-D896-2819-86519FDA2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531912"/>
              </p:ext>
            </p:extLst>
          </p:nvPr>
        </p:nvGraphicFramePr>
        <p:xfrm>
          <a:off x="267601" y="1088910"/>
          <a:ext cx="11402622" cy="4528203"/>
        </p:xfrm>
        <a:graphic>
          <a:graphicData uri="http://schemas.openxmlformats.org/drawingml/2006/table">
            <a:tbl>
              <a:tblPr/>
              <a:tblGrid>
                <a:gridCol w="2290074">
                  <a:extLst>
                    <a:ext uri="{9D8B030D-6E8A-4147-A177-3AD203B41FA5}">
                      <a16:colId xmlns:a16="http://schemas.microsoft.com/office/drawing/2014/main" val="3971609217"/>
                    </a:ext>
                  </a:extLst>
                </a:gridCol>
                <a:gridCol w="4292576">
                  <a:extLst>
                    <a:ext uri="{9D8B030D-6E8A-4147-A177-3AD203B41FA5}">
                      <a16:colId xmlns:a16="http://schemas.microsoft.com/office/drawing/2014/main" val="2383282412"/>
                    </a:ext>
                  </a:extLst>
                </a:gridCol>
                <a:gridCol w="4819972">
                  <a:extLst>
                    <a:ext uri="{9D8B030D-6E8A-4147-A177-3AD203B41FA5}">
                      <a16:colId xmlns:a16="http://schemas.microsoft.com/office/drawing/2014/main" val="1055435783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 dirty="0"/>
                        <a:t>Aspect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 dirty="0"/>
                        <a:t>Fatu Feu’u (Historical)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 dirty="0">
                          <a:solidFill>
                            <a:schemeClr val="bg1"/>
                          </a:solidFill>
                        </a:rPr>
                        <a:t>Sam Tupou (Contemporary)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30972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 dirty="0"/>
                        <a:t>Time period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Late 20th-century Pacific modernism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dirty="0">
                          <a:solidFill>
                            <a:schemeClr val="bg1"/>
                          </a:solidFill>
                        </a:rPr>
                        <a:t>Contemporary Australian practice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92764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Art form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Painting informed by tapa traditions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Painting, print and digital-based works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03118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Core concern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Cultural identity and Pacific symbolism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Cultural identity within digital global culture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09444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Subject matter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Symbolic forms derived from Polynesian motifs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Portraiture layered with Polynesian pattern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98646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Visual system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Repetition, symmetry and bold flat colour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>
                          <a:solidFill>
                            <a:schemeClr val="bg1"/>
                          </a:solidFill>
                        </a:rPr>
                        <a:t>Geometric pattern, pixelation and fragmentation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31156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Use of pattern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Pattern as ancestral language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Pattern as cultural and psychological negotiation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26646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Stability of identity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Identity grounded in cultural continuity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Identity negotiated between heritage and modernity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1243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Experience of viewer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Reflective engagement with symbolic imagery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Active interpretation of layered cultural meaning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41895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Psychological effect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Affirmation of cultural pride and memory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Exploration of internal cultural tension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40614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Relationship to tradition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Reclaims and elevates tapa symbolism within fine art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Transforms traditional symbolism through digital aesthetics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04265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 dirty="0"/>
                        <a:t>Central idea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Cultural preservation and visibility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dirty="0">
                          <a:solidFill>
                            <a:schemeClr val="bg1"/>
                          </a:solidFill>
                        </a:rPr>
                        <a:t>Cultural transformation and hybridity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43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38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134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9b8a18a-7af3-4931-9d08-29df45da2bd9}" enabled="0" method="" siteId="{49b8a18a-7af3-4931-9d08-29df45da2bd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1025</Words>
  <Application>Microsoft Office PowerPoint</Application>
  <PresentationFormat>Widescreen</PresentationFormat>
  <Paragraphs>160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Jacqueline Ockwell</dc:creator>
  <cp:lastModifiedBy>Jacqueline Ockwell</cp:lastModifiedBy>
  <cp:revision>2</cp:revision>
  <cp:lastPrinted>2024-10-21T02:14:38Z</cp:lastPrinted>
  <dcterms:created xsi:type="dcterms:W3CDTF">2024-09-30T11:07:01Z</dcterms:created>
  <dcterms:modified xsi:type="dcterms:W3CDTF">2026-03-02T23:16:00Z</dcterms:modified>
</cp:coreProperties>
</file>