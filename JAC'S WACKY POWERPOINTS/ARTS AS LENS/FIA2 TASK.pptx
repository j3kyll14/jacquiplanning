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BAD0"/>
    <a:srgbClr val="2B2E3D"/>
    <a:srgbClr val="BAA6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4CDB22-2D6C-4BD5-9CD2-71A71B32D8B2}" v="38" dt="2026-04-22T09:28:11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9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Ockwell" userId="79a11ae1-9a6a-4dce-9c68-e7607b2827ec" providerId="ADAL" clId="{97E97E31-5131-4F4F-B31F-4ACD8C1B3209}"/>
    <pc:docChg chg="custSel delSld modSld sldOrd">
      <pc:chgData name="Jacqueline Ockwell" userId="79a11ae1-9a6a-4dce-9c68-e7607b2827ec" providerId="ADAL" clId="{97E97E31-5131-4F4F-B31F-4ACD8C1B3209}" dt="2026-04-22T09:28:34.731" v="538" actId="1076"/>
      <pc:docMkLst>
        <pc:docMk/>
      </pc:docMkLst>
      <pc:sldChg chg="addSp delSp modSp mod">
        <pc:chgData name="Jacqueline Ockwell" userId="79a11ae1-9a6a-4dce-9c68-e7607b2827ec" providerId="ADAL" clId="{97E97E31-5131-4F4F-B31F-4ACD8C1B3209}" dt="2026-04-21T22:11:00.774" v="32" actId="1076"/>
        <pc:sldMkLst>
          <pc:docMk/>
          <pc:sldMk cId="2482794910" sldId="256"/>
        </pc:sldMkLst>
        <pc:picChg chg="add mod">
          <ac:chgData name="Jacqueline Ockwell" userId="79a11ae1-9a6a-4dce-9c68-e7607b2827ec" providerId="ADAL" clId="{97E97E31-5131-4F4F-B31F-4ACD8C1B3209}" dt="2026-04-21T22:05:23.942" v="10" actId="1076"/>
          <ac:picMkLst>
            <pc:docMk/>
            <pc:sldMk cId="2482794910" sldId="256"/>
            <ac:picMk id="3" creationId="{F653BDEE-C2A1-8A0F-BD95-41955A3DED33}"/>
          </ac:picMkLst>
        </pc:picChg>
        <pc:picChg chg="del">
          <ac:chgData name="Jacqueline Ockwell" userId="79a11ae1-9a6a-4dce-9c68-e7607b2827ec" providerId="ADAL" clId="{97E97E31-5131-4F4F-B31F-4ACD8C1B3209}" dt="2026-04-21T22:03:18.300" v="1" actId="478"/>
          <ac:picMkLst>
            <pc:docMk/>
            <pc:sldMk cId="2482794910" sldId="256"/>
            <ac:picMk id="4" creationId="{3055D708-A06D-3DFB-9A03-B610D1D25A69}"/>
          </ac:picMkLst>
        </pc:picChg>
        <pc:picChg chg="add del mod">
          <ac:chgData name="Jacqueline Ockwell" userId="79a11ae1-9a6a-4dce-9c68-e7607b2827ec" providerId="ADAL" clId="{97E97E31-5131-4F4F-B31F-4ACD8C1B3209}" dt="2026-04-21T22:10:58.798" v="31" actId="478"/>
          <ac:picMkLst>
            <pc:docMk/>
            <pc:sldMk cId="2482794910" sldId="256"/>
            <ac:picMk id="6" creationId="{6A4EE2C8-42F1-7F7A-7CFE-CF5F3B007457}"/>
          </ac:picMkLst>
        </pc:picChg>
        <pc:picChg chg="add mod modCrop">
          <ac:chgData name="Jacqueline Ockwell" userId="79a11ae1-9a6a-4dce-9c68-e7607b2827ec" providerId="ADAL" clId="{97E97E31-5131-4F4F-B31F-4ACD8C1B3209}" dt="2026-04-21T22:09:48.717" v="20" actId="1076"/>
          <ac:picMkLst>
            <pc:docMk/>
            <pc:sldMk cId="2482794910" sldId="256"/>
            <ac:picMk id="8" creationId="{EC875395-0BBE-780C-E956-0554000B4868}"/>
          </ac:picMkLst>
        </pc:picChg>
        <pc:picChg chg="del">
          <ac:chgData name="Jacqueline Ockwell" userId="79a11ae1-9a6a-4dce-9c68-e7607b2827ec" providerId="ADAL" clId="{97E97E31-5131-4F4F-B31F-4ACD8C1B3209}" dt="2026-04-21T22:09:27.069" v="13" actId="478"/>
          <ac:picMkLst>
            <pc:docMk/>
            <pc:sldMk cId="2482794910" sldId="256"/>
            <ac:picMk id="9" creationId="{150C73EA-017D-6DB6-7886-E006298F3716}"/>
          </ac:picMkLst>
        </pc:picChg>
        <pc:picChg chg="del">
          <ac:chgData name="Jacqueline Ockwell" userId="79a11ae1-9a6a-4dce-9c68-e7607b2827ec" providerId="ADAL" clId="{97E97E31-5131-4F4F-B31F-4ACD8C1B3209}" dt="2026-04-21T22:03:48.810" v="3" actId="478"/>
          <ac:picMkLst>
            <pc:docMk/>
            <pc:sldMk cId="2482794910" sldId="256"/>
            <ac:picMk id="10" creationId="{4B90CCDF-DC31-F749-4ABD-DC5720D6AF1E}"/>
          </ac:picMkLst>
        </pc:picChg>
        <pc:picChg chg="add mod">
          <ac:chgData name="Jacqueline Ockwell" userId="79a11ae1-9a6a-4dce-9c68-e7607b2827ec" providerId="ADAL" clId="{97E97E31-5131-4F4F-B31F-4ACD8C1B3209}" dt="2026-04-21T22:11:00.774" v="32" actId="1076"/>
          <ac:picMkLst>
            <pc:docMk/>
            <pc:sldMk cId="2482794910" sldId="256"/>
            <ac:picMk id="12" creationId="{3D85D541-230F-E922-58BF-AAA9D2A576E9}"/>
          </ac:picMkLst>
        </pc:picChg>
      </pc:sldChg>
      <pc:sldChg chg="addSp delSp modSp mod">
        <pc:chgData name="Jacqueline Ockwell" userId="79a11ae1-9a6a-4dce-9c68-e7607b2827ec" providerId="ADAL" clId="{97E97E31-5131-4F4F-B31F-4ACD8C1B3209}" dt="2026-04-22T08:54:10.215" v="62" actId="1076"/>
        <pc:sldMkLst>
          <pc:docMk/>
          <pc:sldMk cId="1379956667" sldId="257"/>
        </pc:sldMkLst>
        <pc:spChg chg="mod">
          <ac:chgData name="Jacqueline Ockwell" userId="79a11ae1-9a6a-4dce-9c68-e7607b2827ec" providerId="ADAL" clId="{97E97E31-5131-4F4F-B31F-4ACD8C1B3209}" dt="2026-04-22T08:54:07.001" v="61" actId="207"/>
          <ac:spMkLst>
            <pc:docMk/>
            <pc:sldMk cId="1379956667" sldId="257"/>
            <ac:spMk id="2" creationId="{00C4C5C7-14CE-28F3-3E25-C17CA44D6B9A}"/>
          </ac:spMkLst>
        </pc:spChg>
        <pc:picChg chg="add del mod">
          <ac:chgData name="Jacqueline Ockwell" userId="79a11ae1-9a6a-4dce-9c68-e7607b2827ec" providerId="ADAL" clId="{97E97E31-5131-4F4F-B31F-4ACD8C1B3209}" dt="2026-04-21T22:10:52.944" v="28" actId="478"/>
          <ac:picMkLst>
            <pc:docMk/>
            <pc:sldMk cId="1379956667" sldId="257"/>
            <ac:picMk id="3" creationId="{B9419B71-59B3-47F3-CE07-8C3FDAB67560}"/>
          </ac:picMkLst>
        </pc:picChg>
        <pc:picChg chg="del">
          <ac:chgData name="Jacqueline Ockwell" userId="79a11ae1-9a6a-4dce-9c68-e7607b2827ec" providerId="ADAL" clId="{97E97E31-5131-4F4F-B31F-4ACD8C1B3209}" dt="2026-04-21T22:09:55.626" v="22" actId="478"/>
          <ac:picMkLst>
            <pc:docMk/>
            <pc:sldMk cId="1379956667" sldId="257"/>
            <ac:picMk id="4" creationId="{FC614F54-15B9-5C1F-5F42-6E338B0D95E7}"/>
          </ac:picMkLst>
        </pc:picChg>
        <pc:picChg chg="add mod">
          <ac:chgData name="Jacqueline Ockwell" userId="79a11ae1-9a6a-4dce-9c68-e7607b2827ec" providerId="ADAL" clId="{97E97E31-5131-4F4F-B31F-4ACD8C1B3209}" dt="2026-04-21T22:10:55.021" v="29" actId="1076"/>
          <ac:picMkLst>
            <pc:docMk/>
            <pc:sldMk cId="1379956667" sldId="257"/>
            <ac:picMk id="6" creationId="{3851220E-36E1-3959-6FE2-5D65088D4725}"/>
          </ac:picMkLst>
        </pc:picChg>
        <pc:picChg chg="add mod">
          <ac:chgData name="Jacqueline Ockwell" userId="79a11ae1-9a6a-4dce-9c68-e7607b2827ec" providerId="ADAL" clId="{97E97E31-5131-4F4F-B31F-4ACD8C1B3209}" dt="2026-04-22T08:54:10.215" v="62" actId="1076"/>
          <ac:picMkLst>
            <pc:docMk/>
            <pc:sldMk cId="1379956667" sldId="257"/>
            <ac:picMk id="1026" creationId="{8FE9A9E8-17A1-81C3-C79F-F0F35CDE8636}"/>
          </ac:picMkLst>
        </pc:picChg>
        <pc:picChg chg="del">
          <ac:chgData name="Jacqueline Ockwell" userId="79a11ae1-9a6a-4dce-9c68-e7607b2827ec" providerId="ADAL" clId="{97E97E31-5131-4F4F-B31F-4ACD8C1B3209}" dt="2026-04-21T22:12:22.241" v="34" actId="478"/>
          <ac:picMkLst>
            <pc:docMk/>
            <pc:sldMk cId="1379956667" sldId="257"/>
            <ac:picMk id="1027" creationId="{7A5F7F23-686D-E999-DC1D-125F09A3E722}"/>
          </ac:picMkLst>
        </pc:picChg>
      </pc:sldChg>
      <pc:sldChg chg="addSp delSp modSp mod ord">
        <pc:chgData name="Jacqueline Ockwell" userId="79a11ae1-9a6a-4dce-9c68-e7607b2827ec" providerId="ADAL" clId="{97E97E31-5131-4F4F-B31F-4ACD8C1B3209}" dt="2026-04-22T09:12:55.494" v="400"/>
        <pc:sldMkLst>
          <pc:docMk/>
          <pc:sldMk cId="3687746037" sldId="258"/>
        </pc:sldMkLst>
        <pc:spChg chg="add mod">
          <ac:chgData name="Jacqueline Ockwell" userId="79a11ae1-9a6a-4dce-9c68-e7607b2827ec" providerId="ADAL" clId="{97E97E31-5131-4F4F-B31F-4ACD8C1B3209}" dt="2026-04-22T09:08:34.918" v="264" actId="1076"/>
          <ac:spMkLst>
            <pc:docMk/>
            <pc:sldMk cId="3687746037" sldId="258"/>
            <ac:spMk id="2" creationId="{7940ABE9-0CBE-7269-BD7B-C03FCAE3FF2C}"/>
          </ac:spMkLst>
        </pc:spChg>
        <pc:spChg chg="mod">
          <ac:chgData name="Jacqueline Ockwell" userId="79a11ae1-9a6a-4dce-9c68-e7607b2827ec" providerId="ADAL" clId="{97E97E31-5131-4F4F-B31F-4ACD8C1B3209}" dt="2026-04-22T09:12:23.622" v="398" actId="1076"/>
          <ac:spMkLst>
            <pc:docMk/>
            <pc:sldMk cId="3687746037" sldId="258"/>
            <ac:spMk id="4" creationId="{319F1051-5D0A-A2CB-2544-C7C0442FFD37}"/>
          </ac:spMkLst>
        </pc:spChg>
        <pc:spChg chg="del mod">
          <ac:chgData name="Jacqueline Ockwell" userId="79a11ae1-9a6a-4dce-9c68-e7607b2827ec" providerId="ADAL" clId="{97E97E31-5131-4F4F-B31F-4ACD8C1B3209}" dt="2026-04-22T09:06:35.325" v="210" actId="478"/>
          <ac:spMkLst>
            <pc:docMk/>
            <pc:sldMk cId="3687746037" sldId="258"/>
            <ac:spMk id="6" creationId="{025F23AA-2332-54D1-E129-5EDD48155F5F}"/>
          </ac:spMkLst>
        </pc:spChg>
        <pc:spChg chg="mod">
          <ac:chgData name="Jacqueline Ockwell" userId="79a11ae1-9a6a-4dce-9c68-e7607b2827ec" providerId="ADAL" clId="{97E97E31-5131-4F4F-B31F-4ACD8C1B3209}" dt="2026-04-22T09:11:38.657" v="391" actId="1076"/>
          <ac:spMkLst>
            <pc:docMk/>
            <pc:sldMk cId="3687746037" sldId="258"/>
            <ac:spMk id="7" creationId="{C35AF2D8-6D40-8B7C-E26D-8B316C69058F}"/>
          </ac:spMkLst>
        </pc:spChg>
        <pc:spChg chg="mod">
          <ac:chgData name="Jacqueline Ockwell" userId="79a11ae1-9a6a-4dce-9c68-e7607b2827ec" providerId="ADAL" clId="{97E97E31-5131-4F4F-B31F-4ACD8C1B3209}" dt="2026-04-22T09:11:56.358" v="396" actId="1076"/>
          <ac:spMkLst>
            <pc:docMk/>
            <pc:sldMk cId="3687746037" sldId="258"/>
            <ac:spMk id="8" creationId="{95AC2768-F4B3-4D09-0441-2F34128EA650}"/>
          </ac:spMkLst>
        </pc:spChg>
        <pc:spChg chg="del">
          <ac:chgData name="Jacqueline Ockwell" userId="79a11ae1-9a6a-4dce-9c68-e7607b2827ec" providerId="ADAL" clId="{97E97E31-5131-4F4F-B31F-4ACD8C1B3209}" dt="2026-04-22T09:06:30.653" v="208" actId="478"/>
          <ac:spMkLst>
            <pc:docMk/>
            <pc:sldMk cId="3687746037" sldId="258"/>
            <ac:spMk id="9" creationId="{67E5E69F-7FA9-856A-A042-0A28827EF8CB}"/>
          </ac:spMkLst>
        </pc:spChg>
        <pc:spChg chg="mod">
          <ac:chgData name="Jacqueline Ockwell" userId="79a11ae1-9a6a-4dce-9c68-e7607b2827ec" providerId="ADAL" clId="{97E97E31-5131-4F4F-B31F-4ACD8C1B3209}" dt="2026-04-22T09:11:59.477" v="397" actId="1076"/>
          <ac:spMkLst>
            <pc:docMk/>
            <pc:sldMk cId="3687746037" sldId="258"/>
            <ac:spMk id="10" creationId="{751503F2-C031-61A5-FE37-375270D73E05}"/>
          </ac:spMkLst>
        </pc:spChg>
      </pc:sldChg>
      <pc:sldChg chg="del">
        <pc:chgData name="Jacqueline Ockwell" userId="79a11ae1-9a6a-4dce-9c68-e7607b2827ec" providerId="ADAL" clId="{97E97E31-5131-4F4F-B31F-4ACD8C1B3209}" dt="2026-04-22T09:14:26.759" v="417" actId="47"/>
        <pc:sldMkLst>
          <pc:docMk/>
          <pc:sldMk cId="2082438718" sldId="259"/>
        </pc:sldMkLst>
      </pc:sldChg>
      <pc:sldChg chg="addSp modSp mod">
        <pc:chgData name="Jacqueline Ockwell" userId="79a11ae1-9a6a-4dce-9c68-e7607b2827ec" providerId="ADAL" clId="{97E97E31-5131-4F4F-B31F-4ACD8C1B3209}" dt="2026-04-22T09:14:17.608" v="416" actId="1076"/>
        <pc:sldMkLst>
          <pc:docMk/>
          <pc:sldMk cId="1577983184" sldId="260"/>
        </pc:sldMkLst>
        <pc:spChg chg="mod">
          <ac:chgData name="Jacqueline Ockwell" userId="79a11ae1-9a6a-4dce-9c68-e7607b2827ec" providerId="ADAL" clId="{97E97E31-5131-4F4F-B31F-4ACD8C1B3209}" dt="2026-04-22T08:58:51.208" v="109" actId="1076"/>
          <ac:spMkLst>
            <pc:docMk/>
            <pc:sldMk cId="1577983184" sldId="260"/>
            <ac:spMk id="3" creationId="{D903B533-20BC-CC29-3B2E-1AEAF3FE05CA}"/>
          </ac:spMkLst>
        </pc:spChg>
        <pc:spChg chg="mod">
          <ac:chgData name="Jacqueline Ockwell" userId="79a11ae1-9a6a-4dce-9c68-e7607b2827ec" providerId="ADAL" clId="{97E97E31-5131-4F4F-B31F-4ACD8C1B3209}" dt="2026-04-22T09:02:23.936" v="152" actId="1076"/>
          <ac:spMkLst>
            <pc:docMk/>
            <pc:sldMk cId="1577983184" sldId="260"/>
            <ac:spMk id="4" creationId="{838122BD-E537-9444-F3F0-8901C921FB38}"/>
          </ac:spMkLst>
        </pc:spChg>
        <pc:spChg chg="mod">
          <ac:chgData name="Jacqueline Ockwell" userId="79a11ae1-9a6a-4dce-9c68-e7607b2827ec" providerId="ADAL" clId="{97E97E31-5131-4F4F-B31F-4ACD8C1B3209}" dt="2026-04-22T09:02:17.532" v="151" actId="1076"/>
          <ac:spMkLst>
            <pc:docMk/>
            <pc:sldMk cId="1577983184" sldId="260"/>
            <ac:spMk id="5" creationId="{72BC70B7-4BF7-D809-35A8-2E73845EF193}"/>
          </ac:spMkLst>
        </pc:spChg>
        <pc:spChg chg="mod">
          <ac:chgData name="Jacqueline Ockwell" userId="79a11ae1-9a6a-4dce-9c68-e7607b2827ec" providerId="ADAL" clId="{97E97E31-5131-4F4F-B31F-4ACD8C1B3209}" dt="2026-04-22T09:02:28.819" v="153" actId="1076"/>
          <ac:spMkLst>
            <pc:docMk/>
            <pc:sldMk cId="1577983184" sldId="260"/>
            <ac:spMk id="6" creationId="{21F5F8BB-3CB4-9040-5EDC-5055A345FF79}"/>
          </ac:spMkLst>
        </pc:spChg>
        <pc:spChg chg="mod">
          <ac:chgData name="Jacqueline Ockwell" userId="79a11ae1-9a6a-4dce-9c68-e7607b2827ec" providerId="ADAL" clId="{97E97E31-5131-4F4F-B31F-4ACD8C1B3209}" dt="2026-04-22T09:03:01.536" v="185" actId="1076"/>
          <ac:spMkLst>
            <pc:docMk/>
            <pc:sldMk cId="1577983184" sldId="260"/>
            <ac:spMk id="7" creationId="{B49FD893-9FBD-90EB-06EA-C1D3870C162F}"/>
          </ac:spMkLst>
        </pc:spChg>
        <pc:spChg chg="add">
          <ac:chgData name="Jacqueline Ockwell" userId="79a11ae1-9a6a-4dce-9c68-e7607b2827ec" providerId="ADAL" clId="{97E97E31-5131-4F4F-B31F-4ACD8C1B3209}" dt="2026-04-22T08:59:32.500" v="118"/>
          <ac:spMkLst>
            <pc:docMk/>
            <pc:sldMk cId="1577983184" sldId="260"/>
            <ac:spMk id="8" creationId="{BA8627E9-11FF-C5D6-CC83-9014BB356C43}"/>
          </ac:spMkLst>
        </pc:spChg>
        <pc:spChg chg="add mod">
          <ac:chgData name="Jacqueline Ockwell" userId="79a11ae1-9a6a-4dce-9c68-e7607b2827ec" providerId="ADAL" clId="{97E97E31-5131-4F4F-B31F-4ACD8C1B3209}" dt="2026-04-22T09:14:04.776" v="414" actId="1076"/>
          <ac:spMkLst>
            <pc:docMk/>
            <pc:sldMk cId="1577983184" sldId="260"/>
            <ac:spMk id="10" creationId="{FCE4E0E9-0D00-82FD-A24E-FB77F18D25F6}"/>
          </ac:spMkLst>
        </pc:spChg>
        <pc:spChg chg="add mod">
          <ac:chgData name="Jacqueline Ockwell" userId="79a11ae1-9a6a-4dce-9c68-e7607b2827ec" providerId="ADAL" clId="{97E97E31-5131-4F4F-B31F-4ACD8C1B3209}" dt="2026-04-22T09:14:17.608" v="416" actId="1076"/>
          <ac:spMkLst>
            <pc:docMk/>
            <pc:sldMk cId="1577983184" sldId="260"/>
            <ac:spMk id="12" creationId="{3B1647F8-0B3C-2F78-2A7E-F9D2DCF2853F}"/>
          </ac:spMkLst>
        </pc:spChg>
        <pc:picChg chg="mod">
          <ac:chgData name="Jacqueline Ockwell" userId="79a11ae1-9a6a-4dce-9c68-e7607b2827ec" providerId="ADAL" clId="{97E97E31-5131-4F4F-B31F-4ACD8C1B3209}" dt="2026-04-22T08:58:02.459" v="97" actId="1076"/>
          <ac:picMkLst>
            <pc:docMk/>
            <pc:sldMk cId="1577983184" sldId="260"/>
            <ac:picMk id="9" creationId="{00BB4E15-DC05-5E9F-2F71-422F30928EA7}"/>
          </ac:picMkLst>
        </pc:picChg>
        <pc:picChg chg="mod">
          <ac:chgData name="Jacqueline Ockwell" userId="79a11ae1-9a6a-4dce-9c68-e7607b2827ec" providerId="ADAL" clId="{97E97E31-5131-4F4F-B31F-4ACD8C1B3209}" dt="2026-04-22T09:03:13.018" v="189" actId="1076"/>
          <ac:picMkLst>
            <pc:docMk/>
            <pc:sldMk cId="1577983184" sldId="260"/>
            <ac:picMk id="11" creationId="{BDC4DE10-8FC1-9592-A3BE-B349360B8C6E}"/>
          </ac:picMkLst>
        </pc:picChg>
        <pc:picChg chg="mod">
          <ac:chgData name="Jacqueline Ockwell" userId="79a11ae1-9a6a-4dce-9c68-e7607b2827ec" providerId="ADAL" clId="{97E97E31-5131-4F4F-B31F-4ACD8C1B3209}" dt="2026-04-22T09:03:11.124" v="188" actId="1076"/>
          <ac:picMkLst>
            <pc:docMk/>
            <pc:sldMk cId="1577983184" sldId="260"/>
            <ac:picMk id="13" creationId="{ED2A186E-08EE-F255-1968-EA13464C342A}"/>
          </ac:picMkLst>
        </pc:picChg>
        <pc:picChg chg="mod">
          <ac:chgData name="Jacqueline Ockwell" userId="79a11ae1-9a6a-4dce-9c68-e7607b2827ec" providerId="ADAL" clId="{97E97E31-5131-4F4F-B31F-4ACD8C1B3209}" dt="2026-04-22T09:03:07.353" v="187" actId="1076"/>
          <ac:picMkLst>
            <pc:docMk/>
            <pc:sldMk cId="1577983184" sldId="260"/>
            <ac:picMk id="15" creationId="{9E60EB4F-305A-5D3B-75F9-FBD0E8768556}"/>
          </ac:picMkLst>
        </pc:picChg>
        <pc:picChg chg="mod">
          <ac:chgData name="Jacqueline Ockwell" userId="79a11ae1-9a6a-4dce-9c68-e7607b2827ec" providerId="ADAL" clId="{97E97E31-5131-4F4F-B31F-4ACD8C1B3209}" dt="2026-04-22T09:03:04.501" v="186" actId="1076"/>
          <ac:picMkLst>
            <pc:docMk/>
            <pc:sldMk cId="1577983184" sldId="260"/>
            <ac:picMk id="17" creationId="{B8545658-A418-614E-FB1B-5A1A12837A03}"/>
          </ac:picMkLst>
        </pc:picChg>
      </pc:sldChg>
      <pc:sldChg chg="addSp modSp mod">
        <pc:chgData name="Jacqueline Ockwell" userId="79a11ae1-9a6a-4dce-9c68-e7607b2827ec" providerId="ADAL" clId="{97E97E31-5131-4F4F-B31F-4ACD8C1B3209}" dt="2026-04-22T09:15:40.134" v="439" actId="1076"/>
        <pc:sldMkLst>
          <pc:docMk/>
          <pc:sldMk cId="1697750385" sldId="261"/>
        </pc:sldMkLst>
        <pc:spChg chg="mod">
          <ac:chgData name="Jacqueline Ockwell" userId="79a11ae1-9a6a-4dce-9c68-e7607b2827ec" providerId="ADAL" clId="{97E97E31-5131-4F4F-B31F-4ACD8C1B3209}" dt="2026-04-22T09:15:40.134" v="439" actId="1076"/>
          <ac:spMkLst>
            <pc:docMk/>
            <pc:sldMk cId="1697750385" sldId="261"/>
            <ac:spMk id="2" creationId="{F1494262-8E5C-080D-BA75-D56BB140B04F}"/>
          </ac:spMkLst>
        </pc:spChg>
        <pc:spChg chg="add">
          <ac:chgData name="Jacqueline Ockwell" userId="79a11ae1-9a6a-4dce-9c68-e7607b2827ec" providerId="ADAL" clId="{97E97E31-5131-4F4F-B31F-4ACD8C1B3209}" dt="2026-04-22T09:14:54.363" v="418"/>
          <ac:spMkLst>
            <pc:docMk/>
            <pc:sldMk cId="1697750385" sldId="261"/>
            <ac:spMk id="4" creationId="{63642E4F-20FF-EAF7-37AA-E1B778824F50}"/>
          </ac:spMkLst>
        </pc:spChg>
        <pc:picChg chg="mod">
          <ac:chgData name="Jacqueline Ockwell" userId="79a11ae1-9a6a-4dce-9c68-e7607b2827ec" providerId="ADAL" clId="{97E97E31-5131-4F4F-B31F-4ACD8C1B3209}" dt="2026-04-22T09:15:37.459" v="438" actId="1076"/>
          <ac:picMkLst>
            <pc:docMk/>
            <pc:sldMk cId="1697750385" sldId="261"/>
            <ac:picMk id="3" creationId="{FE8DC4FD-4B00-E371-AA41-C1AE4BE2D2EB}"/>
          </ac:picMkLst>
        </pc:picChg>
      </pc:sldChg>
      <pc:sldChg chg="modSp mod">
        <pc:chgData name="Jacqueline Ockwell" userId="79a11ae1-9a6a-4dce-9c68-e7607b2827ec" providerId="ADAL" clId="{97E97E31-5131-4F4F-B31F-4ACD8C1B3209}" dt="2026-04-22T09:26:39.481" v="510" actId="1076"/>
        <pc:sldMkLst>
          <pc:docMk/>
          <pc:sldMk cId="2807682265" sldId="264"/>
        </pc:sldMkLst>
        <pc:spChg chg="mod">
          <ac:chgData name="Jacqueline Ockwell" userId="79a11ae1-9a6a-4dce-9c68-e7607b2827ec" providerId="ADAL" clId="{97E97E31-5131-4F4F-B31F-4ACD8C1B3209}" dt="2026-04-22T09:23:01.212" v="484" actId="14100"/>
          <ac:spMkLst>
            <pc:docMk/>
            <pc:sldMk cId="2807682265" sldId="264"/>
            <ac:spMk id="2" creationId="{B1BD9F9E-5AB5-8071-075D-9FBCC8A62ED9}"/>
          </ac:spMkLst>
        </pc:spChg>
        <pc:spChg chg="mod">
          <ac:chgData name="Jacqueline Ockwell" userId="79a11ae1-9a6a-4dce-9c68-e7607b2827ec" providerId="ADAL" clId="{97E97E31-5131-4F4F-B31F-4ACD8C1B3209}" dt="2026-04-22T09:26:26.949" v="506" actId="1076"/>
          <ac:spMkLst>
            <pc:docMk/>
            <pc:sldMk cId="2807682265" sldId="264"/>
            <ac:spMk id="3" creationId="{887F55C1-046D-286C-6FFA-2C04CD9114FC}"/>
          </ac:spMkLst>
        </pc:spChg>
        <pc:spChg chg="mod">
          <ac:chgData name="Jacqueline Ockwell" userId="79a11ae1-9a6a-4dce-9c68-e7607b2827ec" providerId="ADAL" clId="{97E97E31-5131-4F4F-B31F-4ACD8C1B3209}" dt="2026-04-22T09:24:08.815" v="487" actId="1076"/>
          <ac:spMkLst>
            <pc:docMk/>
            <pc:sldMk cId="2807682265" sldId="264"/>
            <ac:spMk id="10" creationId="{40D3E07F-8522-645D-62BB-B6695D346D9F}"/>
          </ac:spMkLst>
        </pc:spChg>
        <pc:spChg chg="mod">
          <ac:chgData name="Jacqueline Ockwell" userId="79a11ae1-9a6a-4dce-9c68-e7607b2827ec" providerId="ADAL" clId="{97E97E31-5131-4F4F-B31F-4ACD8C1B3209}" dt="2026-04-22T09:26:39.481" v="510" actId="1076"/>
          <ac:spMkLst>
            <pc:docMk/>
            <pc:sldMk cId="2807682265" sldId="264"/>
            <ac:spMk id="11" creationId="{C2A9E4B7-E2A3-ADFC-6B0D-8F5E606D16B5}"/>
          </ac:spMkLst>
        </pc:spChg>
        <pc:picChg chg="mod">
          <ac:chgData name="Jacqueline Ockwell" userId="79a11ae1-9a6a-4dce-9c68-e7607b2827ec" providerId="ADAL" clId="{97E97E31-5131-4F4F-B31F-4ACD8C1B3209}" dt="2026-04-22T09:24:10.279" v="488" actId="1076"/>
          <ac:picMkLst>
            <pc:docMk/>
            <pc:sldMk cId="2807682265" sldId="264"/>
            <ac:picMk id="5" creationId="{38A80D9E-04A4-FA1E-CC0C-6B40CBDE961C}"/>
          </ac:picMkLst>
        </pc:picChg>
        <pc:picChg chg="mod ord">
          <ac:chgData name="Jacqueline Ockwell" userId="79a11ae1-9a6a-4dce-9c68-e7607b2827ec" providerId="ADAL" clId="{97E97E31-5131-4F4F-B31F-4ACD8C1B3209}" dt="2026-04-22T09:26:30.488" v="507" actId="167"/>
          <ac:picMkLst>
            <pc:docMk/>
            <pc:sldMk cId="2807682265" sldId="264"/>
            <ac:picMk id="7" creationId="{4A14EB0D-1C6D-D962-01A7-73160B425EA8}"/>
          </ac:picMkLst>
        </pc:picChg>
      </pc:sldChg>
      <pc:sldChg chg="addSp modSp mod">
        <pc:chgData name="Jacqueline Ockwell" userId="79a11ae1-9a6a-4dce-9c68-e7607b2827ec" providerId="ADAL" clId="{97E97E31-5131-4F4F-B31F-4ACD8C1B3209}" dt="2026-04-22T09:28:34.731" v="538" actId="1076"/>
        <pc:sldMkLst>
          <pc:docMk/>
          <pc:sldMk cId="2349946635" sldId="265"/>
        </pc:sldMkLst>
        <pc:spChg chg="add mod">
          <ac:chgData name="Jacqueline Ockwell" userId="79a11ae1-9a6a-4dce-9c68-e7607b2827ec" providerId="ADAL" clId="{97E97E31-5131-4F4F-B31F-4ACD8C1B3209}" dt="2026-04-22T09:28:34.731" v="538" actId="1076"/>
          <ac:spMkLst>
            <pc:docMk/>
            <pc:sldMk cId="2349946635" sldId="265"/>
            <ac:spMk id="4" creationId="{BFB56AA6-6481-9624-44F5-8D117CA57F98}"/>
          </ac:spMkLst>
        </pc:spChg>
        <pc:spChg chg="mod">
          <ac:chgData name="Jacqueline Ockwell" userId="79a11ae1-9a6a-4dce-9c68-e7607b2827ec" providerId="ADAL" clId="{97E97E31-5131-4F4F-B31F-4ACD8C1B3209}" dt="2026-04-22T09:28:30.915" v="537" actId="1076"/>
          <ac:spMkLst>
            <pc:docMk/>
            <pc:sldMk cId="2349946635" sldId="265"/>
            <ac:spMk id="9" creationId="{AC3DE912-B47C-9D74-4A55-4872B9996A06}"/>
          </ac:spMkLst>
        </pc:spChg>
        <pc:picChg chg="mod">
          <ac:chgData name="Jacqueline Ockwell" userId="79a11ae1-9a6a-4dce-9c68-e7607b2827ec" providerId="ADAL" clId="{97E97E31-5131-4F4F-B31F-4ACD8C1B3209}" dt="2026-04-22T09:28:11.114" v="530" actId="1076"/>
          <ac:picMkLst>
            <pc:docMk/>
            <pc:sldMk cId="2349946635" sldId="265"/>
            <ac:picMk id="11" creationId="{59157671-8123-B15E-B608-63E468F2018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092E-9C6F-A356-014A-10FC9EC46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D0E65-83D5-9B95-CFDF-34C0F4819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791E2-9842-DC29-7210-0993116E5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EB75E-5646-B771-2BA9-870AE5EC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998C2-4C26-79EF-361D-3E6D4A24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597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17A82-5E02-F429-2D1C-36E3BA050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9FA3E-4E0D-6EDD-ADD0-949DF4765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18F05-0627-0C95-9438-BDA418C07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DC2A3-5DE6-422E-2A7B-0BAC9C909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286C1-F302-28DC-F157-40260BB5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055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12D6-3EC0-528E-7AC1-7E3ADEFB9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6AB9A-B996-F10D-8751-67969D18F2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669FA-4381-63C3-C27E-5DF1339B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E8B3D-FDFF-B275-0FDD-D4ED113D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DB83-E304-D22B-5659-F503A2F10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1893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3946F-38FB-C1F2-DF2D-54C51E22F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A8872-F6E6-F29C-9093-B1D5AED85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2EB3F-208B-D2BE-64C4-351299BAE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CA44F-AA3C-75F4-CE6E-8901E5328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009ED-FD40-D825-34DC-64B107F34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0E1A3-CED0-22F1-70D9-E3FC00FD0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93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9A2EF-4B77-0D15-ECEE-148C385F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7DABF-D5BA-13DD-F3BA-A1EFF4B4F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AFE4D-0F77-996D-92F8-382FE8D3A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520385-34B6-0E4D-BEC5-137D20AB03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6C3B4-506F-1CEE-7018-F2C85824F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22245-8FD5-CB99-6B69-840CF3879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AD4294-5CCC-2697-A72F-5FEE7868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AE970-FE1A-B27B-A0B4-B5A0AB3CF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344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AD6C-B018-993E-5F0C-2E9918E0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674F73-9DBB-955D-A4E6-D6FA215F1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F4BC36-5A00-FD07-D229-203CEE8FA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514ED-02B7-437F-6680-7402DA74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9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84230-CFEC-B2C3-6C5C-2D0D6B374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2A4632-4578-C0F9-38CE-FBE8BD7A9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43F61A-DD88-F0C5-E426-64BF07F05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35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7E3D4-361E-0E74-9C99-9DCD4C84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E9141-B17F-5C07-7F88-4FB6E610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CE29C-8D94-C4D5-169D-CC761BD06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3D258-6E28-FDF8-1FEF-B25DCFF32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B4F4F-9AA0-3C98-2A93-8CEBC4D7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1D251-D372-E133-9DA0-91A09EB6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354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68CC5-5C5D-1247-FB13-854E1C005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89578D-CBB5-134C-1EE7-0226BB200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632BB-7104-7702-D617-DCC0EE944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7F1E07-E6E5-60E5-1A74-23F2E0C2B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38808-2DF2-5960-AA32-C0E4908B0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E99CC-823C-E858-227E-7DA2A34C3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8037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36B6-AD9B-D59D-A61A-6BE757618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CC1FB5-75FC-1973-B32B-A1B0AE5C8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99F04-12C7-54C6-5D24-8D69EC87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2574D-9554-A156-D94B-7A90BD79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6BB3B-A60D-73E8-EC24-74F4538D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7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F72E03-1624-1E6C-1780-B5FEB077A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846FD-99AD-8767-4B3C-04BC226EB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1DFBF-DBD4-CB87-83E9-4DF22F617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8A0A-B3A8-C73E-127A-D75D9BE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BDF2A-9306-F92A-CACA-B0B92A503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594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2B7E21-0095-9018-0222-519E317F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7868E-DA45-F250-1350-5A425FE6C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17EA1-7DB8-15B7-1ADE-779F44382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2518D-5349-420D-B04E-484BE72D9507}" type="datetimeFigureOut">
              <a:rPr lang="en-AU" smtClean="0"/>
              <a:t>22/04/2026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93DC7-D925-1477-87DF-1E9B8059E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56E26-8519-7D9F-787B-BA91E3BA26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948F88-E5BE-469C-B550-FB0DCEBAA27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047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3BDEE-C2A1-8A0F-BD95-41955A3D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142"/>
            <a:ext cx="7716681" cy="973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875395-0BBE-780C-E956-0554000B4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13" b="8419"/>
          <a:stretch>
            <a:fillRect/>
          </a:stretch>
        </p:blipFill>
        <p:spPr>
          <a:xfrm>
            <a:off x="0" y="3593029"/>
            <a:ext cx="12192000" cy="32455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85D541-230F-E922-58BF-AAA9D2A57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1249" y="1681217"/>
            <a:ext cx="10040751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794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C4C5C7-14CE-28F3-3E25-C17CA44D6B9A}"/>
              </a:ext>
            </a:extLst>
          </p:cNvPr>
          <p:cNvSpPr txBox="1"/>
          <p:nvPr/>
        </p:nvSpPr>
        <p:spPr>
          <a:xfrm>
            <a:off x="655698" y="1123240"/>
            <a:ext cx="7247332" cy="5375088"/>
          </a:xfrm>
          <a:prstGeom prst="round2DiagRect">
            <a:avLst/>
          </a:prstGeom>
          <a:solidFill>
            <a:srgbClr val="A9BAD0"/>
          </a:solidFill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u="sng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Task: </a:t>
            </a:r>
            <a:r>
              <a:rPr lang="en-US" dirty="0"/>
              <a:t>Develop and refine one resolved artwork or a small body of work based on your FIA1 experiments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dirty="0"/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Duration: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5 weeks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Media: </a:t>
            </a:r>
            <a:r>
              <a:rPr lang="en-US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Your choice – 2D, 3D, or time-based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Focus: </a:t>
            </a:r>
            <a:r>
              <a:rPr lang="en-US" dirty="0"/>
              <a:t>Refine and extend your idea through a selected </a:t>
            </a:r>
            <a:r>
              <a:rPr lang="en-US" b="1" dirty="0"/>
              <a:t>focus (People, Place or Object)</a:t>
            </a:r>
            <a:r>
              <a:rPr lang="en-US" dirty="0"/>
              <a:t> and </a:t>
            </a:r>
            <a:r>
              <a:rPr lang="en-US" b="1" dirty="0"/>
              <a:t>lens</a:t>
            </a:r>
            <a:r>
              <a:rPr lang="en-US" dirty="0"/>
              <a:t> to communicate your viewpoint about </a:t>
            </a:r>
            <a:r>
              <a:rPr lang="en-US" b="1" dirty="0"/>
              <a:t>connection!</a:t>
            </a:r>
          </a:p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b="1" dirty="0"/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dirty="0"/>
              <a:t>This is a continuation of FIA1 — not a new task</a:t>
            </a:r>
            <a:endParaRPr lang="en-US" b="1" dirty="0"/>
          </a:p>
          <a:p>
            <a:pPr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b="1" i="1" kern="0" dirty="0">
                <a:effectLst/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rPr>
              <a:t>You must submit your own unique and original response</a:t>
            </a:r>
            <a:endParaRPr lang="en-AU" sz="1600" i="1" kern="0" dirty="0">
              <a:effectLst/>
              <a:latin typeface="+mj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51220E-36E1-3959-6FE2-5D65088D4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24" y="85577"/>
            <a:ext cx="10040751" cy="666843"/>
          </a:xfrm>
          <a:prstGeom prst="rect">
            <a:avLst/>
          </a:prstGeom>
        </p:spPr>
      </p:pic>
      <p:pic>
        <p:nvPicPr>
          <p:cNvPr id="1026" name="Picture 2" descr="This may contain: an altered photograph of a man walking down the street">
            <a:extLst>
              <a:ext uri="{FF2B5EF4-FFF2-40B4-BE49-F238E27FC236}">
                <a16:creationId xmlns:a16="http://schemas.microsoft.com/office/drawing/2014/main" id="{8FE9A9E8-17A1-81C3-C79F-F0F35CDE86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668" y="977777"/>
            <a:ext cx="2833007" cy="566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956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0AB506-8A12-0068-0252-9EB2B6CCA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6" y="161676"/>
            <a:ext cx="2324424" cy="8287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9F1051-5D0A-A2CB-2544-C7C0442FFD37}"/>
              </a:ext>
            </a:extLst>
          </p:cNvPr>
          <p:cNvSpPr txBox="1"/>
          <p:nvPr/>
        </p:nvSpPr>
        <p:spPr>
          <a:xfrm>
            <a:off x="355393" y="1036856"/>
            <a:ext cx="3933933" cy="478428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Choose a Focus Area</a:t>
            </a:r>
          </a:p>
          <a:p>
            <a:br>
              <a:rPr lang="en-US" sz="1600" dirty="0"/>
            </a:br>
            <a:r>
              <a:rPr lang="en-US" dirty="0"/>
              <a:t>Choose </a:t>
            </a:r>
            <a:r>
              <a:rPr lang="en-US" b="1" dirty="0"/>
              <a:t>one</a:t>
            </a:r>
            <a:r>
              <a:rPr lang="en-US" dirty="0"/>
              <a:t> of the following focus areas to extend into a resolved work:</a:t>
            </a:r>
          </a:p>
          <a:p>
            <a:endParaRPr lang="en-US" dirty="0"/>
          </a:p>
          <a:p>
            <a:r>
              <a:rPr lang="en-US" dirty="0"/>
              <a:t>Select ONE focus from FIA1:</a:t>
            </a:r>
          </a:p>
          <a:p>
            <a:pPr algn="ctr"/>
            <a:r>
              <a:rPr lang="en-US" sz="2000" b="1" dirty="0"/>
              <a:t>People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/>
              <a:t>Place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/>
              <a:t>Object</a:t>
            </a:r>
            <a:r>
              <a:rPr lang="en-US" sz="2000" dirty="0"/>
              <a:t> </a:t>
            </a:r>
          </a:p>
          <a:p>
            <a:endParaRPr lang="en-US" dirty="0"/>
          </a:p>
          <a:p>
            <a:r>
              <a:rPr lang="en-US" b="1" dirty="0"/>
              <a:t>Choose the direction that: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was most successful in FIA1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connects strongly to your idea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allows for further development</a:t>
            </a:r>
          </a:p>
        </p:txBody>
      </p:sp>
      <p:sp>
        <p:nvSpPr>
          <p:cNvPr id="7" name="Teardrop 6">
            <a:extLst>
              <a:ext uri="{FF2B5EF4-FFF2-40B4-BE49-F238E27FC236}">
                <a16:creationId xmlns:a16="http://schemas.microsoft.com/office/drawing/2014/main" id="{C35AF2D8-6D40-8B7C-E26D-8B316C69058F}"/>
              </a:ext>
            </a:extLst>
          </p:cNvPr>
          <p:cNvSpPr/>
          <p:nvPr/>
        </p:nvSpPr>
        <p:spPr>
          <a:xfrm rot="20973704" flipH="1">
            <a:off x="9942357" y="4633862"/>
            <a:ext cx="2036411" cy="1861991"/>
          </a:xfrm>
          <a:prstGeom prst="teardrop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Object – </a:t>
            </a:r>
          </a:p>
          <a:p>
            <a:pPr algn="ctr"/>
            <a:r>
              <a:rPr lang="en-US" b="1" dirty="0"/>
              <a:t>Objective vs Subjective </a:t>
            </a:r>
            <a:endParaRPr lang="en-AU" b="1" dirty="0"/>
          </a:p>
        </p:txBody>
      </p:sp>
      <p:sp>
        <p:nvSpPr>
          <p:cNvPr id="8" name="Teardrop 7">
            <a:extLst>
              <a:ext uri="{FF2B5EF4-FFF2-40B4-BE49-F238E27FC236}">
                <a16:creationId xmlns:a16="http://schemas.microsoft.com/office/drawing/2014/main" id="{95AC2768-F4B3-4D09-0441-2F34128EA650}"/>
              </a:ext>
            </a:extLst>
          </p:cNvPr>
          <p:cNvSpPr/>
          <p:nvPr/>
        </p:nvSpPr>
        <p:spPr>
          <a:xfrm rot="20634368" flipH="1">
            <a:off x="9830737" y="2634628"/>
            <a:ext cx="2129603" cy="1529389"/>
          </a:xfrm>
          <a:prstGeom prst="teardrop">
            <a:avLst>
              <a:gd name="adj" fmla="val 96401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Place – </a:t>
            </a:r>
          </a:p>
          <a:p>
            <a:pPr algn="ctr"/>
            <a:r>
              <a:rPr lang="en-US" b="1" dirty="0"/>
              <a:t>Literal vs Non-Literal</a:t>
            </a:r>
            <a:endParaRPr lang="en-AU" b="1" dirty="0"/>
          </a:p>
        </p:txBody>
      </p:sp>
      <p:sp>
        <p:nvSpPr>
          <p:cNvPr id="10" name="Teardrop 9">
            <a:extLst>
              <a:ext uri="{FF2B5EF4-FFF2-40B4-BE49-F238E27FC236}">
                <a16:creationId xmlns:a16="http://schemas.microsoft.com/office/drawing/2014/main" id="{751503F2-C031-61A5-FE37-375270D73E05}"/>
              </a:ext>
            </a:extLst>
          </p:cNvPr>
          <p:cNvSpPr/>
          <p:nvPr/>
        </p:nvSpPr>
        <p:spPr>
          <a:xfrm rot="20592670" flipH="1">
            <a:off x="9611714" y="490640"/>
            <a:ext cx="2302445" cy="1640577"/>
          </a:xfrm>
          <a:prstGeom prst="teardrop">
            <a:avLst>
              <a:gd name="adj" fmla="val 98141"/>
            </a:avLst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People – </a:t>
            </a:r>
          </a:p>
          <a:p>
            <a:pPr algn="ctr"/>
            <a:r>
              <a:rPr lang="en-US" b="1" dirty="0"/>
              <a:t>Psychological </a:t>
            </a:r>
            <a:endParaRPr lang="en-AU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40ABE9-0CBE-7269-BD7B-C03FCAE3FF2C}"/>
              </a:ext>
            </a:extLst>
          </p:cNvPr>
          <p:cNvSpPr txBox="1"/>
          <p:nvPr/>
        </p:nvSpPr>
        <p:spPr>
          <a:xfrm>
            <a:off x="5007939" y="1678445"/>
            <a:ext cx="3933933" cy="421927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2400" b="1" i="1" dirty="0"/>
              <a:t>Apply Your Lens </a:t>
            </a:r>
            <a:br>
              <a:rPr lang="en-US" sz="1600" dirty="0"/>
            </a:br>
            <a:endParaRPr lang="en-US" sz="1600" dirty="0"/>
          </a:p>
          <a:p>
            <a:r>
              <a:rPr lang="en-US" dirty="0"/>
              <a:t>You must apply a lens:</a:t>
            </a:r>
          </a:p>
          <a:p>
            <a:pPr algn="ctr"/>
            <a:r>
              <a:rPr lang="en-US" sz="2000" b="1" dirty="0"/>
              <a:t>Literal vs Non-Literal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/>
              <a:t>Objective vs Subjective</a:t>
            </a:r>
            <a:r>
              <a:rPr lang="en-US" sz="2000" dirty="0"/>
              <a:t> </a:t>
            </a:r>
          </a:p>
          <a:p>
            <a:pPr algn="ctr"/>
            <a:r>
              <a:rPr lang="en-US" sz="2000" b="1" dirty="0"/>
              <a:t>Psychological</a:t>
            </a:r>
            <a:r>
              <a:rPr lang="en-US" sz="2000" dirty="0"/>
              <a:t> </a:t>
            </a:r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i="1" dirty="0"/>
              <a:t>Your lens determines how your idea is communicated</a:t>
            </a:r>
            <a:br>
              <a:rPr lang="en-US" i="1" dirty="0"/>
            </a:br>
            <a:endParaRPr lang="en-US" i="1" dirty="0"/>
          </a:p>
          <a:p>
            <a:pPr algn="ctr"/>
            <a:r>
              <a:rPr lang="en-US" i="1" dirty="0"/>
              <a:t>It should be clearly visible in your final work</a:t>
            </a:r>
          </a:p>
        </p:txBody>
      </p:sp>
    </p:spTree>
    <p:extLst>
      <p:ext uri="{BB962C8B-B14F-4D97-AF65-F5344CB8AC3E}">
        <p14:creationId xmlns:p14="http://schemas.microsoft.com/office/powerpoint/2010/main" val="3687746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491109-0B78-4CB0-794B-4CD8B87E6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6" y="161676"/>
            <a:ext cx="2324424" cy="828791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03B533-20BC-CC29-3B2E-1AEAF3FE05CA}"/>
              </a:ext>
            </a:extLst>
          </p:cNvPr>
          <p:cNvSpPr/>
          <p:nvPr/>
        </p:nvSpPr>
        <p:spPr>
          <a:xfrm>
            <a:off x="444084" y="1680827"/>
            <a:ext cx="1736083" cy="4486556"/>
          </a:xfrm>
          <a:prstGeom prst="roundRect">
            <a:avLst/>
          </a:prstGeom>
          <a:solidFill>
            <a:srgbClr val="A9BAD0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Review your FIA1 experimental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</a:rPr>
              <a:t>Identify your </a:t>
            </a:r>
            <a:r>
              <a:rPr lang="en-AU" sz="1600" b="1" dirty="0">
                <a:solidFill>
                  <a:schemeClr val="tx1"/>
                </a:solidFill>
              </a:rPr>
              <a:t>strongest direction</a:t>
            </a:r>
          </a:p>
          <a:p>
            <a:endParaRPr lang="en-AU" sz="1600" b="1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Select </a:t>
            </a:r>
            <a:r>
              <a:rPr lang="en-US" sz="1600" b="1" dirty="0">
                <a:solidFill>
                  <a:schemeClr val="tx1"/>
                </a:solidFill>
              </a:rPr>
              <a:t>one focus (People, Place or Object)</a:t>
            </a:r>
            <a:r>
              <a:rPr lang="en-US" sz="1600" dirty="0">
                <a:solidFill>
                  <a:schemeClr val="tx1"/>
                </a:solidFill>
              </a:rPr>
              <a:t> to extend</a:t>
            </a:r>
            <a:endParaRPr lang="en-AU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AU" sz="1600" b="1" dirty="0">
              <a:solidFill>
                <a:schemeClr val="tx1"/>
              </a:solidFill>
            </a:endParaRPr>
          </a:p>
          <a:p>
            <a:pPr algn="ctr"/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8122BD-E537-9444-F3F0-8901C921FB38}"/>
              </a:ext>
            </a:extLst>
          </p:cNvPr>
          <p:cNvSpPr/>
          <p:nvPr/>
        </p:nvSpPr>
        <p:spPr>
          <a:xfrm>
            <a:off x="2668346" y="2120795"/>
            <a:ext cx="1629015" cy="2599310"/>
          </a:xfrm>
          <a:prstGeom prst="roundRect">
            <a:avLst/>
          </a:prstGeom>
          <a:solidFill>
            <a:srgbClr val="A9BAD0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Revisit your inquiry question and refine it if needed</a:t>
            </a:r>
            <a:endParaRPr lang="en-AU" b="1" dirty="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BC70B7-4BF7-D809-35A8-2E73845EF193}"/>
              </a:ext>
            </a:extLst>
          </p:cNvPr>
          <p:cNvSpPr/>
          <p:nvPr/>
        </p:nvSpPr>
        <p:spPr>
          <a:xfrm>
            <a:off x="4849095" y="1700978"/>
            <a:ext cx="2203559" cy="3456043"/>
          </a:xfrm>
          <a:prstGeom prst="roundRect">
            <a:avLst/>
          </a:prstGeom>
          <a:solidFill>
            <a:srgbClr val="A9BAD0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Identify mentor artists that connect to your idea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1600" b="1" dirty="0" err="1">
                <a:solidFill>
                  <a:schemeClr val="tx1"/>
                </a:solidFill>
              </a:rPr>
              <a:t>Analyse</a:t>
            </a:r>
            <a:r>
              <a:rPr lang="en-US" sz="1600" b="1" dirty="0">
                <a:solidFill>
                  <a:schemeClr val="tx1"/>
                </a:solidFill>
              </a:rPr>
              <a:t> both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concept (what they explore)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visual language (elements + principles)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1F5F8BB-3CB4-9040-5EDC-5055A345FF79}"/>
              </a:ext>
            </a:extLst>
          </p:cNvPr>
          <p:cNvSpPr/>
          <p:nvPr/>
        </p:nvSpPr>
        <p:spPr>
          <a:xfrm>
            <a:off x="7483527" y="2265680"/>
            <a:ext cx="1919265" cy="2599310"/>
          </a:xfrm>
          <a:prstGeom prst="roundRect">
            <a:avLst/>
          </a:prstGeom>
          <a:solidFill>
            <a:srgbClr val="A9BAD0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Continue experimenting and refining: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mark-making</a:t>
            </a:r>
            <a:endParaRPr lang="en-AU" sz="1600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9FD893-9FBD-90EB-06EA-C1D3870C162F}"/>
              </a:ext>
            </a:extLst>
          </p:cNvPr>
          <p:cNvSpPr/>
          <p:nvPr/>
        </p:nvSpPr>
        <p:spPr>
          <a:xfrm>
            <a:off x="9833666" y="2280089"/>
            <a:ext cx="1914250" cy="2599310"/>
          </a:xfrm>
          <a:prstGeom prst="roundRect">
            <a:avLst/>
          </a:prstGeom>
          <a:solidFill>
            <a:srgbClr val="A9BAD0"/>
          </a:solidFill>
          <a:ln>
            <a:solidFill>
              <a:srgbClr val="BAA6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Create one resolved work OR a small body of work that shows your thinking and skills  </a:t>
            </a:r>
            <a:endParaRPr lang="en-AU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BB4E15-DC05-5E9F-2F71-422F3092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031" y="967187"/>
            <a:ext cx="400106" cy="6287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C4DE10-8FC1-9592-A3BE-B349360B8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901" y="1413563"/>
            <a:ext cx="676369" cy="6954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2A186E-08EE-F255-1968-EA13464C3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999" y="949409"/>
            <a:ext cx="581106" cy="6287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60EB4F-305A-5D3B-75F9-FBD0E87685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1440" y="1502448"/>
            <a:ext cx="685896" cy="6954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545658-A418-614E-FB1B-5A1A12837A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8886" y="1413563"/>
            <a:ext cx="590632" cy="7144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CE4E0E9-0D00-82FD-A24E-FB77F18D25F6}"/>
              </a:ext>
            </a:extLst>
          </p:cNvPr>
          <p:cNvSpPr txBox="1"/>
          <p:nvPr/>
        </p:nvSpPr>
        <p:spPr>
          <a:xfrm>
            <a:off x="3070085" y="5444437"/>
            <a:ext cx="7482054" cy="1293971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Your inquiry question guides your concept.</a:t>
            </a:r>
          </a:p>
          <a:p>
            <a:r>
              <a:rPr lang="en-US" sz="1400" dirty="0"/>
              <a:t>You are responding to: </a:t>
            </a:r>
            <a:r>
              <a:rPr lang="en-US" sz="1400" b="1" i="1" dirty="0"/>
              <a:t>How can reinterpreting people, places and objects through an artistic lens communicate my viewpoint about connection?</a:t>
            </a:r>
            <a:endParaRPr lang="en-US" sz="1400" i="1" dirty="0"/>
          </a:p>
          <a:p>
            <a:endParaRPr lang="en-US" sz="1400" b="1" dirty="0"/>
          </a:p>
          <a:p>
            <a:pPr algn="ctr"/>
            <a:r>
              <a:rPr lang="en-US" sz="1400" b="1" dirty="0"/>
              <a:t>Your artwork is your response to this question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3B1647F8-0B3C-2F78-2A7E-F9D2DCF2853F}"/>
              </a:ext>
            </a:extLst>
          </p:cNvPr>
          <p:cNvSpPr/>
          <p:nvPr/>
        </p:nvSpPr>
        <p:spPr>
          <a:xfrm rot="19484295">
            <a:off x="3916411" y="4519738"/>
            <a:ext cx="424543" cy="975564"/>
          </a:xfrm>
          <a:prstGeom prst="downArrow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983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494262-8E5C-080D-BA75-D56BB140B04F}"/>
              </a:ext>
            </a:extLst>
          </p:cNvPr>
          <p:cNvSpPr txBox="1"/>
          <p:nvPr/>
        </p:nvSpPr>
        <p:spPr>
          <a:xfrm>
            <a:off x="845760" y="909160"/>
            <a:ext cx="5995912" cy="5039678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What You Need to Do</a:t>
            </a:r>
            <a:endParaRPr lang="en-US" sz="2000" u="sng" dirty="0"/>
          </a:p>
          <a:p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Select one focus from FIA1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Apply a clear lens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Refine and develop your idea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Research and apply mentor artists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Create one resolved artwork or body of work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Document your process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Write a 200-word artist statement</a:t>
            </a:r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8DC4FD-4B00-E371-AA41-C1AE4BE2D2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88" r="16193"/>
          <a:stretch/>
        </p:blipFill>
        <p:spPr bwMode="auto">
          <a:xfrm>
            <a:off x="7612957" y="680667"/>
            <a:ext cx="3733283" cy="54966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750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8D2AB-9C93-5330-3AF1-DE25C6A30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A14EB0D-1C6D-D962-01A7-73160B425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508" y="292941"/>
            <a:ext cx="4917895" cy="27600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1BD9F9E-5AB5-8071-075D-9FBCC8A62ED9}"/>
              </a:ext>
            </a:extLst>
          </p:cNvPr>
          <p:cNvSpPr txBox="1"/>
          <p:nvPr/>
        </p:nvSpPr>
        <p:spPr>
          <a:xfrm>
            <a:off x="404888" y="248160"/>
            <a:ext cx="4078373" cy="6252210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Supporting Evidence (3-4 slides)</a:t>
            </a:r>
            <a:br>
              <a:rPr lang="en-US" dirty="0"/>
            </a:br>
            <a:r>
              <a:rPr lang="en-US" sz="1200" dirty="0"/>
              <a:t>Show your process across:</a:t>
            </a:r>
          </a:p>
          <a:p>
            <a:pPr>
              <a:buNone/>
            </a:pPr>
            <a:endParaRPr lang="en-US" sz="1200" b="1" dirty="0"/>
          </a:p>
          <a:p>
            <a:pPr>
              <a:buNone/>
            </a:pPr>
            <a:r>
              <a:rPr lang="en-US" sz="1200" b="1" dirty="0"/>
              <a:t>DEVELOPING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Key FIA1 experiments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Refinement of ideas, materials and composition 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RESEARCHING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Mentor artist connections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Evidence of: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concept (ideas, meaning)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visual language (elements + principles)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Relevant visual stimuli 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REFLECTING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Decisions and changes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Challenges and problem-solving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How your idea has developed 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RESOLVING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Progress towards final work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Refinement and control of materials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Clear link between idea, artist influence and outcome 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Show clear progression:</a:t>
            </a:r>
            <a:br>
              <a:rPr lang="en-US" sz="1200" dirty="0"/>
            </a:br>
            <a:r>
              <a:rPr lang="en-US" sz="1200" b="1" dirty="0"/>
              <a:t>experiment → refinement → resolution</a:t>
            </a:r>
            <a:endParaRPr lang="en-US" sz="1200" dirty="0"/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dirty="0"/>
              <a:t>Artist influence must be visible in: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your </a:t>
            </a:r>
            <a:r>
              <a:rPr lang="en-US" sz="1200" b="1" dirty="0"/>
              <a:t>ideas (concept)</a:t>
            </a:r>
            <a:r>
              <a:rPr lang="en-US" sz="1200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your </a:t>
            </a:r>
            <a:r>
              <a:rPr lang="en-US" sz="1200" b="1" dirty="0"/>
              <a:t>visual decisions (elements + principles)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F55C1-046D-286C-6FFA-2C04CD9114FC}"/>
              </a:ext>
            </a:extLst>
          </p:cNvPr>
          <p:cNvSpPr txBox="1"/>
          <p:nvPr/>
        </p:nvSpPr>
        <p:spPr>
          <a:xfrm>
            <a:off x="9211811" y="2288347"/>
            <a:ext cx="2822728" cy="4396085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Artist Statement &amp; Final Presentation</a:t>
            </a:r>
            <a:endParaRPr lang="en-US" dirty="0"/>
          </a:p>
          <a:p>
            <a:pPr>
              <a:buNone/>
            </a:pPr>
            <a:r>
              <a:rPr lang="en-US" sz="1200" dirty="0"/>
              <a:t>Write approx. </a:t>
            </a:r>
            <a:r>
              <a:rPr lang="en-US" sz="1200" b="1" dirty="0"/>
              <a:t>200 words</a:t>
            </a:r>
            <a:r>
              <a:rPr lang="en-US" sz="1200" dirty="0"/>
              <a:t>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What is your inquiry?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What does your work communicate about </a:t>
            </a:r>
            <a:r>
              <a:rPr lang="en-US" sz="1200" b="1" dirty="0"/>
              <a:t>connection</a:t>
            </a:r>
            <a:r>
              <a:rPr lang="en-US" sz="1200" dirty="0"/>
              <a:t>?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How did your idea develop from FIA1?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How did artists influence your work?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200" dirty="0"/>
              <a:t>How did you resolve your work using materials?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en-US" sz="1200" dirty="0"/>
          </a:p>
          <a:p>
            <a:r>
              <a:rPr lang="en-US" sz="1200" dirty="0"/>
              <a:t>Include a clear image of your final artwork </a:t>
            </a:r>
          </a:p>
          <a:p>
            <a:r>
              <a:rPr lang="en-US" sz="1200" dirty="0"/>
              <a:t>Annotate your work showing: 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/>
              <a:t>Developing 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/>
              <a:t>Researching 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200" b="1" dirty="0"/>
              <a:t>Reflecting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A80D9E-04A4-FA1E-CC0C-6B40CBDE9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919" y="3952598"/>
            <a:ext cx="4538401" cy="2547772"/>
          </a:xfrm>
          <a:prstGeom prst="rect">
            <a:avLst/>
          </a:prstGeom>
        </p:spPr>
      </p:pic>
      <p:sp>
        <p:nvSpPr>
          <p:cNvPr id="10" name="Arrow: Down 9">
            <a:extLst>
              <a:ext uri="{FF2B5EF4-FFF2-40B4-BE49-F238E27FC236}">
                <a16:creationId xmlns:a16="http://schemas.microsoft.com/office/drawing/2014/main" id="{40D3E07F-8522-645D-62BB-B6695D346D9F}"/>
              </a:ext>
            </a:extLst>
          </p:cNvPr>
          <p:cNvSpPr/>
          <p:nvPr/>
        </p:nvSpPr>
        <p:spPr>
          <a:xfrm rot="19484295">
            <a:off x="4211309" y="3164271"/>
            <a:ext cx="424543" cy="975564"/>
          </a:xfrm>
          <a:prstGeom prst="downArrow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C2A9E4B7-E2A3-ADFC-6B0D-8F5E606D16B5}"/>
              </a:ext>
            </a:extLst>
          </p:cNvPr>
          <p:cNvSpPr/>
          <p:nvPr/>
        </p:nvSpPr>
        <p:spPr>
          <a:xfrm rot="7991348">
            <a:off x="9909982" y="1627102"/>
            <a:ext cx="424543" cy="975564"/>
          </a:xfrm>
          <a:prstGeom prst="downArrow">
            <a:avLst/>
          </a:prstGeom>
          <a:solidFill>
            <a:srgbClr val="BAA673"/>
          </a:solidFill>
          <a:ln>
            <a:solidFill>
              <a:srgbClr val="2B2E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682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5916E2-D98C-9970-83B3-51AE7CE5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1" y="0"/>
            <a:ext cx="5106113" cy="800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3DE912-B47C-9D74-4A55-4872B9996A06}"/>
              </a:ext>
            </a:extLst>
          </p:cNvPr>
          <p:cNvSpPr txBox="1"/>
          <p:nvPr/>
        </p:nvSpPr>
        <p:spPr>
          <a:xfrm>
            <a:off x="710045" y="2064721"/>
            <a:ext cx="5595342" cy="2485787"/>
          </a:xfrm>
          <a:prstGeom prst="round2Diag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Don’t start again — refine your idea </a:t>
            </a:r>
          </a:p>
          <a:p>
            <a:endParaRPr lang="en-US" sz="2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Keep your focus clear </a:t>
            </a:r>
          </a:p>
          <a:p>
            <a:endParaRPr lang="en-US" sz="2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Make your lens obvious </a:t>
            </a:r>
          </a:p>
          <a:p>
            <a:endParaRPr lang="en-US" sz="20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b="1" dirty="0"/>
              <a:t>Push depth, not quantity </a:t>
            </a:r>
            <a:endParaRPr lang="en-US" dirty="0"/>
          </a:p>
        </p:txBody>
      </p:sp>
      <p:pic>
        <p:nvPicPr>
          <p:cNvPr id="11" name="Picture 2" descr="Wayfaring | Jacqueline Scotcher">
            <a:extLst>
              <a:ext uri="{FF2B5EF4-FFF2-40B4-BE49-F238E27FC236}">
                <a16:creationId xmlns:a16="http://schemas.microsoft.com/office/drawing/2014/main" id="{59157671-8123-B15E-B608-63E468F20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9286" y="619039"/>
            <a:ext cx="4542669" cy="5110503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B56AA6-6481-9624-44F5-8D117CA57F98}"/>
              </a:ext>
            </a:extLst>
          </p:cNvPr>
          <p:cNvSpPr txBox="1"/>
          <p:nvPr/>
        </p:nvSpPr>
        <p:spPr>
          <a:xfrm>
            <a:off x="1342345" y="5885018"/>
            <a:ext cx="95073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4000" dirty="0">
                <a:latin typeface="Brush Script MT" panose="03060802040406070304" pitchFamily="66" charset="0"/>
              </a:rPr>
              <a:t>Strong work = clear idea + clear lens + connection</a:t>
            </a:r>
          </a:p>
        </p:txBody>
      </p:sp>
    </p:spTree>
    <p:extLst>
      <p:ext uri="{BB962C8B-B14F-4D97-AF65-F5344CB8AC3E}">
        <p14:creationId xmlns:p14="http://schemas.microsoft.com/office/powerpoint/2010/main" val="2349946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9b8a18a-7af3-4931-9d08-29df45da2bd9}" enabled="0" method="" siteId="{49b8a18a-7af3-4931-9d08-29df45da2bd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1493</TotalTime>
  <Words>536</Words>
  <Application>Microsoft Office PowerPoint</Application>
  <PresentationFormat>Widescreen</PresentationFormat>
  <Paragraphs>122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Brush Script MT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Southport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Jacqueline Ockwell</dc:creator>
  <cp:lastModifiedBy>Jacqueline Ockwell</cp:lastModifiedBy>
  <cp:revision>1</cp:revision>
  <dcterms:created xsi:type="dcterms:W3CDTF">2025-07-28T02:36:41Z</dcterms:created>
  <dcterms:modified xsi:type="dcterms:W3CDTF">2026-04-22T09:28:38Z</dcterms:modified>
</cp:coreProperties>
</file>