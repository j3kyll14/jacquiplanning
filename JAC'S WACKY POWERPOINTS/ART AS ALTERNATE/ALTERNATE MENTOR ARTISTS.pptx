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7B34-C27B-0C26-39E9-73A2681B6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908D0-1C65-F626-D114-25FD3055B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7DC74-580F-F43D-5F1D-6B22D1A7F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BD4D0-0C4B-4679-87BC-CD84C31E3A23}" type="datetimeFigureOut">
              <a:rPr lang="en-AU" smtClean="0"/>
              <a:t>7/05/2025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541A2-5236-B9B8-7E31-19685548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F09C-CC23-5FA3-1F85-0A3F304C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38B3-91C6-4449-98E5-DB455E36F3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474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E4753-23C5-B400-4256-69EF5214A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0609-9099-A8A2-ECC3-0C9AFAA9D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AD463-7788-B520-80EC-EC1E331B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BD4D0-0C4B-4679-87BC-CD84C31E3A23}" type="datetimeFigureOut">
              <a:rPr lang="en-AU" smtClean="0"/>
              <a:t>7/05/2025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44B8A-0681-597B-D6AB-D9B323D1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C3128-6A88-6C3E-3486-7F748F06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38B3-91C6-4449-98E5-DB455E36F3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7326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410F-4C7E-AB6E-FF90-640788C7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4FB04-9DB6-FF73-9B55-5B8AA0EAE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48BEC-4160-D8A3-544B-42F686DF1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BD4D0-0C4B-4679-87BC-CD84C31E3A23}" type="datetimeFigureOut">
              <a:rPr lang="en-AU" smtClean="0"/>
              <a:t>7/05/2025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D05AB-B76D-153B-85EF-6A22D73DD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ED06F-5007-8596-55CB-1BF3E6257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38B3-91C6-4449-98E5-DB455E36F3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825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FD75C-D2D4-A0F3-342A-57AD83E8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85B99-2BD7-81BE-CA1D-001E72E46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07EB2-283A-733E-1823-F05F7DFD3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C751D-AB8F-FD69-C89A-C59BF354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BD4D0-0C4B-4679-87BC-CD84C31E3A23}" type="datetimeFigureOut">
              <a:rPr lang="en-AU" smtClean="0"/>
              <a:t>7/05/2025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57AB5-F04E-99CB-1371-A6AE2CDE8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A0526-7D2B-68A7-8F48-7C3C968A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38B3-91C6-4449-98E5-DB455E36F3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02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2A3DC-F240-FA46-F66A-7914A1EC5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C99A9-C29D-DA54-DF61-81BCB496B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F66F0-EE01-C349-754B-3F832CD43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2E23E8-69BA-3393-C614-8BDE4CC04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6A97FB-B1EA-CEDE-B693-515442077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FC02E1-505B-69B4-5434-4E4EBD4B6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BD4D0-0C4B-4679-87BC-CD84C31E3A23}" type="datetimeFigureOut">
              <a:rPr lang="en-AU" smtClean="0"/>
              <a:t>7/05/2025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EB9EE2-29A6-90C2-EADA-22FCA2B8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676AFB-77A2-0740-0075-6F8C5A0F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38B3-91C6-4449-98E5-DB455E36F3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4970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3B46D-4140-DCFD-7866-0E0566F44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ACBDCC-6CEB-1BE4-9137-0B8932FBB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BD4D0-0C4B-4679-87BC-CD84C31E3A23}" type="datetimeFigureOut">
              <a:rPr lang="en-AU" smtClean="0"/>
              <a:t>7/05/2025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FB801-31D8-4F0F-7A40-4AE5E7B8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7E12E-D9AE-CF19-3B61-5F34D5B6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38B3-91C6-4449-98E5-DB455E36F3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058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D977C1-1ED5-72C0-61B2-8D3EB1269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BD4D0-0C4B-4679-87BC-CD84C31E3A23}" type="datetimeFigureOut">
              <a:rPr lang="en-AU" smtClean="0"/>
              <a:t>7/05/2025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16EC24-C4F0-E387-A23E-965F25CD4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39B71-6D90-C9C1-F77B-55060D82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38B3-91C6-4449-98E5-DB455E36F3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5212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4AD8D-1022-79FB-F8A4-2DCC0A338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04A4F-5F9B-0871-C2BB-469ED6419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22150-7A3B-A953-C8FC-06714F592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5F5C9-FF00-FA94-5576-B8AB7FB7E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BD4D0-0C4B-4679-87BC-CD84C31E3A23}" type="datetimeFigureOut">
              <a:rPr lang="en-AU" smtClean="0"/>
              <a:t>7/05/2025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DA35-2667-1085-5A7F-961B942B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06EFA-5E72-575D-D274-E1D5A192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38B3-91C6-4449-98E5-DB455E36F3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1679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D63C1-8949-7B9E-B53D-7845103D0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D0B44-6D87-0127-AB39-AA1E2DE4B5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A0214-83B0-3426-F475-8855C5D5D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BF5AD-D292-958F-8369-B73A5DCC2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BD4D0-0C4B-4679-87BC-CD84C31E3A23}" type="datetimeFigureOut">
              <a:rPr lang="en-AU" smtClean="0"/>
              <a:t>7/05/2025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87CFD-BFA1-B2E5-0569-58A27E50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1AC28-9499-CE69-7CB3-327B4997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38B3-91C6-4449-98E5-DB455E36F3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4069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94644-4374-C210-C667-8D64779B7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F97E0-7EE8-01AC-7BBA-9A7AD7B20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D4330-96C2-2D93-F9D5-613351A10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BD4D0-0C4B-4679-87BC-CD84C31E3A23}" type="datetimeFigureOut">
              <a:rPr lang="en-AU" smtClean="0"/>
              <a:t>7/05/2025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31AA5-AB51-2364-87B6-A64844EC9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EBFB7-9CE6-2399-3331-4A2CC6382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38B3-91C6-4449-98E5-DB455E36F3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862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D3B6D0-4634-DA6E-CE5B-167F05697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BB541A-19B8-47F7-49D7-0A9DA8D6D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97668-4A25-F69A-25DE-0120E6F5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BD4D0-0C4B-4679-87BC-CD84C31E3A23}" type="datetimeFigureOut">
              <a:rPr lang="en-AU" smtClean="0"/>
              <a:t>7/05/2025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388D9-0A1A-7423-67FA-471454FF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19FCF-C3B1-1F21-27E1-19E322EEE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38B3-91C6-4449-98E5-DB455E36F3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62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0D846F-48A6-7D73-8461-7E8F0E88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DA8E5-0378-8EFD-83C3-D4BCFCDD8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433C7-5119-3255-40D6-C56851F77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BD4D0-0C4B-4679-87BC-CD84C31E3A23}" type="datetimeFigureOut">
              <a:rPr lang="en-AU" smtClean="0"/>
              <a:t>7/05/2025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37E5C-AFC5-A919-6D2E-0652B90FFE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7FFD7-0F4E-A969-75D4-672239742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D38B3-91C6-4449-98E5-DB455E36F3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046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C3C174-1204-B950-2837-AF8725F4F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86" y="16329"/>
            <a:ext cx="5468113" cy="857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9A1F8C-E5BB-868B-6540-3EB6955E4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1046"/>
            <a:ext cx="5430513" cy="4679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236942-0741-11F2-5AC6-05C32754B6F6}"/>
              </a:ext>
            </a:extLst>
          </p:cNvPr>
          <p:cNvSpPr txBox="1"/>
          <p:nvPr/>
        </p:nvSpPr>
        <p:spPr>
          <a:xfrm>
            <a:off x="963386" y="1351051"/>
            <a:ext cx="2672028" cy="5093112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Abdul Abdullah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Ai Weiwei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Alfredo &amp; Isabel </a:t>
            </a:r>
            <a:r>
              <a:rPr lang="en-US" sz="1600" b="1" dirty="0" err="1">
                <a:latin typeface="+mj-lt"/>
              </a:rPr>
              <a:t>Aquilizan</a:t>
            </a:r>
            <a:endParaRPr lang="en-US" sz="16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Anish Kapoor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Anthony Gormley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Ben Quilty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Bindi Cole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Candice </a:t>
            </a:r>
            <a:r>
              <a:rPr lang="en-US" sz="1600" b="1" dirty="0" err="1">
                <a:latin typeface="+mj-lt"/>
              </a:rPr>
              <a:t>Breitz</a:t>
            </a:r>
            <a:endParaRPr lang="en-US" sz="16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Christian Thompson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Craig Walsh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Daniel Boyd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Deborah Kelly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Donna Marcus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BF5F94-A053-A5E5-CF60-4135DA4855C4}"/>
              </a:ext>
            </a:extLst>
          </p:cNvPr>
          <p:cNvSpPr txBox="1"/>
          <p:nvPr/>
        </p:nvSpPr>
        <p:spPr>
          <a:xfrm>
            <a:off x="4759986" y="1126397"/>
            <a:ext cx="2672028" cy="5480303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Elizabeth Willing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Fiona Hall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Greg Semu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Hiromi Tango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Hito Steyer</a:t>
            </a:r>
          </a:p>
          <a:p>
            <a:pPr>
              <a:lnSpc>
                <a:spcPct val="150000"/>
              </a:lnSpc>
            </a:pPr>
            <a:r>
              <a:rPr lang="en-US" sz="1600" b="1" dirty="0" err="1">
                <a:latin typeface="+mj-lt"/>
              </a:rPr>
              <a:t>lJanine</a:t>
            </a:r>
            <a:r>
              <a:rPr lang="en-US" sz="1600" b="1" dirty="0">
                <a:latin typeface="+mj-lt"/>
              </a:rPr>
              <a:t> Antoni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Kara Walker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Katie Harris-MacLeod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Ken &amp; Julia Yonetani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Lee Mingwei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Marina Abramović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Michael </a:t>
            </a:r>
            <a:r>
              <a:rPr lang="en-US" sz="1600" b="1" dirty="0" err="1">
                <a:latin typeface="+mj-lt"/>
              </a:rPr>
              <a:t>Zavros</a:t>
            </a:r>
            <a:endParaRPr lang="en-US" sz="16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Nick Cave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Olafur Eliasson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AB030-A8F6-9E83-CD1A-A3694D8D4BC7}"/>
              </a:ext>
            </a:extLst>
          </p:cNvPr>
          <p:cNvSpPr txBox="1"/>
          <p:nvPr/>
        </p:nvSpPr>
        <p:spPr>
          <a:xfrm>
            <a:off x="8556586" y="1379672"/>
            <a:ext cx="2672028" cy="4749333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Owen Leong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Pipilotti Rist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Ricky Swallow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Rosemary Laing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Sarah Sculley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Simryn Gill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Sophie Calle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Tony Albert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Tony Oursler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William Kentridge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Yayoi Kusama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Zoe Porter</a:t>
            </a:r>
          </a:p>
        </p:txBody>
      </p:sp>
    </p:spTree>
    <p:extLst>
      <p:ext uri="{BB962C8B-B14F-4D97-AF65-F5344CB8AC3E}">
        <p14:creationId xmlns:p14="http://schemas.microsoft.com/office/powerpoint/2010/main" val="2756504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Jacqueline Ockwell</dc:creator>
  <cp:lastModifiedBy>Jacqueline Ockwell</cp:lastModifiedBy>
  <cp:revision>1</cp:revision>
  <dcterms:created xsi:type="dcterms:W3CDTF">2025-05-07T09:53:08Z</dcterms:created>
  <dcterms:modified xsi:type="dcterms:W3CDTF">2025-05-07T09:59:42Z</dcterms:modified>
</cp:coreProperties>
</file>